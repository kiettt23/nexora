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717" r:id="rId3"/>
  </p:sldMasterIdLst>
  <p:notesMasterIdLst>
    <p:notesMasterId r:id="rId34"/>
  </p:notesMasterIdLst>
  <p:sldIdLst>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667F05-D95D-49FE-87B7-67C84346D2CD}" type="datetimeFigureOut">
              <a:rPr lang="en-US" smtClean="0"/>
              <a:t>12/10/2024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6582C-81C5-4156-B658-E10D67690796}" type="slidenum">
              <a:rPr lang="en-US" smtClean="0"/>
              <a:t>‹#›</a:t>
            </a:fld>
            <a:endParaRPr lang="en-US"/>
          </a:p>
        </p:txBody>
      </p:sp>
    </p:spTree>
    <p:extLst>
      <p:ext uri="{BB962C8B-B14F-4D97-AF65-F5344CB8AC3E}">
        <p14:creationId xmlns:p14="http://schemas.microsoft.com/office/powerpoint/2010/main" val="1548047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AE5FABD-26C8-4F74-B1E3-45BC91BC9D7B}" type="slidenum">
              <a:rPr kumimoji="0" lang="en-US" sz="1200" b="0" i="0" u="none" strike="noStrike" kern="1200" cap="none" spc="0" normalizeH="0" baseline="0" noProof="0" smtClean="0">
                <a:ln>
                  <a:noFill/>
                </a:ln>
                <a:solidFill>
                  <a:prstClr val="black"/>
                </a:solidFill>
                <a:effectLst/>
                <a:uLnTx/>
                <a:uFillTx/>
                <a:latin typeface="Tw Cen MT" panose="020B0602020104020603"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Tw Cen MT" panose="020B0602020104020603" pitchFamily="34" charset="0"/>
              <a:ea typeface="+mn-ea"/>
              <a:cs typeface="+mn-cs"/>
            </a:endParaRPr>
          </a:p>
        </p:txBody>
      </p:sp>
    </p:spTree>
    <p:extLst>
      <p:ext uri="{BB962C8B-B14F-4D97-AF65-F5344CB8AC3E}">
        <p14:creationId xmlns:p14="http://schemas.microsoft.com/office/powerpoint/2010/main" val="2358521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8.png"/><Relationship Id="rId5" Type="http://schemas.microsoft.com/office/2007/relationships/hdphoto" Target="../media/hdphoto2.wdp"/><Relationship Id="rId4" Type="http://schemas.openxmlformats.org/officeDocument/2006/relationships/image" Target="../media/image7.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2275492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402328499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CDF40E0-E6EB-4A06-A23A-FAEAF1FE809C}"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2289189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CDF40E0-E6EB-4A06-A23A-FAEAF1FE809C}" type="datetimeFigureOut">
              <a:rPr lang="en-US" smtClean="0"/>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1231448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CDF40E0-E6EB-4A06-A23A-FAEAF1FE809C}" type="datetimeFigureOut">
              <a:rPr lang="en-US" smtClean="0"/>
              <a:t>12/10/2024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181699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CDF40E0-E6EB-4A06-A23A-FAEAF1FE809C}" type="datetimeFigureOut">
              <a:rPr lang="en-US" smtClean="0"/>
              <a:t>12/10/2024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712972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DF40E0-E6EB-4A06-A23A-FAEAF1FE809C}" type="datetimeFigureOut">
              <a:rPr lang="en-US" smtClean="0"/>
              <a:t>12/10/2024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002582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CDF40E0-E6EB-4A06-A23A-FAEAF1FE809C}" type="datetimeFigureOut">
              <a:rPr lang="en-US" smtClean="0"/>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574486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CDF40E0-E6EB-4A06-A23A-FAEAF1FE809C}" type="datetimeFigureOut">
              <a:rPr lang="en-US" smtClean="0"/>
              <a:t>12/10/2024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34117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2950809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12/10/2024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1331329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xmlns=""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xmlns=""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xmlns=""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smtClean="0"/>
              <a:t>Click to edit Master title style</a:t>
            </a:r>
            <a:endParaRPr lang="en-US" noProof="0"/>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smtClean="0"/>
              <a:t>Click to edit Master subtitle style</a:t>
            </a:r>
            <a:endParaRPr lang="en-US" noProof="0"/>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xmlns="" val="1"/>
              </a:ext>
            </a:extLst>
          </p:cNvPr>
          <p:cNvSpPr/>
          <p:nvPr userDrawn="1"/>
        </p:nvSpPr>
        <p:spPr>
          <a:xfrm rot="5400000" flipV="1">
            <a:off x="1562101" y="-114299"/>
            <a:ext cx="304797" cy="533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xmlns=""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4219262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xmlns=""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xmlns=""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xmlns=""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smtClean="0"/>
              <a:t>Click to edit Master title style</a:t>
            </a:r>
            <a:endParaRPr lang="en-US" noProof="0"/>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smtClean="0"/>
              <a:t>Click to edit Master subtitle style</a:t>
            </a:r>
            <a:endParaRPr lang="en-US" noProof="0"/>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xmlns=""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xmlns=""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15799881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1" name="Text Placeholder 16">
            <a:extLst>
              <a:ext uri="{FF2B5EF4-FFF2-40B4-BE49-F238E27FC236}">
                <a16:creationId xmlns:a16="http://schemas.microsoft.com/office/drawing/2014/main" id="{50D09E5B-B146-4D08-82EC-846DD89B0B87}"/>
              </a:ext>
              <a:ext uri="{C183D7F6-B498-43B3-948B-1728B52AA6E4}">
                <adec:decorative xmlns:adec="http://schemas.microsoft.com/office/drawing/2017/decorative" xmlns="" val="1"/>
              </a:ext>
            </a:extLst>
          </p:cNvPr>
          <p:cNvSpPr>
            <a:spLocks noGrp="1"/>
          </p:cNvSpPr>
          <p:nvPr>
            <p:ph type="body" sz="quarter" idx="16" hasCustomPrompt="1"/>
          </p:nvPr>
        </p:nvSpPr>
        <p:spPr>
          <a:xfrm>
            <a:off x="660462" y="0"/>
            <a:ext cx="9931338" cy="6823040"/>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2" name="Text Placeholder 16">
            <a:extLst>
              <a:ext uri="{FF2B5EF4-FFF2-40B4-BE49-F238E27FC236}">
                <a16:creationId xmlns:a16="http://schemas.microsoft.com/office/drawing/2014/main" id="{88940597-2E9A-4141-B2D0-C488487F11D7}"/>
              </a:ext>
              <a:ext uri="{C183D7F6-B498-43B3-948B-1728B52AA6E4}">
                <adec:decorative xmlns:adec="http://schemas.microsoft.com/office/drawing/2017/decorative" xmlns="" val="1"/>
              </a:ext>
            </a:extLst>
          </p:cNvPr>
          <p:cNvSpPr>
            <a:spLocks noGrp="1"/>
          </p:cNvSpPr>
          <p:nvPr>
            <p:ph type="body" sz="quarter" idx="17" hasCustomPrompt="1"/>
          </p:nvPr>
        </p:nvSpPr>
        <p:spPr>
          <a:xfrm>
            <a:off x="533400" y="0"/>
            <a:ext cx="50863"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xmlns="" val="1"/>
              </a:ext>
            </a:extLst>
          </p:cNvPr>
          <p:cNvSpPr>
            <a:spLocks noGrp="1"/>
          </p:cNvSpPr>
          <p:nvPr>
            <p:ph type="body" sz="quarter" idx="15" hasCustomPrompt="1"/>
          </p:nvPr>
        </p:nvSpPr>
        <p:spPr>
          <a:xfrm>
            <a:off x="990600" y="609600"/>
            <a:ext cx="7429500" cy="56388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95400" y="1905000"/>
            <a:ext cx="5864382" cy="22752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1295400" y="4297679"/>
            <a:ext cx="407258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13" name="Text Placeholder 16">
            <a:extLst>
              <a:ext uri="{FF2B5EF4-FFF2-40B4-BE49-F238E27FC236}">
                <a16:creationId xmlns:a16="http://schemas.microsoft.com/office/drawing/2014/main" id="{EA44EEDB-C599-41AA-9D84-D53811C28804}"/>
              </a:ext>
              <a:ext uri="{C183D7F6-B498-43B3-948B-1728B52AA6E4}">
                <adec:decorative xmlns:adec="http://schemas.microsoft.com/office/drawing/2017/decorative" xmlns="" val="1"/>
              </a:ext>
            </a:extLst>
          </p:cNvPr>
          <p:cNvSpPr>
            <a:spLocks noGrp="1"/>
          </p:cNvSpPr>
          <p:nvPr>
            <p:ph type="body" sz="quarter" idx="18" hasCustomPrompt="1"/>
          </p:nvPr>
        </p:nvSpPr>
        <p:spPr>
          <a:xfrm>
            <a:off x="450896"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4" name="Text Placeholder 16">
            <a:extLst>
              <a:ext uri="{FF2B5EF4-FFF2-40B4-BE49-F238E27FC236}">
                <a16:creationId xmlns:a16="http://schemas.microsoft.com/office/drawing/2014/main" id="{FE574478-76DE-4613-8FBD-36B353081849}"/>
              </a:ext>
              <a:ext uri="{C183D7F6-B498-43B3-948B-1728B52AA6E4}">
                <adec:decorative xmlns:adec="http://schemas.microsoft.com/office/drawing/2017/decorative" xmlns="" val="1"/>
              </a:ext>
            </a:extLst>
          </p:cNvPr>
          <p:cNvSpPr>
            <a:spLocks noGrp="1"/>
          </p:cNvSpPr>
          <p:nvPr>
            <p:ph type="body" sz="quarter" idx="19" hasCustomPrompt="1"/>
          </p:nvPr>
        </p:nvSpPr>
        <p:spPr>
          <a:xfrm>
            <a:off x="368391"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xmlns=""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Tree>
    <p:extLst>
      <p:ext uri="{BB962C8B-B14F-4D97-AF65-F5344CB8AC3E}">
        <p14:creationId xmlns:p14="http://schemas.microsoft.com/office/powerpoint/2010/main" val="3559187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Title Slide_DeepYellow">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xmlns=""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xmlns=""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xmlns=""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Tree>
    <p:extLst>
      <p:ext uri="{BB962C8B-B14F-4D97-AF65-F5344CB8AC3E}">
        <p14:creationId xmlns:p14="http://schemas.microsoft.com/office/powerpoint/2010/main" val="26731269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5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xmlns=""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xmlns=""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xmlns=""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Tree>
    <p:extLst>
      <p:ext uri="{BB962C8B-B14F-4D97-AF65-F5344CB8AC3E}">
        <p14:creationId xmlns:p14="http://schemas.microsoft.com/office/powerpoint/2010/main" val="950207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xmlns=""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xmlns=""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xmlns=""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933450" y="762000"/>
            <a:ext cx="4381500" cy="3429000"/>
          </a:xfrm>
        </p:spPr>
        <p:txBody>
          <a:bodyPr anchor="ctr">
            <a:normAutofit/>
          </a:bodyPr>
          <a:lstStyle>
            <a:lvl1pPr algn="ct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933450" y="4343400"/>
            <a:ext cx="4381500" cy="1355732"/>
          </a:xfrm>
        </p:spPr>
        <p:txBody>
          <a:bodyPr lIns="91440" rIns="91440" anchor="t">
            <a:normAutofit/>
          </a:bodyPr>
          <a:lstStyle>
            <a:lvl1pPr marL="0" indent="0" algn="ctr">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xmlns=""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2723546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xmlns=""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xmlns=""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1447800"/>
            <a:ext cx="4114800" cy="3962400"/>
          </a:xfrm>
        </p:spPr>
        <p:txBody>
          <a:bodyPr anchor="ctr">
            <a:normAutofit/>
          </a:bodyPr>
          <a:lstStyle>
            <a:lvl1pPr algn="ct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057900" y="4495801"/>
            <a:ext cx="4876800" cy="609600"/>
          </a:xfrm>
        </p:spPr>
        <p:txBody>
          <a:bodyPr lIns="91440" rIns="91440" anchor="ctr">
            <a:normAutofit/>
          </a:bodyPr>
          <a:lstStyle>
            <a:lvl1pPr marL="0" indent="0" algn="l">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xmlns=""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xmlns=""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9214104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1447800"/>
          </a:xfrm>
        </p:spPr>
        <p:txBody>
          <a:bodyPr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xmlns=""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14" name="Slide Number Placeholder 5">
            <a:extLst>
              <a:ext uri="{FF2B5EF4-FFF2-40B4-BE49-F238E27FC236}">
                <a16:creationId xmlns:a16="http://schemas.microsoft.com/office/drawing/2014/main" id="{0621E917-505B-493E-99EE-2E57CB3327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98606179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Emphasis-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xmlns=""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 y="1676400"/>
            <a:ext cx="10837333" cy="424732"/>
          </a:xfrm>
          <a:solidFill>
            <a:schemeClr val="accent1"/>
          </a:solidFill>
        </p:spPr>
        <p:txBody>
          <a:bodyPr wrap="square" lIns="640080" rIns="91440">
            <a:spAutoFit/>
          </a:bodyPr>
          <a:lstStyle>
            <a:lvl1pPr marL="0" indent="0">
              <a:buNone/>
              <a:defRPr sz="2400" b="0">
                <a:solidFill>
                  <a:schemeClr val="bg1"/>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08E95652-9528-4150-8049-C40C3BB1BB08}"/>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76289332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xmlns=""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07286216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_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3365751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_sea gree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91273385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46867312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_Pink">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43408393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_Light 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51224364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_Gre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2">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12432082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_Blue_Triangle patch 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05BCA9F-FC20-461D-9118-7EC2AC28D050}"/>
              </a:ext>
              <a:ext uri="{C183D7F6-B498-43B3-948B-1728B52AA6E4}">
                <adec:decorative xmlns:adec="http://schemas.microsoft.com/office/drawing/2017/decorative" xmlns="" val="1"/>
              </a:ext>
            </a:extLst>
          </p:cNvPr>
          <p:cNvSpPr/>
          <p:nvPr userDrawn="1"/>
        </p:nvSpPr>
        <p:spPr>
          <a:xfrm>
            <a:off x="3175958" y="0"/>
            <a:ext cx="9016043" cy="6858000"/>
          </a:xfrm>
          <a:custGeom>
            <a:avLst/>
            <a:gdLst>
              <a:gd name="connsiteX0" fmla="*/ 5153328 w 9016043"/>
              <a:gd name="connsiteY0" fmla="*/ 0 h 6858000"/>
              <a:gd name="connsiteX1" fmla="*/ 9016043 w 9016043"/>
              <a:gd name="connsiteY1" fmla="*/ 0 h 6858000"/>
              <a:gd name="connsiteX2" fmla="*/ 9016043 w 9016043"/>
              <a:gd name="connsiteY2" fmla="*/ 6858000 h 6858000"/>
              <a:gd name="connsiteX3" fmla="*/ 0 w 9016043"/>
              <a:gd name="connsiteY3" fmla="*/ 6858000 h 6858000"/>
              <a:gd name="connsiteX4" fmla="*/ 5153328 w 9016043"/>
              <a:gd name="connsiteY4" fmla="*/ 6818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6043" h="6858000">
                <a:moveTo>
                  <a:pt x="5153328" y="0"/>
                </a:moveTo>
                <a:lnTo>
                  <a:pt x="9016043" y="0"/>
                </a:lnTo>
                <a:lnTo>
                  <a:pt x="9016043" y="6858000"/>
                </a:lnTo>
                <a:lnTo>
                  <a:pt x="0" y="6858000"/>
                </a:lnTo>
                <a:lnTo>
                  <a:pt x="5153328" y="68183"/>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4217571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ubtitle Content and Im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xmlns=""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8F869F17-9BF3-4974-956D-0CBCD60BA35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16850532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A654DBB0-1027-4E5D-B635-00F2F173A24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3365806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whit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5334001" y="112976"/>
            <a:ext cx="6858000" cy="6745024"/>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Text Placeholder 16">
            <a:extLst>
              <a:ext uri="{FF2B5EF4-FFF2-40B4-BE49-F238E27FC236}">
                <a16:creationId xmlns:a16="http://schemas.microsoft.com/office/drawing/2014/main" id="{E59725C5-1168-4A5F-B420-8E0562019687}"/>
              </a:ext>
            </a:extLst>
          </p:cNvPr>
          <p:cNvSpPr>
            <a:spLocks noGrp="1"/>
          </p:cNvSpPr>
          <p:nvPr>
            <p:ph type="body" sz="quarter" idx="19" hasCustomPrompt="1"/>
          </p:nvPr>
        </p:nvSpPr>
        <p:spPr>
          <a:xfrm rot="5400000">
            <a:off x="5238089" y="208890"/>
            <a:ext cx="6745024" cy="6553200"/>
          </a:xfrm>
          <a:gradFill flip="none" rotWithShape="1">
            <a:gsLst>
              <a:gs pos="0">
                <a:schemeClr val="bg1"/>
              </a:gs>
              <a:gs pos="82000">
                <a:schemeClr val="bg1">
                  <a:alpha val="0"/>
                </a:schemeClr>
              </a:gs>
            </a:gsLst>
            <a:lin ang="16200000" scaled="1"/>
            <a:tileRect/>
          </a:gradFill>
          <a:effectLst/>
        </p:spPr>
        <p:txBody>
          <a:bodyPr/>
          <a:lstStyle>
            <a:lvl1pPr marL="0" indent="0">
              <a:buNone/>
              <a:defRPr>
                <a:solidFill>
                  <a:schemeClr val="tx1">
                    <a:alpha val="0"/>
                  </a:schemeClr>
                </a:solidFill>
              </a:defRPr>
            </a:lvl1pPr>
          </a:lstStyle>
          <a:p>
            <a:pPr lvl="0"/>
            <a:r>
              <a:rPr lang="en-US" noProof="0"/>
              <a:t>I</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6" name="Slide Number Placeholder 5">
            <a:extLst>
              <a:ext uri="{FF2B5EF4-FFF2-40B4-BE49-F238E27FC236}">
                <a16:creationId xmlns:a16="http://schemas.microsoft.com/office/drawing/2014/main" id="{7532AFA8-ADE4-4C3E-AF0A-235C724999F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65945815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guide id="3" pos="43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ubtitle Content and half horizontal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548641" y="2667001"/>
            <a:ext cx="11094718" cy="1757126"/>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709677"/>
            <a:ext cx="11094717" cy="1500876"/>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4232B29A-2701-4A73-83CF-09E0AB1B2DD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58486468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ubtitle Content and half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548641" y="2667001"/>
            <a:ext cx="5775959" cy="3543552"/>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6553200" y="2667001"/>
            <a:ext cx="5090157" cy="3543552"/>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6A52166E-5DA9-4AA1-9355-E8DBFDD90AE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46557352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alf Image Title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617492"/>
            <a:ext cx="9890759"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Slide Number Placeholder 5">
            <a:extLst>
              <a:ext uri="{FF2B5EF4-FFF2-40B4-BE49-F238E27FC236}">
                <a16:creationId xmlns:a16="http://schemas.microsoft.com/office/drawing/2014/main" id="{E9FF8476-DF8C-4276-8CF6-44BC91B88C2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99615914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11099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p:nvPr>
        </p:nvSpPr>
        <p:spPr>
          <a:xfrm>
            <a:off x="6446520"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4" name="Slide Number Placeholder 5">
            <a:extLst>
              <a:ext uri="{FF2B5EF4-FFF2-40B4-BE49-F238E27FC236}">
                <a16:creationId xmlns:a16="http://schemas.microsoft.com/office/drawing/2014/main" id="{FC5AD12C-F7F6-431D-ABA4-F7E37CACEA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5233176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1721698" y="3735622"/>
            <a:ext cx="5013960" cy="2408917"/>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Text Placeholder 16">
            <a:extLst>
              <a:ext uri="{FF2B5EF4-FFF2-40B4-BE49-F238E27FC236}">
                <a16:creationId xmlns:a16="http://schemas.microsoft.com/office/drawing/2014/main" id="{38376498-C218-4EDB-8416-A59802EF2018}"/>
              </a:ext>
              <a:ext uri="{C183D7F6-B498-43B3-948B-1728B52AA6E4}">
                <adec:decorative xmlns:adec="http://schemas.microsoft.com/office/drawing/2017/decorative" xmlns="" val="1"/>
              </a:ext>
            </a:extLst>
          </p:cNvPr>
          <p:cNvSpPr>
            <a:spLocks noGrp="1"/>
          </p:cNvSpPr>
          <p:nvPr>
            <p:ph type="body" sz="quarter" idx="20" hasCustomPrompt="1"/>
          </p:nvPr>
        </p:nvSpPr>
        <p:spPr>
          <a:xfrm>
            <a:off x="7239000" y="1981199"/>
            <a:ext cx="4389542" cy="4163339"/>
          </a:xfrm>
          <a:solidFill>
            <a:schemeClr val="bg1"/>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hasCustomPrompt="1"/>
          </p:nvPr>
        </p:nvSpPr>
        <p:spPr>
          <a:xfrm>
            <a:off x="7589520" y="2286000"/>
            <a:ext cx="3688080" cy="3581400"/>
          </a:xfrm>
        </p:spPr>
        <p:txBody>
          <a:bodyPr lIns="91440" rIns="91440">
            <a:normAutofit/>
          </a:bodyPr>
          <a:lstStyle>
            <a:lvl1pPr marL="0" indent="0">
              <a:lnSpc>
                <a:spcPct val="100000"/>
              </a:lnSpc>
              <a:spcBef>
                <a:spcPts val="0"/>
              </a:spcBef>
              <a:spcAft>
                <a:spcPts val="0"/>
              </a:spcAft>
              <a:buNone/>
              <a:defRPr sz="3200">
                <a:solidFill>
                  <a:schemeClr val="accent2"/>
                </a:solidFill>
              </a:defRPr>
            </a:lvl1pPr>
            <a:lvl2pPr>
              <a:defRPr sz="1600"/>
            </a:lvl2pPr>
            <a:lvl3pPr>
              <a:defRPr sz="1400"/>
            </a:lvl3pPr>
            <a:lvl4pPr>
              <a:defRPr sz="1200"/>
            </a:lvl4pPr>
            <a:lvl5pPr>
              <a:defRPr sz="1200"/>
            </a:lvl5pPr>
          </a:lstStyle>
          <a:p>
            <a:pPr lvl="0"/>
            <a:r>
              <a:rPr lang="en-US" noProof="0"/>
              <a:t>Important Content</a:t>
            </a:r>
          </a:p>
        </p:txBody>
      </p:sp>
      <p:sp>
        <p:nvSpPr>
          <p:cNvPr id="8" name="Picture Placeholder 7">
            <a:extLst>
              <a:ext uri="{FF2B5EF4-FFF2-40B4-BE49-F238E27FC236}">
                <a16:creationId xmlns:a16="http://schemas.microsoft.com/office/drawing/2014/main" id="{1EC81B64-070E-43F3-BCB5-833AB965D638}"/>
              </a:ext>
              <a:ext uri="{C183D7F6-B498-43B3-948B-1728B52AA6E4}">
                <adec:decorative xmlns:adec="http://schemas.microsoft.com/office/drawing/2017/decorative" xmlns="" val="1"/>
              </a:ext>
            </a:extLst>
          </p:cNvPr>
          <p:cNvSpPr>
            <a:spLocks noGrp="1"/>
          </p:cNvSpPr>
          <p:nvPr>
            <p:ph type="pic" sz="quarter" idx="21" hasCustomPrompt="1"/>
          </p:nvPr>
        </p:nvSpPr>
        <p:spPr>
          <a:xfrm>
            <a:off x="548944" y="3717925"/>
            <a:ext cx="914400" cy="930275"/>
          </a:xfrm>
        </p:spPr>
        <p:txBody>
          <a:bodyPr anchor="ctr"/>
          <a:lstStyle>
            <a:lvl1pPr marL="0" indent="0" algn="ctr">
              <a:buNone/>
              <a:defRPr/>
            </a:lvl1pPr>
          </a:lstStyle>
          <a:p>
            <a:r>
              <a:rPr lang="en-US" noProof="0" dirty="0"/>
              <a:t>Icon</a:t>
            </a:r>
          </a:p>
        </p:txBody>
      </p:sp>
      <p:sp>
        <p:nvSpPr>
          <p:cNvPr id="15" name="Slide Number Placeholder 5">
            <a:extLst>
              <a:ext uri="{FF2B5EF4-FFF2-40B4-BE49-F238E27FC236}">
                <a16:creationId xmlns:a16="http://schemas.microsoft.com/office/drawing/2014/main" id="{8D5893EC-1256-429B-9581-379342C2368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67532426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alf Image Multiple images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7315200" y="4176259"/>
            <a:ext cx="4343400" cy="1968280"/>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4" name="Picture Placeholder 8">
            <a:extLst>
              <a:ext uri="{FF2B5EF4-FFF2-40B4-BE49-F238E27FC236}">
                <a16:creationId xmlns:a16="http://schemas.microsoft.com/office/drawing/2014/main" id="{96DE17A8-F4B7-4571-A6E8-FD28BA425B19}"/>
              </a:ext>
              <a:ext uri="{C183D7F6-B498-43B3-948B-1728B52AA6E4}">
                <adec:decorative xmlns:adec="http://schemas.microsoft.com/office/drawing/2017/decorative" xmlns="" val="1"/>
              </a:ext>
            </a:extLst>
          </p:cNvPr>
          <p:cNvSpPr>
            <a:spLocks noGrp="1"/>
          </p:cNvSpPr>
          <p:nvPr>
            <p:ph type="pic" sz="quarter" idx="19" hasCustomPrompt="1"/>
          </p:nvPr>
        </p:nvSpPr>
        <p:spPr>
          <a:xfrm>
            <a:off x="542834" y="1066801"/>
            <a:ext cx="3505199" cy="50777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5" name="Picture Placeholder 8">
            <a:extLst>
              <a:ext uri="{FF2B5EF4-FFF2-40B4-BE49-F238E27FC236}">
                <a16:creationId xmlns:a16="http://schemas.microsoft.com/office/drawing/2014/main" id="{9D9A0502-98A2-467D-BE1C-CE8391C73BF4}"/>
              </a:ext>
              <a:ext uri="{C183D7F6-B498-43B3-948B-1728B52AA6E4}">
                <adec:decorative xmlns:adec="http://schemas.microsoft.com/office/drawing/2017/decorative" xmlns="" val="1"/>
              </a:ext>
            </a:extLst>
          </p:cNvPr>
          <p:cNvSpPr>
            <a:spLocks noGrp="1"/>
          </p:cNvSpPr>
          <p:nvPr>
            <p:ph type="pic" sz="quarter" idx="20" hasCustomPrompt="1"/>
          </p:nvPr>
        </p:nvSpPr>
        <p:spPr>
          <a:xfrm>
            <a:off x="4191000" y="4343400"/>
            <a:ext cx="2743200" cy="18011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6" name="Picture Placeholder 8">
            <a:extLst>
              <a:ext uri="{FF2B5EF4-FFF2-40B4-BE49-F238E27FC236}">
                <a16:creationId xmlns:a16="http://schemas.microsoft.com/office/drawing/2014/main" id="{8298DB4E-3B92-4CA4-852A-9F647E7219A4}"/>
              </a:ext>
              <a:ext uri="{C183D7F6-B498-43B3-948B-1728B52AA6E4}">
                <adec:decorative xmlns:adec="http://schemas.microsoft.com/office/drawing/2017/decorative" xmlns="" val="1"/>
              </a:ext>
            </a:extLst>
          </p:cNvPr>
          <p:cNvSpPr>
            <a:spLocks noGrp="1"/>
          </p:cNvSpPr>
          <p:nvPr>
            <p:ph type="pic" sz="quarter" idx="21" hasCustomPrompt="1"/>
          </p:nvPr>
        </p:nvSpPr>
        <p:spPr>
          <a:xfrm>
            <a:off x="4191000" y="1066801"/>
            <a:ext cx="2743200" cy="3126023"/>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2E528B4D-15E8-4161-96F7-75D0217AD20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6714071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ull Image with Top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0" y="112976"/>
            <a:ext cx="12191999" cy="6745024"/>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Slide Number Placeholder 5">
            <a:extLst>
              <a:ext uri="{FF2B5EF4-FFF2-40B4-BE49-F238E27FC236}">
                <a16:creationId xmlns:a16="http://schemas.microsoft.com/office/drawing/2014/main" id="{7C67066A-9B9E-468B-97C6-94BF615FA94E}"/>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A82AF7E6-6C19-4A41-BFA5-44C4F2A371E9}"/>
              </a:ext>
            </a:extLst>
          </p:cNvPr>
          <p:cNvSpPr>
            <a:spLocks noGrp="1"/>
          </p:cNvSpPr>
          <p:nvPr>
            <p:ph type="title"/>
          </p:nvPr>
        </p:nvSpPr>
        <p:spPr>
          <a:xfrm>
            <a:off x="548640" y="548640"/>
            <a:ext cx="11106150" cy="518160"/>
          </a:xfrm>
        </p:spPr>
        <p:txBody>
          <a:bodyPr/>
          <a:lstStyle/>
          <a:p>
            <a:r>
              <a:rPr lang="en-US" smtClean="0"/>
              <a:t>Click to edit Master title style</a:t>
            </a:r>
            <a:endParaRPr lang="en-US"/>
          </a:p>
        </p:txBody>
      </p:sp>
    </p:spTree>
    <p:extLst>
      <p:ext uri="{BB962C8B-B14F-4D97-AF65-F5344CB8AC3E}">
        <p14:creationId xmlns:p14="http://schemas.microsoft.com/office/powerpoint/2010/main" val="82629067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7" name="Slide Number Placeholder 5">
            <a:extLst>
              <a:ext uri="{FF2B5EF4-FFF2-40B4-BE49-F238E27FC236}">
                <a16:creationId xmlns:a16="http://schemas.microsoft.com/office/drawing/2014/main" id="{9FC59837-0A86-4467-BB38-E2AC882F31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78857779-E765-4EC2-825C-B8E41285A0C7}"/>
              </a:ext>
            </a:extLst>
          </p:cNvPr>
          <p:cNvSpPr>
            <a:spLocks noGrp="1"/>
          </p:cNvSpPr>
          <p:nvPr>
            <p:ph type="title"/>
          </p:nvPr>
        </p:nvSpPr>
        <p:spPr>
          <a:xfrm>
            <a:off x="548640" y="548640"/>
            <a:ext cx="11106150" cy="518160"/>
          </a:xfrm>
        </p:spPr>
        <p:txBody>
          <a:bodyPr/>
          <a:lstStyle/>
          <a:p>
            <a:r>
              <a:rPr lang="en-US" smtClean="0"/>
              <a:t>Click to edit Master title style</a:t>
            </a:r>
            <a:endParaRPr lang="en-US"/>
          </a:p>
        </p:txBody>
      </p:sp>
    </p:spTree>
    <p:extLst>
      <p:ext uri="{BB962C8B-B14F-4D97-AF65-F5344CB8AC3E}">
        <p14:creationId xmlns:p14="http://schemas.microsoft.com/office/powerpoint/2010/main" val="58023510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xmlns="" val="1"/>
              </a:ext>
            </a:extLst>
          </p:cNvPr>
          <p:cNvSpPr>
            <a:spLocks noGrp="1"/>
          </p:cNvSpPr>
          <p:nvPr>
            <p:ph type="body" sz="quarter" idx="20" hasCustomPrompt="1"/>
          </p:nvPr>
        </p:nvSpPr>
        <p:spPr>
          <a:xfrm>
            <a:off x="7261801" y="1189969"/>
            <a:ext cx="4389542" cy="4677431"/>
          </a:xfrm>
          <a:solidFill>
            <a:schemeClr val="bg1">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7612321" y="1494770"/>
            <a:ext cx="3688080" cy="3915430"/>
          </a:xfrm>
        </p:spPr>
        <p:txBody>
          <a:bodyPr lIns="91440" rIns="91440">
            <a:normAutofit/>
          </a:bodyPr>
          <a:lstStyle>
            <a:lvl1pPr marL="0" indent="0">
              <a:lnSpc>
                <a:spcPct val="100000"/>
              </a:lnSpc>
              <a:spcBef>
                <a:spcPts val="0"/>
              </a:spcBef>
              <a:spcAft>
                <a:spcPts val="0"/>
              </a:spcAft>
              <a:buNone/>
              <a:defRPr sz="3200"/>
            </a:lvl1pPr>
            <a:lvl2pPr>
              <a:defRPr sz="1600"/>
            </a:lvl2pPr>
            <a:lvl3pPr>
              <a:defRPr sz="1400"/>
            </a:lvl3pPr>
            <a:lvl4pPr>
              <a:defRPr sz="1200"/>
            </a:lvl4pPr>
            <a:lvl5pPr>
              <a:defRPr sz="1200"/>
            </a:lvl5pPr>
          </a:lstStyle>
          <a:p>
            <a:pPr lvl="0"/>
            <a:r>
              <a:rPr lang="en-US" dirty="0"/>
              <a:t>Important Content</a:t>
            </a:r>
            <a:endParaRPr lang="en-GB" dirty="0"/>
          </a:p>
        </p:txBody>
      </p:sp>
      <p:sp>
        <p:nvSpPr>
          <p:cNvPr id="10" name="Slide Number Placeholder 5">
            <a:extLst>
              <a:ext uri="{FF2B5EF4-FFF2-40B4-BE49-F238E27FC236}">
                <a16:creationId xmlns:a16="http://schemas.microsoft.com/office/drawing/2014/main" id="{5AE16EF6-8987-4193-B346-1BEA14401C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5E2D4840-4EB5-4438-9A16-D0006A68A19E}"/>
              </a:ext>
            </a:extLst>
          </p:cNvPr>
          <p:cNvSpPr>
            <a:spLocks noGrp="1"/>
          </p:cNvSpPr>
          <p:nvPr>
            <p:ph type="title"/>
          </p:nvPr>
        </p:nvSpPr>
        <p:spPr>
          <a:xfrm>
            <a:off x="548640" y="548640"/>
            <a:ext cx="11106150" cy="641329"/>
          </a:xfrm>
        </p:spPr>
        <p:txBody>
          <a:bodyPr/>
          <a:lstStyle/>
          <a:p>
            <a:r>
              <a:rPr lang="en-US" smtClean="0"/>
              <a:t>Click to edit Master title style</a:t>
            </a:r>
            <a:endParaRPr lang="en-US"/>
          </a:p>
        </p:txBody>
      </p:sp>
    </p:spTree>
    <p:extLst>
      <p:ext uri="{BB962C8B-B14F-4D97-AF65-F5344CB8AC3E}">
        <p14:creationId xmlns:p14="http://schemas.microsoft.com/office/powerpoint/2010/main" val="251817881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xmlns="" val="1"/>
              </a:ext>
            </a:extLst>
          </p:cNvPr>
          <p:cNvSpPr>
            <a:spLocks noGrp="1"/>
          </p:cNvSpPr>
          <p:nvPr>
            <p:ph type="body" sz="quarter" idx="20" hasCustomPrompt="1"/>
          </p:nvPr>
        </p:nvSpPr>
        <p:spPr>
          <a:xfrm>
            <a:off x="552269" y="1189969"/>
            <a:ext cx="4389542" cy="4677431"/>
          </a:xfrm>
          <a:solidFill>
            <a:schemeClr val="accent2">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902789" y="1494770"/>
            <a:ext cx="3688080" cy="3915430"/>
          </a:xfrm>
        </p:spPr>
        <p:txBody>
          <a:bodyPr lIns="91440" rIns="91440">
            <a:normAutofit/>
          </a:bodyPr>
          <a:lstStyle>
            <a:lvl1pPr marL="0" indent="0">
              <a:lnSpc>
                <a:spcPct val="100000"/>
              </a:lnSpc>
              <a:spcBef>
                <a:spcPts val="0"/>
              </a:spcBef>
              <a:spcAft>
                <a:spcPts val="0"/>
              </a:spcAft>
              <a:buNone/>
              <a:defRPr sz="3200">
                <a:solidFill>
                  <a:schemeClr val="bg1"/>
                </a:solidFill>
              </a:defRPr>
            </a:lvl1pPr>
            <a:lvl2pPr>
              <a:defRPr sz="1600"/>
            </a:lvl2pPr>
            <a:lvl3pPr>
              <a:defRPr sz="1400"/>
            </a:lvl3pPr>
            <a:lvl4pPr>
              <a:defRPr sz="1200"/>
            </a:lvl4pPr>
            <a:lvl5pPr>
              <a:defRPr sz="1200"/>
            </a:lvl5pPr>
          </a:lstStyle>
          <a:p>
            <a:pPr lvl="0"/>
            <a:r>
              <a:rPr lang="en-US" noProof="0"/>
              <a:t>Important Content</a:t>
            </a:r>
          </a:p>
        </p:txBody>
      </p:sp>
      <p:sp>
        <p:nvSpPr>
          <p:cNvPr id="10" name="Slide Number Placeholder 5">
            <a:extLst>
              <a:ext uri="{FF2B5EF4-FFF2-40B4-BE49-F238E27FC236}">
                <a16:creationId xmlns:a16="http://schemas.microsoft.com/office/drawing/2014/main" id="{1AC89BA5-7D71-4838-92DC-A9DD44EC0557}"/>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75614DBA-0879-4C83-B4B4-EECB085A204E}"/>
              </a:ext>
            </a:extLst>
          </p:cNvPr>
          <p:cNvSpPr>
            <a:spLocks noGrp="1"/>
          </p:cNvSpPr>
          <p:nvPr>
            <p:ph type="title"/>
          </p:nvPr>
        </p:nvSpPr>
        <p:spPr>
          <a:xfrm>
            <a:off x="548640" y="548640"/>
            <a:ext cx="11106150" cy="441960"/>
          </a:xfrm>
        </p:spPr>
        <p:txBody>
          <a:bodyPr/>
          <a:lstStyle/>
          <a:p>
            <a:r>
              <a:rPr lang="en-US" smtClean="0"/>
              <a:t>Click to edit Master title style</a:t>
            </a:r>
            <a:endParaRPr lang="en-US"/>
          </a:p>
        </p:txBody>
      </p:sp>
    </p:spTree>
    <p:extLst>
      <p:ext uri="{BB962C8B-B14F-4D97-AF65-F5344CB8AC3E}">
        <p14:creationId xmlns:p14="http://schemas.microsoft.com/office/powerpoint/2010/main" val="37890203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5090157"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5090157" cy="424732"/>
          </a:xfrm>
          <a:noFill/>
        </p:spPr>
        <p:txBody>
          <a:bodyPr wrap="square" lIns="91440" rIns="91440">
            <a:sp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6527803" y="4021648"/>
            <a:ext cx="5090157"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6527803" y="3429000"/>
            <a:ext cx="5090157" cy="424732"/>
          </a:xfrm>
          <a:noFill/>
        </p:spPr>
        <p:txBody>
          <a:bodyPr wrap="square" lIns="91440" rIns="91440">
            <a:spAutoFit/>
          </a:bodyPr>
          <a:lstStyle>
            <a:lvl1pPr marL="0" indent="0">
              <a:buNone/>
              <a:defRPr sz="2400" b="1">
                <a:solidFill>
                  <a:schemeClr val="accent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xmlns=""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xmlns="" val="1"/>
              </a:ext>
            </a:extLst>
          </p:cNvPr>
          <p:cNvSpPr>
            <a:spLocks noGrp="1"/>
          </p:cNvSpPr>
          <p:nvPr>
            <p:ph type="pic" sz="quarter" idx="22" hasCustomPrompt="1"/>
          </p:nvPr>
        </p:nvSpPr>
        <p:spPr>
          <a:xfrm>
            <a:off x="6527803" y="2423061"/>
            <a:ext cx="711197" cy="723544"/>
          </a:xfrm>
        </p:spPr>
        <p:txBody>
          <a:bodyPr anchor="ctr"/>
          <a:lstStyle>
            <a:lvl1pPr marL="0" indent="0" algn="ctr">
              <a:buNone/>
              <a:defRPr/>
            </a:lvl1pPr>
          </a:lstStyle>
          <a:p>
            <a:r>
              <a:rPr lang="en-US" noProof="0" dirty="0"/>
              <a:t>Icon</a:t>
            </a:r>
          </a:p>
        </p:txBody>
      </p:sp>
      <p:sp>
        <p:nvSpPr>
          <p:cNvPr id="17" name="Slide Number Placeholder 5">
            <a:extLst>
              <a:ext uri="{FF2B5EF4-FFF2-40B4-BE49-F238E27FC236}">
                <a16:creationId xmlns:a16="http://schemas.microsoft.com/office/drawing/2014/main" id="{C94646A1-59D8-49D7-B0E1-B7771AB22D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58251957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3474720"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4358640" y="4021648"/>
            <a:ext cx="3474720"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4358640" y="3429000"/>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xmlns=""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xmlns="" val="1"/>
              </a:ext>
            </a:extLst>
          </p:cNvPr>
          <p:cNvSpPr>
            <a:spLocks noGrp="1"/>
          </p:cNvSpPr>
          <p:nvPr>
            <p:ph type="pic" sz="quarter" idx="22" hasCustomPrompt="1"/>
          </p:nvPr>
        </p:nvSpPr>
        <p:spPr>
          <a:xfrm>
            <a:off x="4358640" y="2423061"/>
            <a:ext cx="711197" cy="723544"/>
          </a:xfrm>
        </p:spPr>
        <p:txBody>
          <a:bodyPr anchor="ctr"/>
          <a:lstStyle>
            <a:lvl1pPr marL="0" indent="0" algn="ctr">
              <a:buNone/>
              <a:defRPr/>
            </a:lvl1pPr>
          </a:lstStyle>
          <a:p>
            <a:r>
              <a:rPr lang="en-US" noProof="0" dirty="0"/>
              <a:t>Icon</a:t>
            </a:r>
          </a:p>
        </p:txBody>
      </p:sp>
      <p:sp>
        <p:nvSpPr>
          <p:cNvPr id="16" name="Content Placeholder 6">
            <a:extLst>
              <a:ext uri="{FF2B5EF4-FFF2-40B4-BE49-F238E27FC236}">
                <a16:creationId xmlns:a16="http://schemas.microsoft.com/office/drawing/2014/main" id="{F4C1E55C-86D8-4053-9865-59D5B4F8A350}"/>
              </a:ext>
            </a:extLst>
          </p:cNvPr>
          <p:cNvSpPr>
            <a:spLocks noGrp="1"/>
          </p:cNvSpPr>
          <p:nvPr>
            <p:ph sz="quarter" idx="23"/>
          </p:nvPr>
        </p:nvSpPr>
        <p:spPr>
          <a:xfrm>
            <a:off x="8168640" y="4021648"/>
            <a:ext cx="3474720"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7" name="Text Placeholder 7">
            <a:extLst>
              <a:ext uri="{FF2B5EF4-FFF2-40B4-BE49-F238E27FC236}">
                <a16:creationId xmlns:a16="http://schemas.microsoft.com/office/drawing/2014/main" id="{3B68B60C-9D86-4961-A5CE-AB650CA3364D}"/>
              </a:ext>
            </a:extLst>
          </p:cNvPr>
          <p:cNvSpPr>
            <a:spLocks noGrp="1"/>
          </p:cNvSpPr>
          <p:nvPr>
            <p:ph type="body" sz="quarter" idx="24" hasCustomPrompt="1"/>
          </p:nvPr>
        </p:nvSpPr>
        <p:spPr>
          <a:xfrm>
            <a:off x="8168640" y="3429000"/>
            <a:ext cx="3474720" cy="424732"/>
          </a:xfrm>
          <a:noFill/>
        </p:spPr>
        <p:txBody>
          <a:bodyPr wrap="square" lIns="91440" rIns="91440">
            <a:noAutofit/>
          </a:bodyPr>
          <a:lstStyle>
            <a:lvl1pPr marL="0" indent="0">
              <a:buNone/>
              <a:defRPr sz="2400" b="1">
                <a:solidFill>
                  <a:schemeClr val="accent2"/>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AFE200E7-D3F0-41C3-92B0-E09677035AD0}"/>
              </a:ext>
              <a:ext uri="{C183D7F6-B498-43B3-948B-1728B52AA6E4}">
                <adec:decorative xmlns:adec="http://schemas.microsoft.com/office/drawing/2017/decorative" xmlns="" val="1"/>
              </a:ext>
            </a:extLst>
          </p:cNvPr>
          <p:cNvSpPr>
            <a:spLocks noGrp="1"/>
          </p:cNvSpPr>
          <p:nvPr>
            <p:ph type="pic" sz="quarter" idx="25" hasCustomPrompt="1"/>
          </p:nvPr>
        </p:nvSpPr>
        <p:spPr>
          <a:xfrm>
            <a:off x="8168336" y="2423061"/>
            <a:ext cx="711197" cy="723544"/>
          </a:xfrm>
        </p:spPr>
        <p:txBody>
          <a:bodyPr anchor="ctr"/>
          <a:lstStyle>
            <a:lvl1pPr marL="0" indent="0" algn="ctr">
              <a:buNone/>
              <a:defRPr/>
            </a:lvl1pPr>
          </a:lstStyle>
          <a:p>
            <a:r>
              <a:rPr lang="en-US" noProof="0" dirty="0"/>
              <a:t>Icon</a:t>
            </a:r>
          </a:p>
        </p:txBody>
      </p:sp>
      <p:sp>
        <p:nvSpPr>
          <p:cNvPr id="21" name="Slide Number Placeholder 5">
            <a:extLst>
              <a:ext uri="{FF2B5EF4-FFF2-40B4-BE49-F238E27FC236}">
                <a16:creationId xmlns:a16="http://schemas.microsoft.com/office/drawing/2014/main" id="{520633DF-6AFD-4B07-9AFD-09317A9CC68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67633102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Icon Content 2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38400"/>
            <a:ext cx="5901458" cy="975260"/>
          </a:xfrm>
        </p:spPr>
        <p:txBody>
          <a:bodyPr lIns="91440" rIns="91440" anchor="ctr">
            <a:noAutofit/>
          </a:bodyPr>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xmlns=""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4391622"/>
            <a:ext cx="5901458" cy="975260"/>
          </a:xfrm>
        </p:spPr>
        <p:txBody>
          <a:bodyPr lIns="91440" rIns="91440" anchor="ctr">
            <a:noAutofit/>
          </a:bodyPr>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4666886"/>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xmlns="" val="1"/>
              </a:ext>
            </a:extLst>
          </p:cNvPr>
          <p:cNvSpPr>
            <a:spLocks noGrp="1"/>
          </p:cNvSpPr>
          <p:nvPr>
            <p:ph type="pic" sz="quarter" idx="24" hasCustomPrompt="1"/>
          </p:nvPr>
        </p:nvSpPr>
        <p:spPr>
          <a:xfrm>
            <a:off x="548944" y="4517480"/>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16543910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Icon Content 3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23061"/>
            <a:ext cx="5901458" cy="1005939"/>
          </a:xfrm>
        </p:spPr>
        <p:txBody>
          <a:bodyPr lIns="91440" rIns="91440"/>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810000" cy="424732"/>
          </a:xfrm>
          <a:noFill/>
        </p:spPr>
        <p:txBody>
          <a:bodyPr wrap="square" lIns="91440" rIns="91440" anchor="ctr">
            <a:sp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xmlns=""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3556396"/>
            <a:ext cx="5901458" cy="1005939"/>
          </a:xfrm>
        </p:spPr>
        <p:txBody>
          <a:bodyPr lIns="91440" rIns="91440"/>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3846999"/>
            <a:ext cx="3810000" cy="424732"/>
          </a:xfrm>
          <a:noFill/>
        </p:spPr>
        <p:txBody>
          <a:bodyPr wrap="square" lIns="91440" rIns="91440" anchor="ctr">
            <a:sp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xmlns="" val="1"/>
              </a:ext>
            </a:extLst>
          </p:cNvPr>
          <p:cNvSpPr>
            <a:spLocks noGrp="1"/>
          </p:cNvSpPr>
          <p:nvPr>
            <p:ph type="pic" sz="quarter" idx="24" hasCustomPrompt="1"/>
          </p:nvPr>
        </p:nvSpPr>
        <p:spPr>
          <a:xfrm>
            <a:off x="548944" y="3697593"/>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5562600" y="4689732"/>
            <a:ext cx="5901458" cy="1005939"/>
          </a:xfrm>
        </p:spPr>
        <p:txBody>
          <a:bodyPr lIns="91440" rIns="91440"/>
          <a:lstStyle>
            <a:lvl1pPr>
              <a:defRPr/>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1524000" y="4980335"/>
            <a:ext cx="3810000" cy="424732"/>
          </a:xfrm>
          <a:noFill/>
        </p:spPr>
        <p:txBody>
          <a:bodyPr wrap="square" lIns="91440" rIns="91440" anchor="ctr">
            <a:spAutoFit/>
          </a:bodyPr>
          <a:lstStyle>
            <a:lvl1pPr marL="0" indent="0">
              <a:buNone/>
              <a:defRPr sz="2400" b="1">
                <a:solidFill>
                  <a:schemeClr val="accent6"/>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xmlns="" val="1"/>
              </a:ext>
            </a:extLst>
          </p:cNvPr>
          <p:cNvSpPr>
            <a:spLocks noGrp="1"/>
          </p:cNvSpPr>
          <p:nvPr>
            <p:ph type="pic" sz="quarter" idx="27" hasCustomPrompt="1"/>
          </p:nvPr>
        </p:nvSpPr>
        <p:spPr>
          <a:xfrm>
            <a:off x="548944" y="4830929"/>
            <a:ext cx="711197" cy="723544"/>
          </a:xfrm>
        </p:spPr>
        <p:txBody>
          <a:bodyPr anchor="ctr"/>
          <a:lstStyle>
            <a:lvl1pPr marL="0" indent="0" algn="ctr">
              <a:buNone/>
              <a:defRPr/>
            </a:lvl1pPr>
          </a:lstStyle>
          <a:p>
            <a:r>
              <a:rPr lang="en-US" noProof="0" dirty="0"/>
              <a:t>Icon</a:t>
            </a:r>
          </a:p>
        </p:txBody>
      </p:sp>
    </p:spTree>
    <p:extLst>
      <p:ext uri="{BB962C8B-B14F-4D97-AF65-F5344CB8AC3E}">
        <p14:creationId xmlns:p14="http://schemas.microsoft.com/office/powerpoint/2010/main" val="37721809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ide patch Icon Content 3 rows">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xmlns=""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7151214" y="2035302"/>
            <a:ext cx="4312844" cy="914490"/>
          </a:xfrm>
        </p:spPr>
        <p:txBody>
          <a:bodyPr lIns="91440" rIns="91440" anchor="ctr">
            <a:noAutofit/>
          </a:bodyPr>
          <a:lstStyle>
            <a:lvl1pPr marL="0" indent="0">
              <a:buNone/>
              <a:defRPr sz="1400"/>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624840" y="2280181"/>
            <a:ext cx="4937760" cy="424732"/>
          </a:xfrm>
          <a:noFill/>
        </p:spPr>
        <p:txBody>
          <a:bodyPr wrap="square" lIns="91440" rIns="91440" anchor="ctr">
            <a:noAutofit/>
          </a:bodyPr>
          <a:lstStyle>
            <a:lvl1pPr marL="0" indent="0" algn="r">
              <a:buNone/>
              <a:defRPr sz="2000" b="1">
                <a:solidFill>
                  <a:schemeClr val="tx2"/>
                </a:solidFill>
              </a:defRPr>
            </a:lvl1pPr>
          </a:lstStyle>
          <a:p>
            <a:pPr lvl="0"/>
            <a:r>
              <a:rPr lang="en-US" noProof="0"/>
              <a:t>ADD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xmlns="" val="1"/>
              </a:ext>
            </a:extLst>
          </p:cNvPr>
          <p:cNvSpPr>
            <a:spLocks noGrp="1"/>
          </p:cNvSpPr>
          <p:nvPr>
            <p:ph type="pic" sz="quarter" idx="21" hasCustomPrompt="1"/>
          </p:nvPr>
        </p:nvSpPr>
        <p:spPr>
          <a:xfrm>
            <a:off x="5756426" y="1935993"/>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6071132" y="3576256"/>
            <a:ext cx="5392925" cy="914490"/>
          </a:xfrm>
        </p:spPr>
        <p:txBody>
          <a:bodyPr lIns="91440" rIns="91440" anchor="ctr">
            <a:noAutofit/>
          </a:bodyPr>
          <a:lstStyle>
            <a:lvl1pPr marL="0" indent="0">
              <a:buNone/>
              <a:defRPr sz="1400"/>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548640" y="3846999"/>
            <a:ext cx="4023360" cy="424732"/>
          </a:xfrm>
          <a:noFill/>
        </p:spPr>
        <p:txBody>
          <a:bodyPr wrap="square" lIns="91440" rIns="91440" anchor="ctr">
            <a:noAutofit/>
          </a:bodyPr>
          <a:lstStyle>
            <a:lvl1pPr marL="0" indent="0" algn="r">
              <a:buNone/>
              <a:defRPr sz="2000" b="1">
                <a:solidFill>
                  <a:schemeClr val="accent5"/>
                </a:solidFill>
              </a:defRPr>
            </a:lvl1pPr>
          </a:lstStyle>
          <a:p>
            <a:pPr lvl="0"/>
            <a:r>
              <a:rPr lang="en-US" noProof="0"/>
              <a:t>ADD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xmlns="" val="1"/>
              </a:ext>
            </a:extLst>
          </p:cNvPr>
          <p:cNvSpPr>
            <a:spLocks noGrp="1"/>
          </p:cNvSpPr>
          <p:nvPr>
            <p:ph type="pic" sz="quarter" idx="24" hasCustomPrompt="1"/>
          </p:nvPr>
        </p:nvSpPr>
        <p:spPr>
          <a:xfrm>
            <a:off x="4774508" y="350281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4949699" y="5117210"/>
            <a:ext cx="6514359" cy="914490"/>
          </a:xfrm>
        </p:spPr>
        <p:txBody>
          <a:bodyPr lIns="91440" rIns="91440" anchor="ctr">
            <a:noAutofit/>
          </a:bodyPr>
          <a:lstStyle>
            <a:lvl1pPr marL="0" indent="0">
              <a:buNone/>
              <a:defRPr sz="1400"/>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548641" y="5362089"/>
            <a:ext cx="2956560" cy="424732"/>
          </a:xfrm>
          <a:noFill/>
        </p:spPr>
        <p:txBody>
          <a:bodyPr wrap="square" lIns="91440" rIns="91440" anchor="ctr">
            <a:noAutofit/>
          </a:bodyPr>
          <a:lstStyle>
            <a:lvl1pPr marL="0" indent="0" algn="r">
              <a:buNone/>
              <a:defRPr sz="2000" b="1">
                <a:solidFill>
                  <a:schemeClr val="accent6"/>
                </a:solidFill>
              </a:defRPr>
            </a:lvl1pPr>
          </a:lstStyle>
          <a:p>
            <a:pPr lvl="0"/>
            <a:r>
              <a:rPr lang="en-US" noProof="0"/>
              <a:t>ADD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xmlns="" val="1"/>
              </a:ext>
            </a:extLst>
          </p:cNvPr>
          <p:cNvSpPr>
            <a:spLocks noGrp="1"/>
          </p:cNvSpPr>
          <p:nvPr>
            <p:ph type="pic" sz="quarter" idx="27" hasCustomPrompt="1"/>
          </p:nvPr>
        </p:nvSpPr>
        <p:spPr>
          <a:xfrm>
            <a:off x="3680392" y="501790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35" name="Freeform: Shape 34">
            <a:extLst>
              <a:ext uri="{FF2B5EF4-FFF2-40B4-BE49-F238E27FC236}">
                <a16:creationId xmlns:a16="http://schemas.microsoft.com/office/drawing/2014/main" id="{79F57DF2-7AB9-4D3A-AADE-E93D5621B0F8}"/>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54017090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xmlns=""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xmlns="" val="1"/>
              </a:ext>
            </a:extLst>
          </p:cNvPr>
          <p:cNvCxnSpPr/>
          <p:nvPr userDrawn="1"/>
        </p:nvCxnSpPr>
        <p:spPr>
          <a:xfrm>
            <a:off x="2018097"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6B9C406-BFD3-481F-9B48-3DCA3A33014F}"/>
              </a:ext>
              <a:ext uri="{C183D7F6-B498-43B3-948B-1728B52AA6E4}">
                <adec:decorative xmlns:adec="http://schemas.microsoft.com/office/drawing/2017/decorative" xmlns="" val="1"/>
              </a:ext>
            </a:extLst>
          </p:cNvPr>
          <p:cNvCxnSpPr/>
          <p:nvPr userDrawn="1"/>
        </p:nvCxnSpPr>
        <p:spPr>
          <a:xfrm>
            <a:off x="57518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AF3D50D-B3D8-4A41-84D8-4BE250D1BD62}"/>
              </a:ext>
              <a:ext uri="{C183D7F6-B498-43B3-948B-1728B52AA6E4}">
                <adec:decorative xmlns:adec="http://schemas.microsoft.com/office/drawing/2017/decorative" xmlns="" val="1"/>
              </a:ext>
            </a:extLst>
          </p:cNvPr>
          <p:cNvCxnSpPr/>
          <p:nvPr userDrawn="1"/>
        </p:nvCxnSpPr>
        <p:spPr>
          <a:xfrm>
            <a:off x="94856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xmlns="" val="1"/>
              </a:ext>
            </a:extLst>
          </p:cNvPr>
          <p:cNvSpPr>
            <a:spLocks noGrp="1"/>
          </p:cNvSpPr>
          <p:nvPr>
            <p:ph type="pic" sz="quarter" idx="17" hasCustomPrompt="1"/>
          </p:nvPr>
        </p:nvSpPr>
        <p:spPr>
          <a:xfrm>
            <a:off x="533401"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1</a:t>
            </a:r>
          </a:p>
        </p:txBody>
      </p:sp>
      <p:sp>
        <p:nvSpPr>
          <p:cNvPr id="30" name="Picture Placeholder 8">
            <a:extLst>
              <a:ext uri="{FF2B5EF4-FFF2-40B4-BE49-F238E27FC236}">
                <a16:creationId xmlns:a16="http://schemas.microsoft.com/office/drawing/2014/main" id="{6321F101-EC7B-4128-A7FA-373AC507D3D4}"/>
              </a:ext>
              <a:ext uri="{C183D7F6-B498-43B3-948B-1728B52AA6E4}">
                <adec:decorative xmlns:adec="http://schemas.microsoft.com/office/drawing/2017/decorative" xmlns="" val="1"/>
              </a:ext>
            </a:extLst>
          </p:cNvPr>
          <p:cNvSpPr>
            <a:spLocks noGrp="1"/>
          </p:cNvSpPr>
          <p:nvPr>
            <p:ph type="pic" sz="quarter" idx="18" hasCustomPrompt="1"/>
          </p:nvPr>
        </p:nvSpPr>
        <p:spPr>
          <a:xfrm>
            <a:off x="42672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2</a:t>
            </a:r>
          </a:p>
        </p:txBody>
      </p:sp>
      <p:sp>
        <p:nvSpPr>
          <p:cNvPr id="31" name="Picture Placeholder 8">
            <a:extLst>
              <a:ext uri="{FF2B5EF4-FFF2-40B4-BE49-F238E27FC236}">
                <a16:creationId xmlns:a16="http://schemas.microsoft.com/office/drawing/2014/main" id="{229667AF-39CB-43E6-8D30-A2DDF8365C21}"/>
              </a:ext>
              <a:ext uri="{C183D7F6-B498-43B3-948B-1728B52AA6E4}">
                <adec:decorative xmlns:adec="http://schemas.microsoft.com/office/drawing/2017/decorative" xmlns="" val="1"/>
              </a:ext>
            </a:extLst>
          </p:cNvPr>
          <p:cNvSpPr>
            <a:spLocks noGrp="1"/>
          </p:cNvSpPr>
          <p:nvPr>
            <p:ph type="pic" sz="quarter" idx="19" hasCustomPrompt="1"/>
          </p:nvPr>
        </p:nvSpPr>
        <p:spPr>
          <a:xfrm>
            <a:off x="80010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3</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864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3" name="Text Placeholder 7">
            <a:extLst>
              <a:ext uri="{FF2B5EF4-FFF2-40B4-BE49-F238E27FC236}">
                <a16:creationId xmlns:a16="http://schemas.microsoft.com/office/drawing/2014/main" id="{EB4CA538-2AD9-458A-B582-2FBFEAF60CFA}"/>
              </a:ext>
            </a:extLst>
          </p:cNvPr>
          <p:cNvSpPr>
            <a:spLocks noGrp="1"/>
          </p:cNvSpPr>
          <p:nvPr>
            <p:ph type="body" sz="quarter" idx="20" hasCustomPrompt="1"/>
          </p:nvPr>
        </p:nvSpPr>
        <p:spPr>
          <a:xfrm>
            <a:off x="42672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5" name="Text Placeholder 7">
            <a:extLst>
              <a:ext uri="{FF2B5EF4-FFF2-40B4-BE49-F238E27FC236}">
                <a16:creationId xmlns:a16="http://schemas.microsoft.com/office/drawing/2014/main" id="{857C263B-EA99-4350-84C0-08B9746AEC05}"/>
              </a:ext>
            </a:extLst>
          </p:cNvPr>
          <p:cNvSpPr>
            <a:spLocks noGrp="1"/>
          </p:cNvSpPr>
          <p:nvPr>
            <p:ph type="body" sz="quarter" idx="21" hasCustomPrompt="1"/>
          </p:nvPr>
        </p:nvSpPr>
        <p:spPr>
          <a:xfrm>
            <a:off x="80010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Tree>
    <p:extLst>
      <p:ext uri="{BB962C8B-B14F-4D97-AF65-F5344CB8AC3E}">
        <p14:creationId xmlns:p14="http://schemas.microsoft.com/office/powerpoint/2010/main" val="294815090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xmlns=""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xmlns="" val="1"/>
              </a:ext>
            </a:extLst>
          </p:cNvPr>
          <p:cNvCxnSpPr/>
          <p:nvPr userDrawn="1"/>
        </p:nvCxnSpPr>
        <p:spPr>
          <a:xfrm>
            <a:off x="1751397" y="5027659"/>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xmlns="" val="1"/>
              </a:ext>
            </a:extLst>
          </p:cNvPr>
          <p:cNvSpPr>
            <a:spLocks noGrp="1"/>
          </p:cNvSpPr>
          <p:nvPr>
            <p:ph type="pic" sz="quarter" idx="17" hasCustomPrompt="1"/>
          </p:nvPr>
        </p:nvSpPr>
        <p:spPr>
          <a:xfrm>
            <a:off x="723902" y="2057402"/>
            <a:ext cx="2743197" cy="274319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1021" y="5307558"/>
            <a:ext cx="3108959" cy="424732"/>
          </a:xfrm>
          <a:noFill/>
        </p:spPr>
        <p:txBody>
          <a:bodyPr wrap="square" lIns="91440" rIns="91440" anchor="t">
            <a:noAutofit/>
          </a:bodyPr>
          <a:lstStyle>
            <a:lvl1pPr marL="0" indent="0" algn="ctr">
              <a:spcBef>
                <a:spcPts val="0"/>
              </a:spcBef>
              <a:spcAft>
                <a:spcPts val="0"/>
              </a:spcAft>
              <a:buNone/>
              <a:defRPr sz="2000" b="1">
                <a:solidFill>
                  <a:schemeClr val="tx2"/>
                </a:solidFill>
                <a:latin typeface="+mj-lt"/>
              </a:defRPr>
            </a:lvl1pPr>
          </a:lstStyle>
          <a:p>
            <a:pPr lvl="0"/>
            <a:r>
              <a:rPr lang="en-US" noProof="0"/>
              <a:t>ADD TEXT </a:t>
            </a:r>
          </a:p>
        </p:txBody>
      </p:sp>
      <p:sp>
        <p:nvSpPr>
          <p:cNvPr id="17" name="Text Placeholder 7">
            <a:extLst>
              <a:ext uri="{FF2B5EF4-FFF2-40B4-BE49-F238E27FC236}">
                <a16:creationId xmlns:a16="http://schemas.microsoft.com/office/drawing/2014/main" id="{2FD9C5C0-2B13-4BD9-BA25-5F692DE9E82D}"/>
              </a:ext>
            </a:extLst>
          </p:cNvPr>
          <p:cNvSpPr>
            <a:spLocks noGrp="1"/>
          </p:cNvSpPr>
          <p:nvPr>
            <p:ph type="body" sz="quarter" idx="18" hasCustomPrompt="1"/>
          </p:nvPr>
        </p:nvSpPr>
        <p:spPr>
          <a:xfrm>
            <a:off x="541021" y="5688559"/>
            <a:ext cx="3108959" cy="323629"/>
          </a:xfrm>
          <a:noFill/>
        </p:spPr>
        <p:txBody>
          <a:bodyPr wrap="square" lIns="91440" rIns="91440" anchor="t">
            <a:noAutofit/>
          </a:bodyPr>
          <a:lstStyle>
            <a:lvl1pPr marL="0" indent="0" algn="ctr">
              <a:spcBef>
                <a:spcPts val="0"/>
              </a:spcBef>
              <a:spcAft>
                <a:spcPts val="0"/>
              </a:spcAft>
              <a:buNone/>
              <a:defRPr sz="1400" b="0">
                <a:solidFill>
                  <a:schemeClr val="tx2"/>
                </a:solidFill>
                <a:latin typeface="+mn-lt"/>
              </a:defRPr>
            </a:lvl1pPr>
          </a:lstStyle>
          <a:p>
            <a:pPr lvl="0"/>
            <a:r>
              <a:rPr lang="en-US" noProof="0"/>
              <a:t>Description</a:t>
            </a:r>
          </a:p>
        </p:txBody>
      </p:sp>
      <p:cxnSp>
        <p:nvCxnSpPr>
          <p:cNvPr id="5" name="Straight Connector 4">
            <a:extLst>
              <a:ext uri="{FF2B5EF4-FFF2-40B4-BE49-F238E27FC236}">
                <a16:creationId xmlns:a16="http://schemas.microsoft.com/office/drawing/2014/main" id="{9971D9F8-CAE6-4680-A029-F96D0F1441FD}"/>
              </a:ext>
            </a:extLst>
          </p:cNvPr>
          <p:cNvCxnSpPr>
            <a:cxnSpLocks/>
          </p:cNvCxnSpPr>
          <p:nvPr userDrawn="1"/>
        </p:nvCxnSpPr>
        <p:spPr>
          <a:xfrm flipH="1">
            <a:off x="3907846"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31598D0-210A-4FC8-9A7B-BFA0921CF214}"/>
              </a:ext>
              <a:ext uri="{C183D7F6-B498-43B3-948B-1728B52AA6E4}">
                <adec:decorative xmlns:adec="http://schemas.microsoft.com/office/drawing/2017/decorative" xmlns="" val="1"/>
              </a:ext>
            </a:extLst>
          </p:cNvPr>
          <p:cNvCxnSpPr>
            <a:cxnSpLocks/>
          </p:cNvCxnSpPr>
          <p:nvPr userDrawn="1"/>
        </p:nvCxnSpPr>
        <p:spPr>
          <a:xfrm rot="16200000">
            <a:off x="5536511"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06439E2-68F5-46DF-9799-ABBEBECFD358}"/>
              </a:ext>
              <a:ext uri="{C183D7F6-B498-43B3-948B-1728B52AA6E4}">
                <adec:decorative xmlns:adec="http://schemas.microsoft.com/office/drawing/2017/decorative" xmlns="" val="1"/>
              </a:ext>
            </a:extLst>
          </p:cNvPr>
          <p:cNvGrpSpPr/>
          <p:nvPr userDrawn="1"/>
        </p:nvGrpSpPr>
        <p:grpSpPr>
          <a:xfrm>
            <a:off x="3906013" y="2754546"/>
            <a:ext cx="3254399" cy="2828600"/>
            <a:chOff x="4431264" y="2199060"/>
            <a:chExt cx="3363136" cy="2828600"/>
          </a:xfrm>
        </p:grpSpPr>
        <p:cxnSp>
          <p:nvCxnSpPr>
            <p:cNvPr id="21" name="Straight Connector 20">
              <a:extLst>
                <a:ext uri="{FF2B5EF4-FFF2-40B4-BE49-F238E27FC236}">
                  <a16:creationId xmlns:a16="http://schemas.microsoft.com/office/drawing/2014/main" id="{E95E9585-55FC-4C03-8122-DED9B077D9F8}"/>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2403E01-A7A9-4801-84C2-A2B3D9B7F577}"/>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5" name="Picture Placeholder 8">
            <a:extLst>
              <a:ext uri="{FF2B5EF4-FFF2-40B4-BE49-F238E27FC236}">
                <a16:creationId xmlns:a16="http://schemas.microsoft.com/office/drawing/2014/main" id="{BDA24073-E1E8-43FF-B135-B2947B97222B}"/>
              </a:ext>
              <a:ext uri="{C183D7F6-B498-43B3-948B-1728B52AA6E4}">
                <adec:decorative xmlns:adec="http://schemas.microsoft.com/office/drawing/2017/decorative" xmlns="" val="1"/>
              </a:ext>
            </a:extLst>
          </p:cNvPr>
          <p:cNvSpPr>
            <a:spLocks noGrp="1"/>
          </p:cNvSpPr>
          <p:nvPr userDrawn="1">
            <p:ph type="pic" sz="quarter" idx="19" hasCustomPrompt="1"/>
          </p:nvPr>
        </p:nvSpPr>
        <p:spPr>
          <a:xfrm>
            <a:off x="5426747"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Picture Placeholder 8">
            <a:extLst>
              <a:ext uri="{FF2B5EF4-FFF2-40B4-BE49-F238E27FC236}">
                <a16:creationId xmlns:a16="http://schemas.microsoft.com/office/drawing/2014/main" id="{DAD1D946-AD65-4E2D-A739-D93BA1AC1DFD}"/>
              </a:ext>
              <a:ext uri="{C183D7F6-B498-43B3-948B-1728B52AA6E4}">
                <adec:decorative xmlns:adec="http://schemas.microsoft.com/office/drawing/2017/decorative" xmlns="" val="1"/>
              </a:ext>
            </a:extLst>
          </p:cNvPr>
          <p:cNvSpPr>
            <a:spLocks noGrp="1"/>
          </p:cNvSpPr>
          <p:nvPr userDrawn="1">
            <p:ph type="pic" sz="quarter" idx="20" hasCustomPrompt="1"/>
          </p:nvPr>
        </p:nvSpPr>
        <p:spPr>
          <a:xfrm>
            <a:off x="4408933"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7" name="Picture Placeholder 8">
            <a:extLst>
              <a:ext uri="{FF2B5EF4-FFF2-40B4-BE49-F238E27FC236}">
                <a16:creationId xmlns:a16="http://schemas.microsoft.com/office/drawing/2014/main" id="{036FD13F-5CDF-4A6F-A890-1F23EA59027F}"/>
              </a:ext>
              <a:ext uri="{C183D7F6-B498-43B3-948B-1728B52AA6E4}">
                <adec:decorative xmlns:adec="http://schemas.microsoft.com/office/drawing/2017/decorative" xmlns="" val="1"/>
              </a:ext>
            </a:extLst>
          </p:cNvPr>
          <p:cNvSpPr>
            <a:spLocks noGrp="1"/>
          </p:cNvSpPr>
          <p:nvPr userDrawn="1">
            <p:ph type="pic" sz="quarter" idx="21" hasCustomPrompt="1"/>
          </p:nvPr>
        </p:nvSpPr>
        <p:spPr>
          <a:xfrm>
            <a:off x="6458832"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cxnSp>
        <p:nvCxnSpPr>
          <p:cNvPr id="36" name="Straight Connector 35">
            <a:extLst>
              <a:ext uri="{FF2B5EF4-FFF2-40B4-BE49-F238E27FC236}">
                <a16:creationId xmlns:a16="http://schemas.microsoft.com/office/drawing/2014/main" id="{4EA974DF-48E5-46E7-9453-8A47028BC514}"/>
              </a:ext>
              <a:ext uri="{C183D7F6-B498-43B3-948B-1728B52AA6E4}">
                <adec:decorative xmlns:adec="http://schemas.microsoft.com/office/drawing/2017/decorative" xmlns="" val="1"/>
              </a:ext>
            </a:extLst>
          </p:cNvPr>
          <p:cNvCxnSpPr>
            <a:cxnSpLocks/>
          </p:cNvCxnSpPr>
          <p:nvPr userDrawn="1"/>
        </p:nvCxnSpPr>
        <p:spPr>
          <a:xfrm flipH="1">
            <a:off x="7036660"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A85692E-DBD5-4FD7-95CA-849C102632D2}"/>
              </a:ext>
              <a:ext uri="{C183D7F6-B498-43B3-948B-1728B52AA6E4}">
                <adec:decorative xmlns:adec="http://schemas.microsoft.com/office/drawing/2017/decorative" xmlns="" val="1"/>
              </a:ext>
            </a:extLst>
          </p:cNvPr>
          <p:cNvCxnSpPr>
            <a:cxnSpLocks/>
          </p:cNvCxnSpPr>
          <p:nvPr userDrawn="1"/>
        </p:nvCxnSpPr>
        <p:spPr>
          <a:xfrm rot="16200000">
            <a:off x="8665325"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606422F5-A2F2-43D5-84EE-F875A28A728B}"/>
              </a:ext>
              <a:ext uri="{C183D7F6-B498-43B3-948B-1728B52AA6E4}">
                <adec:decorative xmlns:adec="http://schemas.microsoft.com/office/drawing/2017/decorative" xmlns="" val="1"/>
              </a:ext>
            </a:extLst>
          </p:cNvPr>
          <p:cNvGrpSpPr/>
          <p:nvPr userDrawn="1"/>
        </p:nvGrpSpPr>
        <p:grpSpPr>
          <a:xfrm>
            <a:off x="7034827" y="2754546"/>
            <a:ext cx="3254399" cy="2828600"/>
            <a:chOff x="4431264" y="2199060"/>
            <a:chExt cx="3363136" cy="2828600"/>
          </a:xfrm>
        </p:grpSpPr>
        <p:cxnSp>
          <p:nvCxnSpPr>
            <p:cNvPr id="39" name="Straight Connector 38">
              <a:extLst>
                <a:ext uri="{FF2B5EF4-FFF2-40B4-BE49-F238E27FC236}">
                  <a16:creationId xmlns:a16="http://schemas.microsoft.com/office/drawing/2014/main" id="{4BDD12EB-7EFD-4370-A7C6-9E57D6A7C6DF}"/>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D1AAC8-713E-418F-B7B4-27B58BDFD77C}"/>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1" name="Picture Placeholder 8">
            <a:extLst>
              <a:ext uri="{FF2B5EF4-FFF2-40B4-BE49-F238E27FC236}">
                <a16:creationId xmlns:a16="http://schemas.microsoft.com/office/drawing/2014/main" id="{DEE070FD-95C9-4396-B429-69E1E14E3273}"/>
              </a:ext>
              <a:ext uri="{C183D7F6-B498-43B3-948B-1728B52AA6E4}">
                <adec:decorative xmlns:adec="http://schemas.microsoft.com/office/drawing/2017/decorative" xmlns="" val="1"/>
              </a:ext>
            </a:extLst>
          </p:cNvPr>
          <p:cNvSpPr>
            <a:spLocks noGrp="1"/>
          </p:cNvSpPr>
          <p:nvPr>
            <p:ph type="pic" sz="quarter" idx="22" hasCustomPrompt="1"/>
          </p:nvPr>
        </p:nvSpPr>
        <p:spPr>
          <a:xfrm>
            <a:off x="8555561"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Picture Placeholder 8">
            <a:extLst>
              <a:ext uri="{FF2B5EF4-FFF2-40B4-BE49-F238E27FC236}">
                <a16:creationId xmlns:a16="http://schemas.microsoft.com/office/drawing/2014/main" id="{5A9E7D40-35C3-4F7D-AAB6-D4168037C92B}"/>
              </a:ext>
              <a:ext uri="{C183D7F6-B498-43B3-948B-1728B52AA6E4}">
                <adec:decorative xmlns:adec="http://schemas.microsoft.com/office/drawing/2017/decorative" xmlns="" val="1"/>
              </a:ext>
            </a:extLst>
          </p:cNvPr>
          <p:cNvSpPr>
            <a:spLocks noGrp="1"/>
          </p:cNvSpPr>
          <p:nvPr>
            <p:ph type="pic" sz="quarter" idx="23" hasCustomPrompt="1"/>
          </p:nvPr>
        </p:nvSpPr>
        <p:spPr>
          <a:xfrm>
            <a:off x="7537747"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3" name="Picture Placeholder 8">
            <a:extLst>
              <a:ext uri="{FF2B5EF4-FFF2-40B4-BE49-F238E27FC236}">
                <a16:creationId xmlns:a16="http://schemas.microsoft.com/office/drawing/2014/main" id="{13CB6343-C37E-4656-A566-EA9A3A1BF01D}"/>
              </a:ext>
              <a:ext uri="{C183D7F6-B498-43B3-948B-1728B52AA6E4}">
                <adec:decorative xmlns:adec="http://schemas.microsoft.com/office/drawing/2017/decorative" xmlns="" val="1"/>
              </a:ext>
            </a:extLst>
          </p:cNvPr>
          <p:cNvSpPr>
            <a:spLocks noGrp="1"/>
          </p:cNvSpPr>
          <p:nvPr>
            <p:ph type="pic" sz="quarter" idx="24" hasCustomPrompt="1"/>
          </p:nvPr>
        </p:nvSpPr>
        <p:spPr>
          <a:xfrm>
            <a:off x="9587646"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4" name="Text Placeholder 7">
            <a:extLst>
              <a:ext uri="{FF2B5EF4-FFF2-40B4-BE49-F238E27FC236}">
                <a16:creationId xmlns:a16="http://schemas.microsoft.com/office/drawing/2014/main" id="{847B0A6E-95FE-4876-8783-F2D69813E0D6}"/>
              </a:ext>
            </a:extLst>
          </p:cNvPr>
          <p:cNvSpPr>
            <a:spLocks noGrp="1"/>
          </p:cNvSpPr>
          <p:nvPr>
            <p:ph type="body" sz="quarter" idx="25" hasCustomPrompt="1"/>
          </p:nvPr>
        </p:nvSpPr>
        <p:spPr>
          <a:xfrm>
            <a:off x="7595850"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5" name="Text Placeholder 7">
            <a:extLst>
              <a:ext uri="{FF2B5EF4-FFF2-40B4-BE49-F238E27FC236}">
                <a16:creationId xmlns:a16="http://schemas.microsoft.com/office/drawing/2014/main" id="{4E9CD2A8-E96D-45CF-B252-F6F8267FF344}"/>
              </a:ext>
            </a:extLst>
          </p:cNvPr>
          <p:cNvSpPr>
            <a:spLocks noGrp="1"/>
          </p:cNvSpPr>
          <p:nvPr>
            <p:ph type="body" sz="quarter" idx="26" hasCustomPrompt="1"/>
          </p:nvPr>
        </p:nvSpPr>
        <p:spPr>
          <a:xfrm>
            <a:off x="6557415"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1AE8BBFE-01C4-4028-9B89-8D3A005A4B89}"/>
              </a:ext>
            </a:extLst>
          </p:cNvPr>
          <p:cNvSpPr>
            <a:spLocks noGrp="1"/>
          </p:cNvSpPr>
          <p:nvPr>
            <p:ph type="body" sz="quarter" idx="27" hasCustomPrompt="1"/>
          </p:nvPr>
        </p:nvSpPr>
        <p:spPr>
          <a:xfrm>
            <a:off x="5564282"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7" name="Text Placeholder 7">
            <a:extLst>
              <a:ext uri="{FF2B5EF4-FFF2-40B4-BE49-F238E27FC236}">
                <a16:creationId xmlns:a16="http://schemas.microsoft.com/office/drawing/2014/main" id="{49C15349-435A-457E-9835-D4345AD3ED9F}"/>
              </a:ext>
            </a:extLst>
          </p:cNvPr>
          <p:cNvSpPr>
            <a:spLocks noGrp="1"/>
          </p:cNvSpPr>
          <p:nvPr>
            <p:ph type="body" sz="quarter" idx="28" hasCustomPrompt="1"/>
          </p:nvPr>
        </p:nvSpPr>
        <p:spPr>
          <a:xfrm>
            <a:off x="10727786"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8" name="Text Placeholder 7">
            <a:extLst>
              <a:ext uri="{FF2B5EF4-FFF2-40B4-BE49-F238E27FC236}">
                <a16:creationId xmlns:a16="http://schemas.microsoft.com/office/drawing/2014/main" id="{06DC437D-C5F6-49FA-8BF0-932297827EA8}"/>
              </a:ext>
            </a:extLst>
          </p:cNvPr>
          <p:cNvSpPr>
            <a:spLocks noGrp="1"/>
          </p:cNvSpPr>
          <p:nvPr>
            <p:ph type="body" sz="quarter" idx="29" hasCustomPrompt="1"/>
          </p:nvPr>
        </p:nvSpPr>
        <p:spPr>
          <a:xfrm>
            <a:off x="9689351"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9DB16E7F-EE86-4AF9-871B-5614FE2D4428}"/>
              </a:ext>
            </a:extLst>
          </p:cNvPr>
          <p:cNvSpPr>
            <a:spLocks noGrp="1"/>
          </p:cNvSpPr>
          <p:nvPr>
            <p:ph type="body" sz="quarter" idx="30" hasCustomPrompt="1"/>
          </p:nvPr>
        </p:nvSpPr>
        <p:spPr>
          <a:xfrm>
            <a:off x="8696218"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Tree>
    <p:extLst>
      <p:ext uri="{BB962C8B-B14F-4D97-AF65-F5344CB8AC3E}">
        <p14:creationId xmlns:p14="http://schemas.microsoft.com/office/powerpoint/2010/main" val="128842359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_Org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xmlns="" val="1"/>
              </a:ext>
            </a:extLst>
          </p:cNvPr>
          <p:cNvSpPr>
            <a:spLocks noGrp="1"/>
          </p:cNvSpPr>
          <p:nvPr>
            <p:ph type="pic" sz="quarter" idx="17" hasCustomPrompt="1"/>
          </p:nvPr>
        </p:nvSpPr>
        <p:spPr>
          <a:xfrm>
            <a:off x="3960064"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788864"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788864"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xmlns="" val="1"/>
              </a:ext>
            </a:extLst>
          </p:cNvPr>
          <p:cNvCxnSpPr>
            <a:cxnSpLocks/>
          </p:cNvCxnSpPr>
          <p:nvPr userDrawn="1"/>
        </p:nvCxnSpPr>
        <p:spPr>
          <a:xfrm rot="16200000">
            <a:off x="6146423" y="665228"/>
            <a:ext cx="0" cy="740664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xmlns="" val="1"/>
              </a:ext>
            </a:extLst>
          </p:cNvPr>
          <p:cNvSpPr>
            <a:spLocks noGrp="1"/>
          </p:cNvSpPr>
          <p:nvPr>
            <p:ph type="pic" sz="quarter" idx="21" hasCustomPrompt="1"/>
          </p:nvPr>
        </p:nvSpPr>
        <p:spPr>
          <a:xfrm>
            <a:off x="18112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15204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15204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xmlns="" val="1"/>
              </a:ext>
            </a:extLst>
          </p:cNvPr>
          <p:cNvSpPr>
            <a:spLocks noGrp="1"/>
          </p:cNvSpPr>
          <p:nvPr>
            <p:ph type="pic" sz="quarter" idx="27" hasCustomPrompt="1"/>
          </p:nvPr>
        </p:nvSpPr>
        <p:spPr>
          <a:xfrm>
            <a:off x="36400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33492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33492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xmlns="" val="1"/>
              </a:ext>
            </a:extLst>
          </p:cNvPr>
          <p:cNvSpPr>
            <a:spLocks noGrp="1"/>
          </p:cNvSpPr>
          <p:nvPr>
            <p:ph type="pic" sz="quarter" idx="30" hasCustomPrompt="1"/>
          </p:nvPr>
        </p:nvSpPr>
        <p:spPr>
          <a:xfrm>
            <a:off x="544977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515904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515904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xmlns="" val="1"/>
              </a:ext>
            </a:extLst>
          </p:cNvPr>
          <p:cNvSpPr>
            <a:spLocks noGrp="1"/>
          </p:cNvSpPr>
          <p:nvPr>
            <p:ph type="pic" sz="quarter" idx="33" hasCustomPrompt="1"/>
          </p:nvPr>
        </p:nvSpPr>
        <p:spPr>
          <a:xfrm>
            <a:off x="72595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9687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9687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xmlns="" val="1"/>
              </a:ext>
            </a:extLst>
          </p:cNvPr>
          <p:cNvSpPr>
            <a:spLocks noGrp="1"/>
          </p:cNvSpPr>
          <p:nvPr>
            <p:ph type="pic" sz="quarter" idx="36" hasCustomPrompt="1"/>
          </p:nvPr>
        </p:nvSpPr>
        <p:spPr>
          <a:xfrm>
            <a:off x="9066634"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775905"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775905"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62787860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ONLY_Org Chart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xmlns="" val="1"/>
              </a:ext>
            </a:extLst>
          </p:cNvPr>
          <p:cNvSpPr>
            <a:spLocks noGrp="1"/>
          </p:cNvSpPr>
          <p:nvPr>
            <p:ph type="pic" sz="quarter" idx="17" hasCustomPrompt="1"/>
          </p:nvPr>
        </p:nvSpPr>
        <p:spPr>
          <a:xfrm>
            <a:off x="3596641"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425441"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425441"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xmlns="" val="1"/>
              </a:ext>
            </a:extLst>
          </p:cNvPr>
          <p:cNvCxnSpPr>
            <a:cxnSpLocks/>
          </p:cNvCxnSpPr>
          <p:nvPr userDrawn="1"/>
        </p:nvCxnSpPr>
        <p:spPr>
          <a:xfrm rot="16200000">
            <a:off x="6165169" y="-112012"/>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xmlns="" val="1"/>
              </a:ext>
            </a:extLst>
          </p:cNvPr>
          <p:cNvSpPr>
            <a:spLocks noGrp="1"/>
          </p:cNvSpPr>
          <p:nvPr>
            <p:ph type="pic" sz="quarter" idx="21" hasCustomPrompt="1"/>
          </p:nvPr>
        </p:nvSpPr>
        <p:spPr>
          <a:xfrm>
            <a:off x="10527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xmlns="" val="1"/>
              </a:ext>
            </a:extLst>
          </p:cNvPr>
          <p:cNvSpPr>
            <a:spLocks noGrp="1"/>
          </p:cNvSpPr>
          <p:nvPr>
            <p:ph type="pic" sz="quarter" idx="27" hasCustomPrompt="1"/>
          </p:nvPr>
        </p:nvSpPr>
        <p:spPr>
          <a:xfrm>
            <a:off x="28815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xmlns="" val="1"/>
              </a:ext>
            </a:extLst>
          </p:cNvPr>
          <p:cNvSpPr>
            <a:spLocks noGrp="1"/>
          </p:cNvSpPr>
          <p:nvPr>
            <p:ph type="pic" sz="quarter" idx="30" hasCustomPrompt="1"/>
          </p:nvPr>
        </p:nvSpPr>
        <p:spPr>
          <a:xfrm>
            <a:off x="469127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xmlns="" val="1"/>
              </a:ext>
            </a:extLst>
          </p:cNvPr>
          <p:cNvSpPr>
            <a:spLocks noGrp="1"/>
          </p:cNvSpPr>
          <p:nvPr>
            <p:ph type="pic" sz="quarter" idx="33" hasCustomPrompt="1"/>
          </p:nvPr>
        </p:nvSpPr>
        <p:spPr>
          <a:xfrm>
            <a:off x="65010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xmlns="" val="1"/>
              </a:ext>
            </a:extLst>
          </p:cNvPr>
          <p:cNvSpPr>
            <a:spLocks noGrp="1"/>
          </p:cNvSpPr>
          <p:nvPr>
            <p:ph type="pic" sz="quarter" idx="36" hasCustomPrompt="1"/>
          </p:nvPr>
        </p:nvSpPr>
        <p:spPr>
          <a:xfrm>
            <a:off x="8308140"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xmlns="" val="1"/>
              </a:ext>
            </a:extLst>
          </p:cNvPr>
          <p:cNvSpPr>
            <a:spLocks noGrp="1"/>
          </p:cNvSpPr>
          <p:nvPr>
            <p:ph type="pic" sz="quarter" idx="39" hasCustomPrompt="1"/>
          </p:nvPr>
        </p:nvSpPr>
        <p:spPr>
          <a:xfrm>
            <a:off x="10115251"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17437377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_Org Chart 1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xmlns="" val="1"/>
              </a:ext>
            </a:extLst>
          </p:cNvPr>
          <p:cNvSpPr>
            <a:spLocks noGrp="1"/>
          </p:cNvSpPr>
          <p:nvPr>
            <p:ph type="pic" sz="quarter" idx="17" hasCustomPrompt="1"/>
          </p:nvPr>
        </p:nvSpPr>
        <p:spPr>
          <a:xfrm>
            <a:off x="4178095" y="1905000"/>
            <a:ext cx="1255400" cy="1255400"/>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601136" y="2288331"/>
            <a:ext cx="3108959" cy="290097"/>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601136" y="2566041"/>
            <a:ext cx="3108959" cy="221043"/>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xmlns="" val="1"/>
              </a:ext>
            </a:extLst>
          </p:cNvPr>
          <p:cNvCxnSpPr>
            <a:cxnSpLocks/>
          </p:cNvCxnSpPr>
          <p:nvPr userDrawn="1"/>
        </p:nvCxnSpPr>
        <p:spPr>
          <a:xfrm rot="16200000">
            <a:off x="6165169" y="-670561"/>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xmlns="" val="1"/>
              </a:ext>
            </a:extLst>
          </p:cNvPr>
          <p:cNvSpPr>
            <a:spLocks noGrp="1" noChangeAspect="1"/>
          </p:cNvSpPr>
          <p:nvPr>
            <p:ph type="pic" sz="quarter" idx="21" hasCustomPrompt="1"/>
          </p:nvPr>
        </p:nvSpPr>
        <p:spPr>
          <a:xfrm>
            <a:off x="10984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xmlns="" val="1"/>
              </a:ext>
            </a:extLst>
          </p:cNvPr>
          <p:cNvSpPr>
            <a:spLocks noGrp="1" noChangeAspect="1"/>
          </p:cNvSpPr>
          <p:nvPr>
            <p:ph type="pic" sz="quarter" idx="27" hasCustomPrompt="1"/>
          </p:nvPr>
        </p:nvSpPr>
        <p:spPr>
          <a:xfrm>
            <a:off x="29272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xmlns="" val="1"/>
              </a:ext>
            </a:extLst>
          </p:cNvPr>
          <p:cNvSpPr>
            <a:spLocks noGrp="1" noChangeAspect="1"/>
          </p:cNvSpPr>
          <p:nvPr>
            <p:ph type="pic" sz="quarter" idx="30" hasCustomPrompt="1"/>
          </p:nvPr>
        </p:nvSpPr>
        <p:spPr>
          <a:xfrm>
            <a:off x="473699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xmlns="" val="1"/>
              </a:ext>
            </a:extLst>
          </p:cNvPr>
          <p:cNvSpPr>
            <a:spLocks noGrp="1" noChangeAspect="1"/>
          </p:cNvSpPr>
          <p:nvPr>
            <p:ph type="pic" sz="quarter" idx="33" hasCustomPrompt="1"/>
          </p:nvPr>
        </p:nvSpPr>
        <p:spPr>
          <a:xfrm>
            <a:off x="65467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xmlns="" val="1"/>
              </a:ext>
            </a:extLst>
          </p:cNvPr>
          <p:cNvSpPr>
            <a:spLocks noGrp="1" noChangeAspect="1"/>
          </p:cNvSpPr>
          <p:nvPr>
            <p:ph type="pic" sz="quarter" idx="36" hasCustomPrompt="1"/>
          </p:nvPr>
        </p:nvSpPr>
        <p:spPr>
          <a:xfrm>
            <a:off x="8353860"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xmlns="" val="1"/>
              </a:ext>
            </a:extLst>
          </p:cNvPr>
          <p:cNvSpPr>
            <a:spLocks noGrp="1" noChangeAspect="1"/>
          </p:cNvSpPr>
          <p:nvPr>
            <p:ph type="pic" sz="quarter" idx="39" hasCustomPrompt="1"/>
          </p:nvPr>
        </p:nvSpPr>
        <p:spPr>
          <a:xfrm>
            <a:off x="10160971"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cxnSp>
        <p:nvCxnSpPr>
          <p:cNvPr id="34" name="Straight Connector 33">
            <a:extLst>
              <a:ext uri="{FF2B5EF4-FFF2-40B4-BE49-F238E27FC236}">
                <a16:creationId xmlns:a16="http://schemas.microsoft.com/office/drawing/2014/main" id="{A69BD202-1C38-47A5-8B06-0AADB78AAE08}"/>
              </a:ext>
              <a:ext uri="{C183D7F6-B498-43B3-948B-1728B52AA6E4}">
                <adec:decorative xmlns:adec="http://schemas.microsoft.com/office/drawing/2017/decorative" xmlns="" val="1"/>
              </a:ext>
            </a:extLst>
          </p:cNvPr>
          <p:cNvCxnSpPr>
            <a:cxnSpLocks/>
          </p:cNvCxnSpPr>
          <p:nvPr userDrawn="1"/>
        </p:nvCxnSpPr>
        <p:spPr>
          <a:xfrm rot="16200000">
            <a:off x="6165169" y="2642433"/>
            <a:ext cx="0" cy="5564151"/>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Picture Placeholder 8">
            <a:extLst>
              <a:ext uri="{FF2B5EF4-FFF2-40B4-BE49-F238E27FC236}">
                <a16:creationId xmlns:a16="http://schemas.microsoft.com/office/drawing/2014/main" id="{68CF0B9D-069C-46BA-9B77-7BDE114F3E55}"/>
              </a:ext>
              <a:ext uri="{C183D7F6-B498-43B3-948B-1728B52AA6E4}">
                <adec:decorative xmlns:adec="http://schemas.microsoft.com/office/drawing/2017/decorative" xmlns="" val="1"/>
              </a:ext>
            </a:extLst>
          </p:cNvPr>
          <p:cNvSpPr>
            <a:spLocks noGrp="1" noChangeAspect="1"/>
          </p:cNvSpPr>
          <p:nvPr>
            <p:ph type="pic" sz="quarter" idx="45" hasCustomPrompt="1"/>
          </p:nvPr>
        </p:nvSpPr>
        <p:spPr>
          <a:xfrm>
            <a:off x="29272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9" name="Text Placeholder 7">
            <a:extLst>
              <a:ext uri="{FF2B5EF4-FFF2-40B4-BE49-F238E27FC236}">
                <a16:creationId xmlns:a16="http://schemas.microsoft.com/office/drawing/2014/main" id="{6EB5CB55-9BF0-4309-AA93-9540CDA1CE22}"/>
              </a:ext>
            </a:extLst>
          </p:cNvPr>
          <p:cNvSpPr>
            <a:spLocks noGrp="1"/>
          </p:cNvSpPr>
          <p:nvPr>
            <p:ph type="body" sz="quarter" idx="46" hasCustomPrompt="1"/>
          </p:nvPr>
        </p:nvSpPr>
        <p:spPr>
          <a:xfrm>
            <a:off x="25908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0" name="Text Placeholder 7">
            <a:extLst>
              <a:ext uri="{FF2B5EF4-FFF2-40B4-BE49-F238E27FC236}">
                <a16:creationId xmlns:a16="http://schemas.microsoft.com/office/drawing/2014/main" id="{184A6FF6-89E5-41B3-83AD-E1F1AC1C7187}"/>
              </a:ext>
            </a:extLst>
          </p:cNvPr>
          <p:cNvSpPr>
            <a:spLocks noGrp="1"/>
          </p:cNvSpPr>
          <p:nvPr>
            <p:ph type="body" sz="quarter" idx="47" hasCustomPrompt="1"/>
          </p:nvPr>
        </p:nvSpPr>
        <p:spPr>
          <a:xfrm>
            <a:off x="25908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1" name="Picture Placeholder 8">
            <a:extLst>
              <a:ext uri="{FF2B5EF4-FFF2-40B4-BE49-F238E27FC236}">
                <a16:creationId xmlns:a16="http://schemas.microsoft.com/office/drawing/2014/main" id="{65909E03-0C86-44C4-9260-484E8CF6315F}"/>
              </a:ext>
              <a:ext uri="{C183D7F6-B498-43B3-948B-1728B52AA6E4}">
                <adec:decorative xmlns:adec="http://schemas.microsoft.com/office/drawing/2017/decorative" xmlns="" val="1"/>
              </a:ext>
            </a:extLst>
          </p:cNvPr>
          <p:cNvSpPr>
            <a:spLocks noGrp="1" noChangeAspect="1"/>
          </p:cNvSpPr>
          <p:nvPr>
            <p:ph type="pic" sz="quarter" idx="48" hasCustomPrompt="1"/>
          </p:nvPr>
        </p:nvSpPr>
        <p:spPr>
          <a:xfrm>
            <a:off x="473699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Text Placeholder 7">
            <a:extLst>
              <a:ext uri="{FF2B5EF4-FFF2-40B4-BE49-F238E27FC236}">
                <a16:creationId xmlns:a16="http://schemas.microsoft.com/office/drawing/2014/main" id="{0D08C690-4C72-47C4-ADBC-6DBFC463FC37}"/>
              </a:ext>
            </a:extLst>
          </p:cNvPr>
          <p:cNvSpPr>
            <a:spLocks noGrp="1"/>
          </p:cNvSpPr>
          <p:nvPr>
            <p:ph type="body" sz="quarter" idx="49" hasCustomPrompt="1"/>
          </p:nvPr>
        </p:nvSpPr>
        <p:spPr>
          <a:xfrm>
            <a:off x="440055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3" name="Text Placeholder 7">
            <a:extLst>
              <a:ext uri="{FF2B5EF4-FFF2-40B4-BE49-F238E27FC236}">
                <a16:creationId xmlns:a16="http://schemas.microsoft.com/office/drawing/2014/main" id="{FEBB122E-6E5D-4B48-91C0-C6EB8BA3D2D9}"/>
              </a:ext>
            </a:extLst>
          </p:cNvPr>
          <p:cNvSpPr>
            <a:spLocks noGrp="1"/>
          </p:cNvSpPr>
          <p:nvPr>
            <p:ph type="body" sz="quarter" idx="50" hasCustomPrompt="1"/>
          </p:nvPr>
        </p:nvSpPr>
        <p:spPr>
          <a:xfrm>
            <a:off x="440055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4" name="Picture Placeholder 8">
            <a:extLst>
              <a:ext uri="{FF2B5EF4-FFF2-40B4-BE49-F238E27FC236}">
                <a16:creationId xmlns:a16="http://schemas.microsoft.com/office/drawing/2014/main" id="{A968314E-9F6B-4D90-BC2A-C5BB6AC70F5F}"/>
              </a:ext>
              <a:ext uri="{C183D7F6-B498-43B3-948B-1728B52AA6E4}">
                <adec:decorative xmlns:adec="http://schemas.microsoft.com/office/drawing/2017/decorative" xmlns="" val="1"/>
              </a:ext>
            </a:extLst>
          </p:cNvPr>
          <p:cNvSpPr>
            <a:spLocks noGrp="1" noChangeAspect="1"/>
          </p:cNvSpPr>
          <p:nvPr>
            <p:ph type="pic" sz="quarter" idx="51" hasCustomPrompt="1"/>
          </p:nvPr>
        </p:nvSpPr>
        <p:spPr>
          <a:xfrm>
            <a:off x="65467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5" name="Text Placeholder 7">
            <a:extLst>
              <a:ext uri="{FF2B5EF4-FFF2-40B4-BE49-F238E27FC236}">
                <a16:creationId xmlns:a16="http://schemas.microsoft.com/office/drawing/2014/main" id="{98FF5C01-8CE1-475F-A59A-011328494FC8}"/>
              </a:ext>
            </a:extLst>
          </p:cNvPr>
          <p:cNvSpPr>
            <a:spLocks noGrp="1"/>
          </p:cNvSpPr>
          <p:nvPr>
            <p:ph type="body" sz="quarter" idx="52" hasCustomPrompt="1"/>
          </p:nvPr>
        </p:nvSpPr>
        <p:spPr>
          <a:xfrm>
            <a:off x="62103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DC690F93-088F-498C-9B26-2DCE00A1145F}"/>
              </a:ext>
            </a:extLst>
          </p:cNvPr>
          <p:cNvSpPr>
            <a:spLocks noGrp="1"/>
          </p:cNvSpPr>
          <p:nvPr>
            <p:ph type="body" sz="quarter" idx="53" hasCustomPrompt="1"/>
          </p:nvPr>
        </p:nvSpPr>
        <p:spPr>
          <a:xfrm>
            <a:off x="62103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7" name="Picture Placeholder 8">
            <a:extLst>
              <a:ext uri="{FF2B5EF4-FFF2-40B4-BE49-F238E27FC236}">
                <a16:creationId xmlns:a16="http://schemas.microsoft.com/office/drawing/2014/main" id="{1D462CE1-BEE9-45C4-AB54-354D05E69D31}"/>
              </a:ext>
              <a:ext uri="{C183D7F6-B498-43B3-948B-1728B52AA6E4}">
                <adec:decorative xmlns:adec="http://schemas.microsoft.com/office/drawing/2017/decorative" xmlns="" val="1"/>
              </a:ext>
            </a:extLst>
          </p:cNvPr>
          <p:cNvSpPr>
            <a:spLocks noGrp="1" noChangeAspect="1"/>
          </p:cNvSpPr>
          <p:nvPr>
            <p:ph type="pic" sz="quarter" idx="54" hasCustomPrompt="1"/>
          </p:nvPr>
        </p:nvSpPr>
        <p:spPr>
          <a:xfrm>
            <a:off x="8353860"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8" name="Text Placeholder 7">
            <a:extLst>
              <a:ext uri="{FF2B5EF4-FFF2-40B4-BE49-F238E27FC236}">
                <a16:creationId xmlns:a16="http://schemas.microsoft.com/office/drawing/2014/main" id="{9FA2731A-D1B2-4144-8373-12B9313F9BFD}"/>
              </a:ext>
            </a:extLst>
          </p:cNvPr>
          <p:cNvSpPr>
            <a:spLocks noGrp="1"/>
          </p:cNvSpPr>
          <p:nvPr>
            <p:ph type="body" sz="quarter" idx="55" hasCustomPrompt="1"/>
          </p:nvPr>
        </p:nvSpPr>
        <p:spPr>
          <a:xfrm>
            <a:off x="8017411"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F61DF59D-6B27-4EC6-A151-0F9B99DC8051}"/>
              </a:ext>
            </a:extLst>
          </p:cNvPr>
          <p:cNvSpPr>
            <a:spLocks noGrp="1"/>
          </p:cNvSpPr>
          <p:nvPr>
            <p:ph type="body" sz="quarter" idx="56" hasCustomPrompt="1"/>
          </p:nvPr>
        </p:nvSpPr>
        <p:spPr>
          <a:xfrm>
            <a:off x="8017411"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74826867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xmlns=""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5866303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Blue">
    <p:bg>
      <p:bgPr>
        <a:solidFill>
          <a:schemeClr val="tx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xmlns=""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xmlns=""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xmlns="" val="1"/>
              </a:ext>
            </a:extLst>
          </p:cNvPr>
          <p:cNvSpPr>
            <a:spLocks noGrp="1"/>
          </p:cNvSpPr>
          <p:nvPr>
            <p:ph type="body" sz="quarter" idx="13" hasCustomPrompt="1"/>
          </p:nvPr>
        </p:nvSpPr>
        <p:spPr>
          <a:xfrm rot="16200000">
            <a:off x="381000" y="4840091"/>
            <a:ext cx="1219200" cy="225818"/>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xmlns="" val="1"/>
              </a:ext>
            </a:extLst>
          </p:cNvPr>
          <p:cNvSpPr>
            <a:spLocks noGrp="1"/>
          </p:cNvSpPr>
          <p:nvPr>
            <p:ph type="body" sz="quarter" idx="14" hasCustomPrompt="1"/>
          </p:nvPr>
        </p:nvSpPr>
        <p:spPr>
          <a:xfrm rot="16200000">
            <a:off x="5029200" y="4840092"/>
            <a:ext cx="1219200" cy="225818"/>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7984270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Orange">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xmlns=""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xmlns=""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xmlns="" val="1"/>
              </a:ext>
            </a:extLst>
          </p:cNvPr>
          <p:cNvSpPr>
            <a:spLocks noGrp="1"/>
          </p:cNvSpPr>
          <p:nvPr>
            <p:ph type="body" sz="quarter" idx="13" hasCustomPrompt="1"/>
          </p:nvPr>
        </p:nvSpPr>
        <p:spPr>
          <a:xfrm rot="16200000">
            <a:off x="381000" y="4840091"/>
            <a:ext cx="1219200" cy="225818"/>
          </a:xfrm>
          <a:solidFill>
            <a:schemeClr val="accent5"/>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xmlns="" val="1"/>
              </a:ext>
            </a:extLst>
          </p:cNvPr>
          <p:cNvSpPr>
            <a:spLocks noGrp="1"/>
          </p:cNvSpPr>
          <p:nvPr>
            <p:ph type="body" sz="quarter" idx="14" hasCustomPrompt="1"/>
          </p:nvPr>
        </p:nvSpPr>
        <p:spPr>
          <a:xfrm rot="16200000">
            <a:off x="5029200" y="4840092"/>
            <a:ext cx="1219200" cy="225818"/>
          </a:xfrm>
          <a:solidFill>
            <a:schemeClr val="accent5"/>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0113903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xmlns=""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xmlns="" val="1"/>
              </a:ext>
            </a:extLst>
          </p:cNvPr>
          <p:cNvSpPr>
            <a:spLocks noGrp="1"/>
          </p:cNvSpPr>
          <p:nvPr>
            <p:ph type="body" sz="quarter" idx="22" hasCustomPrompt="1"/>
          </p:nvPr>
        </p:nvSpPr>
        <p:spPr>
          <a:xfrm>
            <a:off x="285750" y="0"/>
            <a:ext cx="11620500" cy="6591300"/>
          </a:xfrm>
          <a:solidFill>
            <a:schemeClr val="accent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smtClean="0"/>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xmlns=""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82786622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xmlns=""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tx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xmlns="" val="1"/>
              </a:ext>
            </a:extLst>
          </p:cNvPr>
          <p:cNvSpPr>
            <a:spLocks noGrp="1"/>
          </p:cNvSpPr>
          <p:nvPr>
            <p:ph type="body" sz="quarter" idx="22" hasCustomPrompt="1"/>
          </p:nvPr>
        </p:nvSpPr>
        <p:spPr>
          <a:xfrm>
            <a:off x="285750" y="0"/>
            <a:ext cx="11620500" cy="6591300"/>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smtClean="0"/>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xmlns="" val="1"/>
              </a:ext>
            </a:extLst>
          </p:cNvPr>
          <p:cNvSpPr>
            <a:spLocks noGrp="1"/>
          </p:cNvSpPr>
          <p:nvPr>
            <p:ph type="body" sz="quarter" idx="23" hasCustomPrompt="1"/>
          </p:nvPr>
        </p:nvSpPr>
        <p:spPr>
          <a:xfrm>
            <a:off x="0" y="2679192"/>
            <a:ext cx="533400" cy="1499616"/>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05527909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xmlns=""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xmlns="" val="1"/>
              </a:ext>
            </a:extLst>
          </p:cNvPr>
          <p:cNvSpPr>
            <a:spLocks noGrp="1"/>
          </p:cNvSpPr>
          <p:nvPr>
            <p:ph type="body" sz="quarter" idx="22" hasCustomPrompt="1"/>
          </p:nvPr>
        </p:nvSpPr>
        <p:spPr>
          <a:xfrm>
            <a:off x="285750" y="0"/>
            <a:ext cx="11620500" cy="6591300"/>
          </a:xfrm>
          <a:solidFill>
            <a:schemeClr val="accent5"/>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smtClean="0"/>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xmlns=""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49126826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_Segue">
    <p:spTree>
      <p:nvGrpSpPr>
        <p:cNvPr id="1" name=""/>
        <p:cNvGrpSpPr/>
        <p:nvPr/>
      </p:nvGrpSpPr>
      <p:grpSpPr>
        <a:xfrm>
          <a:off x="0" y="0"/>
          <a:ext cx="0" cy="0"/>
          <a:chOff x="0" y="0"/>
          <a:chExt cx="0" cy="0"/>
        </a:xfrm>
      </p:grpSpPr>
      <p:sp>
        <p:nvSpPr>
          <p:cNvPr id="25" name="Picture Placeholder 8">
            <a:extLst>
              <a:ext uri="{FF2B5EF4-FFF2-40B4-BE49-F238E27FC236}">
                <a16:creationId xmlns:a16="http://schemas.microsoft.com/office/drawing/2014/main" id="{489EE1C9-68AE-4BDD-B34C-9DE809C4DD0B}"/>
              </a:ext>
              <a:ext uri="{C183D7F6-B498-43B3-948B-1728B52AA6E4}">
                <adec:decorative xmlns:adec="http://schemas.microsoft.com/office/drawing/2017/decorative" xmlns=""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xmlns=""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alpha val="84000"/>
            </a:schemeClr>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6" name="Text Placeholder 16">
            <a:extLst>
              <a:ext uri="{FF2B5EF4-FFF2-40B4-BE49-F238E27FC236}">
                <a16:creationId xmlns:a16="http://schemas.microsoft.com/office/drawing/2014/main" id="{9F89ADF8-2320-4EC3-98EA-5CB618A528E6}"/>
              </a:ext>
              <a:ext uri="{C183D7F6-B498-43B3-948B-1728B52AA6E4}">
                <adec:decorative xmlns:adec="http://schemas.microsoft.com/office/drawing/2017/decorative" xmlns="" val="1"/>
              </a:ext>
            </a:extLst>
          </p:cNvPr>
          <p:cNvSpPr>
            <a:spLocks noGrp="1"/>
          </p:cNvSpPr>
          <p:nvPr>
            <p:ph type="body" sz="quarter" idx="12" hasCustomPrompt="1"/>
          </p:nvPr>
        </p:nvSpPr>
        <p:spPr>
          <a:xfrm>
            <a:off x="533400" y="0"/>
            <a:ext cx="6781800" cy="6324600"/>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266825" y="2265916"/>
            <a:ext cx="5314950" cy="3488998"/>
          </a:xfrm>
          <a:noFill/>
        </p:spPr>
        <p:txBody>
          <a:bodyPr anchor="b">
            <a:normAutofit/>
          </a:bodyPr>
          <a:lstStyle>
            <a:lvl1pPr algn="ctr">
              <a:defRPr sz="6000">
                <a:solidFill>
                  <a:schemeClr val="bg1"/>
                </a:solidFill>
              </a:defRPr>
            </a:lvl1pPr>
          </a:lstStyle>
          <a:p>
            <a:r>
              <a:rPr lang="en-US" smtClean="0"/>
              <a:t>Click to edit Master title style</a:t>
            </a:r>
            <a:endParaRPr lang="en-GB" dirty="0"/>
          </a:p>
        </p:txBody>
      </p:sp>
      <p:sp>
        <p:nvSpPr>
          <p:cNvPr id="6" name="Slide Number Placeholder 5">
            <a:extLst>
              <a:ext uri="{FF2B5EF4-FFF2-40B4-BE49-F238E27FC236}">
                <a16:creationId xmlns:a16="http://schemas.microsoft.com/office/drawing/2014/main" id="{F074D12B-58A6-47D1-9B2D-697AB265C81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3812450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xmlns=""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xmlns=""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xmlns=""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73FC1AA-8591-43A1-9962-1599E1A8AB30}"/>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718561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5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xmlns=""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xmlns=""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1"/>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xmlns=""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7160B2D8-3756-4781-A8DD-692C3F895981}"/>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72150082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6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xmlns=""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xmlns=""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5"/>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xmlns=""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EEDA9EB-20CE-4EA1-9720-40FBEB45614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5"/>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9672357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7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xmlns=""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xmlns=""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6"/>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xmlns=""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80033509-FE6E-46FC-85C8-B777FBA2F1A5}"/>
              </a:ext>
            </a:extLst>
          </p:cNvPr>
          <p:cNvSpPr>
            <a:spLocks noGrp="1"/>
          </p:cNvSpPr>
          <p:nvPr>
            <p:ph type="sldNum" sz="quarter" idx="4"/>
          </p:nvPr>
        </p:nvSpPr>
        <p:spPr>
          <a:xfrm>
            <a:off x="628788" y="6339840"/>
            <a:ext cx="302281" cy="365760"/>
          </a:xfrm>
          <a:prstGeom prst="rect">
            <a:avLst/>
          </a:prstGeom>
          <a:solidFill>
            <a:schemeClr val="bg1"/>
          </a:solidFill>
          <a:ln>
            <a:solidFill>
              <a:schemeClr val="accent6"/>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4175325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losing-Thank you 1">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xmlns=""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xmlns=""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xmlns=""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hasCustomPrompt="1"/>
          </p:nvPr>
        </p:nvSpPr>
        <p:spPr>
          <a:xfrm>
            <a:off x="1378135" y="1219200"/>
            <a:ext cx="7232465" cy="9036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THANK yOU</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xmlns=""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xmlns=""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15636234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losing-Thank you 2">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xmlns=""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xmlns=""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xmlns=""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28375182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Closing-Thank you 3">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xmlns="" val="1"/>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xmlns=""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xmlns=""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xmlns=""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420068869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losing-Thank you 4">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xmlns=""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xmlns=""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xmlns=""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933450" y="762000"/>
            <a:ext cx="4381500" cy="34290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xmlns=""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5225001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Closing-Thank you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xmlns=""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xmlns=""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1257300" y="1447800"/>
            <a:ext cx="4114800" cy="39624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xmlns=""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xmlns=""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38831613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B4B414-6006-A545-91A5-6439F57339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5486400" y="4038600"/>
            <a:ext cx="6705600" cy="830884"/>
          </a:xfrm>
        </p:spPr>
        <p:txBody>
          <a:bodyPr>
            <a:normAutofit/>
          </a:bodyPr>
          <a:lstStyle>
            <a:lvl1pPr algn="l">
              <a:defRPr sz="3600" b="1" cap="small" baseline="0">
                <a:solidFill>
                  <a:srgbClr val="FF5A33"/>
                </a:solidFill>
                <a:effectLst>
                  <a:outerShdw blurRad="38100" dist="38100" dir="2700000" algn="tl">
                    <a:srgbClr val="000000">
                      <a:alpha val="43137"/>
                    </a:srgbClr>
                  </a:outerShdw>
                </a:effectLst>
                <a:latin typeface="Segoe UI" pitchFamily="34" charset="0"/>
                <a:cs typeface="Segoe UI" pitchFamily="34" charset="0"/>
              </a:defRPr>
            </a:lvl1pPr>
          </a:lstStyle>
          <a:p>
            <a:r>
              <a:rPr lang="en-US" dirty="0" err="1"/>
              <a:t>Lập</a:t>
            </a:r>
            <a:r>
              <a:rPr lang="en-US" dirty="0"/>
              <a:t> </a:t>
            </a:r>
            <a:r>
              <a:rPr lang="en-US" dirty="0" err="1"/>
              <a:t>trình</a:t>
            </a:r>
            <a:r>
              <a:rPr lang="en-US" dirty="0"/>
              <a:t> java </a:t>
            </a:r>
            <a:r>
              <a:rPr lang="en-US" dirty="0" err="1"/>
              <a:t>cơ</a:t>
            </a:r>
            <a:r>
              <a:rPr lang="en-US" dirty="0"/>
              <a:t> </a:t>
            </a:r>
            <a:r>
              <a:rPr lang="en-US" dirty="0" err="1"/>
              <a:t>bản</a:t>
            </a:r>
            <a:endParaRPr lang="en-US" dirty="0"/>
          </a:p>
        </p:txBody>
      </p:sp>
      <p:sp>
        <p:nvSpPr>
          <p:cNvPr id="3" name="Subtitle 2"/>
          <p:cNvSpPr>
            <a:spLocks noGrp="1"/>
          </p:cNvSpPr>
          <p:nvPr>
            <p:ph type="subTitle" idx="1"/>
          </p:nvPr>
        </p:nvSpPr>
        <p:spPr>
          <a:xfrm>
            <a:off x="5486400" y="4724400"/>
            <a:ext cx="6705600" cy="990600"/>
          </a:xfrm>
        </p:spPr>
        <p:txBody>
          <a:bodyPr>
            <a:normAutofit/>
          </a:bodyPr>
          <a:lstStyle>
            <a:lvl1pPr marL="0" indent="0" algn="l">
              <a:buNone/>
              <a:defRPr sz="2200" b="1" cap="small" baseline="0">
                <a:solidFill>
                  <a:srgbClr val="FF5A33"/>
                </a:solidFill>
                <a:effectLst>
                  <a:outerShdw blurRad="38100" dist="38100" dir="2700000" algn="tl">
                    <a:srgbClr val="000000">
                      <a:alpha val="43137"/>
                    </a:srgbClr>
                  </a:outerShdw>
                </a:effectLst>
                <a:latin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1026" name="Picture 2" descr="Résultat de recherche d'images pour &quot;testing&quot;"/>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329388" y="2439665"/>
            <a:ext cx="2827624" cy="2034892"/>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302C30FD-63C3-C741-9C8B-9481A688A74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1200" y="381000"/>
            <a:ext cx="3968885" cy="1295400"/>
          </a:xfrm>
          <a:prstGeom prst="rect">
            <a:avLst/>
          </a:prstGeom>
        </p:spPr>
      </p:pic>
    </p:spTree>
    <p:extLst>
      <p:ext uri="{BB962C8B-B14F-4D97-AF65-F5344CB8AC3E}">
        <p14:creationId xmlns:p14="http://schemas.microsoft.com/office/powerpoint/2010/main" val="413345337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743200" y="274638"/>
            <a:ext cx="8839200" cy="487362"/>
          </a:xfrm>
        </p:spPr>
        <p:txBody>
          <a:bodyPr>
            <a:noAutofit/>
          </a:bodyPr>
          <a:lstStyle>
            <a:lvl1pPr algn="r">
              <a:defRPr sz="2800" b="1" cap="small" baseline="0">
                <a:solidFill>
                  <a:srgbClr val="FF5A33"/>
                </a:solidFill>
                <a:effectLst>
                  <a:outerShdw blurRad="38100" dist="38100" dir="2700000" algn="tl">
                    <a:srgbClr val="000000">
                      <a:alpha val="43137"/>
                    </a:srgbClr>
                  </a:outerShdw>
                </a:effectLst>
                <a:latin typeface="Segoe UI" pitchFamily="34" charset="0"/>
                <a:cs typeface="Segoe UI" pitchFamily="34" charset="0"/>
              </a:defRPr>
            </a:lvl1pPr>
          </a:lstStyle>
          <a:p>
            <a:r>
              <a:rPr lang="en-US" dirty="0"/>
              <a:t>Click to edit Master title style</a:t>
            </a:r>
          </a:p>
        </p:txBody>
      </p:sp>
      <p:sp>
        <p:nvSpPr>
          <p:cNvPr id="3" name="Content Placeholder 2"/>
          <p:cNvSpPr>
            <a:spLocks noGrp="1"/>
          </p:cNvSpPr>
          <p:nvPr>
            <p:ph idx="1"/>
          </p:nvPr>
        </p:nvSpPr>
        <p:spPr>
          <a:xfrm>
            <a:off x="609600" y="1066800"/>
            <a:ext cx="10972800" cy="5257800"/>
          </a:xfrm>
        </p:spPr>
        <p:txBody>
          <a:bodyPr>
            <a:normAutofit/>
          </a:bodyPr>
          <a:lstStyle>
            <a:lvl1pPr marL="342900" indent="-342900">
              <a:buClr>
                <a:srgbClr val="FF5A33"/>
              </a:buClr>
              <a:buFont typeface="Wingdings" pitchFamily="2" charset="2"/>
              <a:buChar char="q"/>
              <a:defRPr sz="2800">
                <a:latin typeface="Segoe UI" pitchFamily="34" charset="0"/>
                <a:cs typeface="Segoe UI" pitchFamily="34" charset="0"/>
              </a:defRPr>
            </a:lvl1pPr>
            <a:lvl2pPr marL="742950" indent="-285750">
              <a:buClr>
                <a:srgbClr val="FF5A33"/>
              </a:buClr>
              <a:buFont typeface="Wingdings" pitchFamily="2" charset="2"/>
              <a:buChar char="v"/>
              <a:defRPr sz="2400">
                <a:latin typeface="Segoe UI" pitchFamily="34" charset="0"/>
                <a:cs typeface="Segoe UI" pitchFamily="34" charset="0"/>
              </a:defRPr>
            </a:lvl2pPr>
            <a:lvl3pPr marL="1143000" indent="-228600">
              <a:buClr>
                <a:srgbClr val="FF5A33"/>
              </a:buClr>
              <a:buFont typeface="Wingdings" pitchFamily="2" charset="2"/>
              <a:buChar char="Ø"/>
              <a:defRPr sz="2000">
                <a:latin typeface="Segoe UI" pitchFamily="34" charset="0"/>
                <a:cs typeface="Segoe UI" pitchFamily="34" charset="0"/>
              </a:defRPr>
            </a:lvl3pPr>
            <a:lvl4pPr marL="1600200" indent="-228600">
              <a:buClr>
                <a:srgbClr val="FF5A33"/>
              </a:buClr>
              <a:buFont typeface="Wingdings" pitchFamily="2" charset="2"/>
              <a:buChar char="ü"/>
              <a:defRPr sz="1800">
                <a:latin typeface="Segoe UI" pitchFamily="34" charset="0"/>
                <a:cs typeface="Segoe UI" pitchFamily="34" charset="0"/>
              </a:defRPr>
            </a:lvl4pPr>
            <a:lvl5pPr marL="2057400" indent="-228600">
              <a:buClr>
                <a:srgbClr val="FF5A33"/>
              </a:buClr>
              <a:buFont typeface="Wingdings" pitchFamily="2" charset="2"/>
              <a:buChar char="§"/>
              <a:defRPr sz="1800">
                <a:latin typeface="Segoe UI" pitchFamily="34" charset="0"/>
                <a:cs typeface="Segoe U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029F313-9C13-47C6-A228-B55986214473}" type="datetime1">
              <a:rPr lang="en-US" smtClean="0"/>
              <a:t>12/10/2024</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 y="218719"/>
            <a:ext cx="2032000" cy="461818"/>
          </a:xfrm>
          <a:prstGeom prst="rect">
            <a:avLst/>
          </a:prstGeom>
        </p:spPr>
      </p:pic>
      <p:cxnSp>
        <p:nvCxnSpPr>
          <p:cNvPr id="9" name="Straight Connector 8"/>
          <p:cNvCxnSpPr/>
          <p:nvPr userDrawn="1"/>
        </p:nvCxnSpPr>
        <p:spPr>
          <a:xfrm>
            <a:off x="609600" y="838200"/>
            <a:ext cx="109728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57983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8A6EF9-73EC-47CA-9E52-574751B1CDA3}" type="datetime1">
              <a:rPr lang="en-US" smtClean="0"/>
              <a:t>12/10/2024</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177109653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D9F786-C4DF-431A-9246-1EC1829B2C78}" type="datetime1">
              <a:rPr lang="en-US" smtClean="0"/>
              <a:t>12/10/2024</a:t>
            </a:fld>
            <a:endParaRPr lang="en-US"/>
          </a:p>
        </p:txBody>
      </p:sp>
      <p:sp>
        <p:nvSpPr>
          <p:cNvPr id="6" name="Footer Placeholder 5"/>
          <p:cNvSpPr>
            <a:spLocks noGrp="1"/>
          </p:cNvSpPr>
          <p:nvPr>
            <p:ph type="ftr" sz="quarter" idx="11"/>
          </p:nvPr>
        </p:nvSpPr>
        <p:spPr/>
        <p:txBody>
          <a:bodyPr/>
          <a:lstStyle/>
          <a:p>
            <a:r>
              <a:rPr lang="vi-VN"/>
              <a:t>Lập trình C#3</a:t>
            </a:r>
            <a:endParaRPr lang="en-US"/>
          </a:p>
        </p:txBody>
      </p:sp>
      <p:sp>
        <p:nvSpPr>
          <p:cNvPr id="7" name="Slide Number Placeholder 6"/>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213895746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E59D84-263E-478C-94B6-63AC70204759}" type="datetime1">
              <a:rPr lang="en-US" smtClean="0"/>
              <a:t>12/10/2024</a:t>
            </a:fld>
            <a:endParaRPr lang="en-US"/>
          </a:p>
        </p:txBody>
      </p:sp>
      <p:sp>
        <p:nvSpPr>
          <p:cNvPr id="8" name="Footer Placeholder 7"/>
          <p:cNvSpPr>
            <a:spLocks noGrp="1"/>
          </p:cNvSpPr>
          <p:nvPr>
            <p:ph type="ftr" sz="quarter" idx="11"/>
          </p:nvPr>
        </p:nvSpPr>
        <p:spPr/>
        <p:txBody>
          <a:bodyPr/>
          <a:lstStyle/>
          <a:p>
            <a:r>
              <a:rPr lang="vi-VN"/>
              <a:t>Lập trình C#3</a:t>
            </a:r>
            <a:endParaRPr lang="en-US"/>
          </a:p>
        </p:txBody>
      </p:sp>
      <p:sp>
        <p:nvSpPr>
          <p:cNvPr id="9" name="Slide Number Placeholder 8"/>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189538223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23D8565-00B5-4601-AD26-950DAB626426}" type="datetime1">
              <a:rPr lang="en-US" smtClean="0"/>
              <a:t>12/10/2024</a:t>
            </a:fld>
            <a:endParaRPr lang="en-US"/>
          </a:p>
        </p:txBody>
      </p:sp>
      <p:sp>
        <p:nvSpPr>
          <p:cNvPr id="4" name="Footer Placeholder 3"/>
          <p:cNvSpPr>
            <a:spLocks noGrp="1"/>
          </p:cNvSpPr>
          <p:nvPr>
            <p:ph type="ftr" sz="quarter" idx="11"/>
          </p:nvPr>
        </p:nvSpPr>
        <p:spPr/>
        <p:txBody>
          <a:bodyPr/>
          <a:lstStyle/>
          <a:p>
            <a:r>
              <a:rPr lang="vi-VN"/>
              <a:t>Lập trình C#3</a:t>
            </a:r>
            <a:endParaRPr lang="en-US"/>
          </a:p>
        </p:txBody>
      </p:sp>
      <p:sp>
        <p:nvSpPr>
          <p:cNvPr id="5" name="Slide Number Placeholder 4"/>
          <p:cNvSpPr>
            <a:spLocks noGrp="1"/>
          </p:cNvSpPr>
          <p:nvPr>
            <p:ph type="sldNum" sz="quarter" idx="12"/>
          </p:nvPr>
        </p:nvSpPr>
        <p:spPr/>
        <p:txBody>
          <a:bodyPr/>
          <a:lstStyle/>
          <a:p>
            <a:fld id="{8AACEE26-D979-411F-B229-D9F26BAEDF07}" type="slidenum">
              <a:rPr lang="en-US" smtClean="0"/>
              <a:t>‹#›</a:t>
            </a:fld>
            <a:endParaRPr lang="en-US"/>
          </a:p>
        </p:txBody>
      </p:sp>
      <p:sp>
        <p:nvSpPr>
          <p:cNvPr id="6" name="Rectangle 5"/>
          <p:cNvSpPr/>
          <p:nvPr userDrawn="1"/>
        </p:nvSpPr>
        <p:spPr>
          <a:xfrm>
            <a:off x="2032000" y="2551018"/>
            <a:ext cx="8534400" cy="32647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chemeClr val="bg1"/>
              </a:solidFill>
            </a:endParaRPr>
          </a:p>
        </p:txBody>
      </p:sp>
      <p:pic>
        <p:nvPicPr>
          <p:cNvPr id="8" name="Picture 2" descr="http://uconndigitalarts.com/wp-content/uploads/2013/04/original.jpg"/>
          <p:cNvPicPr>
            <a:picLocks noChangeAspect="1" noChangeArrowheads="1"/>
          </p:cNvPicPr>
          <p:nvPr userDrawn="1"/>
        </p:nvPicPr>
        <p:blipFill rotWithShape="1">
          <a:blip r:embed="rId2" cstate="print">
            <a:extLst>
              <a:ext uri="{BEBA8EAE-BF5A-486C-A8C5-ECC9F3942E4B}">
                <a14:imgProps xmlns:a14="http://schemas.microsoft.com/office/drawing/2010/main">
                  <a14:imgLayer r:embed="rId3">
                    <a14:imgEffect>
                      <a14:backgroundRemoval t="10000" b="90000" l="3958" r="96146">
                        <a14:backgroundMark x1="16667" y1="54630" x2="86042" y2="55185"/>
                        <a14:backgroundMark x1="90625" y1="53889" x2="93125" y2="53889"/>
                      </a14:backgroundRemoval>
                    </a14:imgEffect>
                  </a14:imgLayer>
                </a14:imgProps>
              </a:ext>
              <a:ext uri="{28A0092B-C50C-407E-A947-70E740481C1C}">
                <a14:useLocalDpi xmlns:a14="http://schemas.microsoft.com/office/drawing/2010/main" val="0"/>
              </a:ext>
            </a:extLst>
          </a:blip>
          <a:srcRect t="43978" b="41311"/>
          <a:stretch/>
        </p:blipFill>
        <p:spPr bwMode="auto">
          <a:xfrm flipH="1">
            <a:off x="3732707" y="2575401"/>
            <a:ext cx="4568091" cy="28385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powerpoint.vn\Downloads\1e2cd4b177168ad16ce2e7c504bba4d2.x400.jpeg"/>
          <p:cNvPicPr>
            <a:picLocks noChangeAspect="1" noChangeArrowheads="1"/>
          </p:cNvPicPr>
          <p:nvPr userDrawn="1"/>
        </p:nvPicPr>
        <p:blipFill rotWithShape="1">
          <a:blip r:embed="rId4" cstate="print">
            <a:extLst>
              <a:ext uri="{BEBA8EAE-BF5A-486C-A8C5-ECC9F3942E4B}">
                <a14:imgProps xmlns:a14="http://schemas.microsoft.com/office/drawing/2010/main">
                  <a14:imgLayer r:embed="rId5">
                    <a14:imgEffect>
                      <a14:backgroundRemoval t="1750" b="81000" l="9971" r="89736">
                        <a14:backgroundMark x1="33724" y1="42750" x2="69208" y2="55250"/>
                        <a14:backgroundMark x1="25806" y1="33250" x2="25806" y2="37500"/>
                        <a14:backgroundMark x1="26100" y1="32250" x2="26100" y2="32250"/>
                        <a14:backgroundMark x1="70674" y1="35750" x2="70674" y2="35750"/>
                        <a14:backgroundMark x1="76246" y1="31250" x2="76246" y2="31250"/>
                        <a14:backgroundMark x1="70968" y1="34750" x2="70968" y2="34750"/>
                      </a14:backgroundRemoval>
                    </a14:imgEffect>
                  </a14:imgLayer>
                </a14:imgProps>
              </a:ext>
              <a:ext uri="{28A0092B-C50C-407E-A947-70E740481C1C}">
                <a14:useLocalDpi xmlns:a14="http://schemas.microsoft.com/office/drawing/2010/main" val="0"/>
              </a:ext>
            </a:extLst>
          </a:blip>
          <a:srcRect b="55710"/>
          <a:stretch/>
        </p:blipFill>
        <p:spPr bwMode="auto">
          <a:xfrm>
            <a:off x="2568620" y="609600"/>
            <a:ext cx="7257961" cy="282806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userDrawn="1"/>
        </p:nvSpPr>
        <p:spPr>
          <a:xfrm>
            <a:off x="4103893" y="3124200"/>
            <a:ext cx="4735308" cy="2139047"/>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200" b="1" dirty="0">
                <a:solidFill>
                  <a:schemeClr val="bg1"/>
                </a:solidFill>
              </a:rPr>
              <a:t>DEM</a:t>
            </a:r>
            <a:r>
              <a:rPr lang="en-US" sz="11500" b="1" dirty="0">
                <a:solidFill>
                  <a:schemeClr val="bg1"/>
                </a:solidFill>
              </a:rPr>
              <a:t>O</a:t>
            </a:r>
          </a:p>
          <a:p>
            <a:endParaRPr lang="en-US" sz="1800" dirty="0"/>
          </a:p>
        </p:txBody>
      </p:sp>
      <p:pic>
        <p:nvPicPr>
          <p:cNvPr id="10" name="Picture 2" descr="http://www.designofsignage.com/application/symbol/hands/image/600x600/hand-press-button-4.jpg"/>
          <p:cNvPicPr>
            <a:picLocks noChangeAspect="1" noChangeArrowheads="1"/>
          </p:cNvPicPr>
          <p:nvPr userDrawn="1"/>
        </p:nvPicPr>
        <p:blipFill>
          <a:blip r:embed="rId6" cstate="print">
            <a:extLst>
              <a:ext uri="{BEBA8EAE-BF5A-486C-A8C5-ECC9F3942E4B}">
                <a14:imgProps xmlns:a14="http://schemas.microsoft.com/office/drawing/2010/main">
                  <a14:imgLayer r:embed="rId7">
                    <a14:imgEffect>
                      <a14:backgroundRemoval t="10000" b="99500" l="10000" r="90000">
                        <a14:foregroundMark x1="35833" y1="26500" x2="41500" y2="85000"/>
                      </a14:backgroundRemoval>
                    </a14:imgEffect>
                  </a14:imgLayer>
                </a14:imgProps>
              </a:ext>
              <a:ext uri="{28A0092B-C50C-407E-A947-70E740481C1C}">
                <a14:useLocalDpi xmlns:a14="http://schemas.microsoft.com/office/drawing/2010/main" val="0"/>
              </a:ext>
            </a:extLst>
          </a:blip>
          <a:srcRect/>
          <a:stretch>
            <a:fillRect/>
          </a:stretch>
        </p:blipFill>
        <p:spPr bwMode="auto">
          <a:xfrm>
            <a:off x="6016752" y="3568725"/>
            <a:ext cx="3488947" cy="2616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216684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F3AF78-3B29-49D4-81C3-7555616E6373}" type="datetime1">
              <a:rPr lang="en-US" smtClean="0"/>
              <a:t>12/10/2024</a:t>
            </a:fld>
            <a:endParaRPr lang="en-US"/>
          </a:p>
        </p:txBody>
      </p:sp>
      <p:sp>
        <p:nvSpPr>
          <p:cNvPr id="3" name="Footer Placeholder 2"/>
          <p:cNvSpPr>
            <a:spLocks noGrp="1"/>
          </p:cNvSpPr>
          <p:nvPr>
            <p:ph type="ftr" sz="quarter" idx="11"/>
          </p:nvPr>
        </p:nvSpPr>
        <p:spPr/>
        <p:txBody>
          <a:bodyPr/>
          <a:lstStyle/>
          <a:p>
            <a:r>
              <a:rPr lang="vi-VN"/>
              <a:t>Lập trình C#3</a:t>
            </a:r>
            <a:endParaRPr lang="en-US"/>
          </a:p>
        </p:txBody>
      </p:sp>
      <p:sp>
        <p:nvSpPr>
          <p:cNvPr id="4" name="Slide Number Placeholder 3"/>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183744525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C48055-7455-47F1-BA44-73D8B83B9342}" type="datetime1">
              <a:rPr lang="en-US" smtClean="0"/>
              <a:t>12/10/2024</a:t>
            </a:fld>
            <a:endParaRPr lang="en-US"/>
          </a:p>
        </p:txBody>
      </p:sp>
      <p:sp>
        <p:nvSpPr>
          <p:cNvPr id="6" name="Footer Placeholder 5"/>
          <p:cNvSpPr>
            <a:spLocks noGrp="1"/>
          </p:cNvSpPr>
          <p:nvPr>
            <p:ph type="ftr" sz="quarter" idx="11"/>
          </p:nvPr>
        </p:nvSpPr>
        <p:spPr/>
        <p:txBody>
          <a:bodyPr/>
          <a:lstStyle/>
          <a:p>
            <a:r>
              <a:rPr lang="vi-VN"/>
              <a:t>Lập trình C#3</a:t>
            </a:r>
            <a:endParaRPr lang="en-US"/>
          </a:p>
        </p:txBody>
      </p:sp>
      <p:sp>
        <p:nvSpPr>
          <p:cNvPr id="7" name="Slide Number Placeholder 6"/>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246149373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B46837-A547-4964-AC0B-E650641F7846}" type="datetime1">
              <a:rPr lang="en-US" smtClean="0"/>
              <a:t>12/10/2024</a:t>
            </a:fld>
            <a:endParaRPr lang="en-US"/>
          </a:p>
        </p:txBody>
      </p:sp>
      <p:sp>
        <p:nvSpPr>
          <p:cNvPr id="6" name="Footer Placeholder 5"/>
          <p:cNvSpPr>
            <a:spLocks noGrp="1"/>
          </p:cNvSpPr>
          <p:nvPr>
            <p:ph type="ftr" sz="quarter" idx="11"/>
          </p:nvPr>
        </p:nvSpPr>
        <p:spPr/>
        <p:txBody>
          <a:bodyPr/>
          <a:lstStyle/>
          <a:p>
            <a:r>
              <a:rPr lang="vi-VN"/>
              <a:t>Lập trình C#3</a:t>
            </a:r>
            <a:endParaRPr lang="en-US"/>
          </a:p>
        </p:txBody>
      </p:sp>
      <p:sp>
        <p:nvSpPr>
          <p:cNvPr id="7" name="Slide Number Placeholder 6"/>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393351455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E0451A-A87B-4BA7-B824-056B86D6CA5D}" type="datetime1">
              <a:rPr lang="en-US" smtClean="0"/>
              <a:t>12/10/2024</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356486633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74BB19-EC7D-4033-B460-36F421974985}" type="datetime1">
              <a:rPr lang="en-US" smtClean="0"/>
              <a:t>12/10/2024</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325423732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Slide Number Placeholder 5"/>
          <p:cNvSpPr>
            <a:spLocks noGrp="1"/>
          </p:cNvSpPr>
          <p:nvPr>
            <p:ph type="sldNum" sz="quarter" idx="10"/>
          </p:nvPr>
        </p:nvSpPr>
        <p:spPr>
          <a:xfrm>
            <a:off x="-1930400" y="6188076"/>
            <a:ext cx="2844800" cy="365125"/>
          </a:xfrm>
          <a:prstGeom prst="rect">
            <a:avLst/>
          </a:prstGeom>
        </p:spPr>
        <p:txBody>
          <a:bodyPr/>
          <a:lstStyle>
            <a:lvl1pPr>
              <a:defRPr/>
            </a:lvl1pPr>
          </a:lstStyle>
          <a:p>
            <a:pPr>
              <a:defRPr/>
            </a:pPr>
            <a:fld id="{587C0512-7E02-4E40-BD9C-21FAB99329CB}" type="slidenum">
              <a:rPr lang="en-US"/>
              <a:pPr>
                <a:defRPr/>
              </a:pPr>
              <a:t>‹#›</a:t>
            </a:fld>
            <a:endParaRPr lang="en-US"/>
          </a:p>
        </p:txBody>
      </p:sp>
    </p:spTree>
    <p:extLst>
      <p:ext uri="{BB962C8B-B14F-4D97-AF65-F5344CB8AC3E}">
        <p14:creationId xmlns:p14="http://schemas.microsoft.com/office/powerpoint/2010/main" val="425519138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Title &amp;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itle Placeholder 1"/>
          <p:cNvSpPr txBox="1">
            <a:spLocks/>
          </p:cNvSpPr>
          <p:nvPr userDrawn="1"/>
        </p:nvSpPr>
        <p:spPr>
          <a:xfrm>
            <a:off x="2946400" y="274638"/>
            <a:ext cx="8636000" cy="563562"/>
          </a:xfrm>
          <a:prstGeom prst="rect">
            <a:avLst/>
          </a:prstGeom>
        </p:spPr>
        <p:txBody>
          <a:bodyPr vert="horz" lIns="91440" tIns="45720" rIns="91440" bIns="45720" rtlCol="0" anchor="ctr">
            <a:noAutofit/>
          </a:bodyPr>
          <a:lstStyle>
            <a:lvl1pPr algn="r" defTabSz="914400" rtl="0" eaLnBrk="1" latinLnBrk="0" hangingPunct="1">
              <a:spcBef>
                <a:spcPct val="0"/>
              </a:spcBef>
              <a:buNone/>
              <a:defRPr sz="3200" b="1" kern="1200" cap="small" baseline="0">
                <a:solidFill>
                  <a:srgbClr val="FF9900"/>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3200" dirty="0"/>
              <a:t>Click to edit Master title style</a:t>
            </a:r>
          </a:p>
        </p:txBody>
      </p:sp>
      <p:sp>
        <p:nvSpPr>
          <p:cNvPr id="4" name="Text Placeholder 2"/>
          <p:cNvSpPr>
            <a:spLocks noGrp="1"/>
          </p:cNvSpPr>
          <p:nvPr>
            <p:ph idx="1"/>
          </p:nvPr>
        </p:nvSpPr>
        <p:spPr>
          <a:xfrm>
            <a:off x="609600" y="990600"/>
            <a:ext cx="10972800" cy="5562600"/>
          </a:xfrm>
          <a:prstGeom prst="rect">
            <a:avLst/>
          </a:prstGeom>
        </p:spPr>
        <p:txBody>
          <a:bodyPr vert="horz" lIns="91440" tIns="45720" rIns="91440" bIns="45720" rtlCol="0">
            <a:normAutofit/>
          </a:body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1200" y="228601"/>
            <a:ext cx="2133600" cy="484909"/>
          </a:xfrm>
          <a:prstGeom prst="rect">
            <a:avLst/>
          </a:prstGeom>
        </p:spPr>
      </p:pic>
      <p:cxnSp>
        <p:nvCxnSpPr>
          <p:cNvPr id="6" name="Straight Connector 5"/>
          <p:cNvCxnSpPr/>
          <p:nvPr userDrawn="1"/>
        </p:nvCxnSpPr>
        <p:spPr>
          <a:xfrm flipH="1">
            <a:off x="711200" y="835152"/>
            <a:ext cx="10871200" cy="0"/>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7913878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36800" y="198438"/>
            <a:ext cx="9448800" cy="487362"/>
          </a:xfrm>
        </p:spPr>
        <p:txBody>
          <a:bodyPr anchor="t">
            <a:normAutofit/>
          </a:bodyPr>
          <a:lstStyle>
            <a:lvl1pPr algn="r">
              <a:defRPr sz="2400" b="0" i="0" baseline="0">
                <a:solidFill>
                  <a:schemeClr val="bg1"/>
                </a:solidFill>
                <a:latin typeface="Segoe UI" pitchFamily="34" charset="0"/>
                <a:ea typeface="Roboto Lt" pitchFamily="2" charset="0"/>
                <a:cs typeface="Segoe UI" pitchFamily="34" charset="0"/>
              </a:defRPr>
            </a:lvl1pPr>
          </a:lstStyle>
          <a:p>
            <a:r>
              <a:rPr lang="en-US" dirty="0" err="1"/>
              <a:t>Tiêu</a:t>
            </a:r>
            <a:r>
              <a:rPr lang="en-US" dirty="0"/>
              <a:t> </a:t>
            </a:r>
            <a:r>
              <a:rPr lang="en-US" dirty="0" err="1"/>
              <a:t>đề</a:t>
            </a:r>
            <a:r>
              <a:rPr lang="en-US" dirty="0"/>
              <a:t> </a:t>
            </a:r>
            <a:r>
              <a:rPr lang="en-US" dirty="0" err="1"/>
              <a:t>Silde</a:t>
            </a:r>
            <a:endParaRPr lang="en-US" dirty="0"/>
          </a:p>
        </p:txBody>
      </p:sp>
      <p:sp>
        <p:nvSpPr>
          <p:cNvPr id="3" name="Content Placeholder 2"/>
          <p:cNvSpPr>
            <a:spLocks noGrp="1"/>
          </p:cNvSpPr>
          <p:nvPr>
            <p:ph idx="1" hasCustomPrompt="1"/>
          </p:nvPr>
        </p:nvSpPr>
        <p:spPr>
          <a:xfrm>
            <a:off x="1727200" y="1066800"/>
            <a:ext cx="10363200" cy="457200"/>
          </a:xfrm>
        </p:spPr>
        <p:txBody>
          <a:bodyPr>
            <a:normAutofit/>
          </a:bodyPr>
          <a:lstStyle>
            <a:lvl1pPr marL="0" indent="0">
              <a:buFontTx/>
              <a:buNone/>
              <a:defRPr sz="2400" b="1" baseline="0">
                <a:latin typeface="Segoe UI" pitchFamily="34" charset="0"/>
                <a:ea typeface="Roboto" pitchFamily="2" charset="0"/>
                <a:cs typeface="Segoe UI" pitchFamily="34" charset="0"/>
              </a:defRPr>
            </a:lvl1pPr>
            <a:lvl2pPr marL="457200" indent="0" algn="just">
              <a:buFontTx/>
              <a:buNone/>
              <a:defRPr sz="1600">
                <a:latin typeface="Roboto Lt" pitchFamily="2" charset="0"/>
                <a:ea typeface="Roboto Lt" pitchFamily="2" charset="0"/>
              </a:defRPr>
            </a:lvl2pPr>
            <a:lvl3pPr algn="just">
              <a:defRPr sz="1600">
                <a:latin typeface="Roboto Lt" pitchFamily="2" charset="0"/>
                <a:ea typeface="Roboto Lt" pitchFamily="2" charset="0"/>
              </a:defRPr>
            </a:lvl3pPr>
            <a:lvl4pPr marL="1600200" indent="-228600" algn="just">
              <a:buFont typeface="Courier New" pitchFamily="49" charset="0"/>
              <a:buChar char="o"/>
              <a:defRPr sz="1600">
                <a:latin typeface="Roboto Lt" pitchFamily="2" charset="0"/>
                <a:ea typeface="Roboto Lt" pitchFamily="2" charset="0"/>
              </a:defRPr>
            </a:lvl4pPr>
            <a:lvl5pPr algn="just">
              <a:defRPr sz="1600">
                <a:latin typeface="Roboto Lt" pitchFamily="2" charset="0"/>
                <a:ea typeface="Roboto Lt" pitchFamily="2" charset="0"/>
              </a:defRPr>
            </a:lvl5pPr>
          </a:lstStyle>
          <a:p>
            <a:pPr lvl="0"/>
            <a:r>
              <a:rPr lang="en-US" dirty="0" err="1"/>
              <a:t>Đề</a:t>
            </a:r>
            <a:r>
              <a:rPr lang="en-US" dirty="0"/>
              <a:t> </a:t>
            </a:r>
            <a:r>
              <a:rPr lang="en-US" dirty="0" err="1"/>
              <a:t>mục</a:t>
            </a:r>
            <a:r>
              <a:rPr lang="en-US" dirty="0"/>
              <a:t> </a:t>
            </a:r>
            <a:r>
              <a:rPr lang="en-US" dirty="0" err="1"/>
              <a:t>lớn</a:t>
            </a:r>
            <a:endParaRPr lang="en-US" dirty="0"/>
          </a:p>
        </p:txBody>
      </p:sp>
      <p:sp>
        <p:nvSpPr>
          <p:cNvPr id="7" name="Content Placeholder 2"/>
          <p:cNvSpPr>
            <a:spLocks noGrp="1"/>
          </p:cNvSpPr>
          <p:nvPr>
            <p:ph idx="13" hasCustomPrompt="1"/>
          </p:nvPr>
        </p:nvSpPr>
        <p:spPr>
          <a:xfrm>
            <a:off x="6604000" y="1828800"/>
            <a:ext cx="5384800" cy="2743200"/>
          </a:xfrm>
        </p:spPr>
        <p:txBody>
          <a:bodyPr>
            <a:normAutofit/>
          </a:bodyPr>
          <a:lstStyle>
            <a:lvl1pPr marL="0" indent="0">
              <a:buFontTx/>
              <a:buNone/>
              <a:defRPr sz="2400" b="0" baseline="0">
                <a:latin typeface="Segoe UI" pitchFamily="34" charset="0"/>
                <a:ea typeface="Roboto" pitchFamily="2" charset="0"/>
                <a:cs typeface="Segoe UI" pitchFamily="34" charset="0"/>
              </a:defRPr>
            </a:lvl1pPr>
            <a:lvl2pPr marL="457200" indent="0" algn="just">
              <a:buFontTx/>
              <a:buNone/>
              <a:defRPr sz="1600">
                <a:latin typeface="Roboto Lt" pitchFamily="2" charset="0"/>
                <a:ea typeface="Roboto Lt" pitchFamily="2" charset="0"/>
              </a:defRPr>
            </a:lvl2pPr>
            <a:lvl3pPr algn="just">
              <a:defRPr sz="1600">
                <a:latin typeface="Roboto Lt" pitchFamily="2" charset="0"/>
                <a:ea typeface="Roboto Lt" pitchFamily="2" charset="0"/>
              </a:defRPr>
            </a:lvl3pPr>
            <a:lvl4pPr marL="1600200" indent="-228600" algn="just">
              <a:buFont typeface="Courier New" pitchFamily="49" charset="0"/>
              <a:buChar char="o"/>
              <a:defRPr sz="1600">
                <a:latin typeface="Roboto Lt" pitchFamily="2" charset="0"/>
                <a:ea typeface="Roboto Lt" pitchFamily="2" charset="0"/>
              </a:defRPr>
            </a:lvl4pPr>
            <a:lvl5pPr algn="just">
              <a:defRPr sz="1600">
                <a:latin typeface="Roboto Lt" pitchFamily="2" charset="0"/>
                <a:ea typeface="Roboto Lt" pitchFamily="2" charset="0"/>
              </a:defRPr>
            </a:lvl5pPr>
          </a:lstStyle>
          <a:p>
            <a:r>
              <a:rPr lang="en-US" dirty="0" err="1"/>
              <a:t>Nội</a:t>
            </a:r>
            <a:r>
              <a:rPr lang="en-US" dirty="0"/>
              <a:t> dung </a:t>
            </a:r>
            <a:r>
              <a:rPr lang="en-US" dirty="0" err="1"/>
              <a:t>cần</a:t>
            </a:r>
            <a:r>
              <a:rPr lang="en-US" dirty="0"/>
              <a:t> </a:t>
            </a:r>
            <a:r>
              <a:rPr lang="en-US" dirty="0" err="1"/>
              <a:t>viết</a:t>
            </a:r>
            <a:r>
              <a:rPr lang="en-US" dirty="0"/>
              <a:t> …….</a:t>
            </a:r>
          </a:p>
          <a:p>
            <a:r>
              <a:rPr lang="en-US" dirty="0"/>
              <a:t>960, abstract, background, banner, bar, box, business, button, circle, clean,</a:t>
            </a:r>
          </a:p>
          <a:p>
            <a:r>
              <a:rPr lang="en-US" b="1" dirty="0" err="1"/>
              <a:t>Nôi</a:t>
            </a:r>
            <a:r>
              <a:rPr lang="en-US" b="1" dirty="0"/>
              <a:t> dung </a:t>
            </a:r>
            <a:r>
              <a:rPr lang="en-US" b="1" dirty="0" err="1"/>
              <a:t>cần</a:t>
            </a:r>
            <a:r>
              <a:rPr lang="en-US" b="1" dirty="0"/>
              <a:t> </a:t>
            </a:r>
            <a:r>
              <a:rPr lang="en-US" b="1" dirty="0" err="1"/>
              <a:t>nhấn</a:t>
            </a:r>
            <a:r>
              <a:rPr lang="en-US" b="1" dirty="0"/>
              <a:t> </a:t>
            </a:r>
            <a:r>
              <a:rPr lang="en-US" b="1" dirty="0" err="1"/>
              <a:t>mạnh</a:t>
            </a:r>
            <a:endParaRPr lang="en-US" dirty="0"/>
          </a:p>
        </p:txBody>
      </p:sp>
      <p:sp>
        <p:nvSpPr>
          <p:cNvPr id="11" name="Slide Number Placeholder 10"/>
          <p:cNvSpPr>
            <a:spLocks noGrp="1"/>
          </p:cNvSpPr>
          <p:nvPr>
            <p:ph type="sldNum" sz="quarter" idx="14"/>
          </p:nvPr>
        </p:nvSpPr>
        <p:spPr>
          <a:xfrm>
            <a:off x="-1828800" y="6172201"/>
            <a:ext cx="2844800" cy="365125"/>
          </a:xfrm>
          <a:prstGeom prst="rect">
            <a:avLst/>
          </a:prstGeom>
        </p:spPr>
        <p:txBody>
          <a:bodyPr/>
          <a:lstStyle>
            <a:lvl1pPr algn="r">
              <a:defRPr>
                <a:solidFill>
                  <a:schemeClr val="bg1"/>
                </a:solidFill>
                <a:latin typeface="Segoe UI" pitchFamily="34" charset="0"/>
                <a:ea typeface="Segoe UI" pitchFamily="34" charset="0"/>
                <a:cs typeface="Segoe UI" pitchFamily="34" charset="0"/>
              </a:defRPr>
            </a:lvl1pPr>
          </a:lstStyle>
          <a:p>
            <a:fld id="{C9454D8F-10CC-4917-9EE3-EC45D591F45E}" type="slidenum">
              <a:rPr lang="en-US" smtClean="0"/>
              <a:pPr/>
              <a:t>‹#›</a:t>
            </a:fld>
            <a:endParaRPr lang="en-US"/>
          </a:p>
        </p:txBody>
      </p:sp>
    </p:spTree>
    <p:extLst>
      <p:ext uri="{BB962C8B-B14F-4D97-AF65-F5344CB8AC3E}">
        <p14:creationId xmlns:p14="http://schemas.microsoft.com/office/powerpoint/2010/main" val="182780133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2946400" y="274638"/>
            <a:ext cx="8636000" cy="563562"/>
          </a:xfrm>
          <a:prstGeom prst="rect">
            <a:avLst/>
          </a:prstGeom>
        </p:spPr>
        <p:txBody>
          <a:bodyPr vert="horz" lIns="91440" tIns="45720" rIns="91440" bIns="45720" rtlCol="0" anchor="ctr">
            <a:noAutofit/>
          </a:bodyPr>
          <a:lstStyle/>
          <a:p>
            <a:r>
              <a:rPr lang="en-US" dirty="0"/>
              <a:t>Click to edit Master title style</a:t>
            </a:r>
          </a:p>
        </p:txBody>
      </p:sp>
      <p:sp>
        <p:nvSpPr>
          <p:cNvPr id="8" name="Text Placeholder 2"/>
          <p:cNvSpPr>
            <a:spLocks noGrp="1"/>
          </p:cNvSpPr>
          <p:nvPr>
            <p:ph idx="1"/>
          </p:nvPr>
        </p:nvSpPr>
        <p:spPr>
          <a:xfrm>
            <a:off x="609600" y="990600"/>
            <a:ext cx="10972800" cy="5562600"/>
          </a:xfrm>
          <a:prstGeom prst="rect">
            <a:avLst/>
          </a:prstGeom>
        </p:spPr>
        <p:txBody>
          <a:bodyPr vert="horz" lIns="91440" tIns="45720" rIns="91440" bIns="45720" rtlCol="0">
            <a:normAutofit/>
          </a:body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1200" y="228601"/>
            <a:ext cx="2133600" cy="484909"/>
          </a:xfrm>
          <a:prstGeom prst="rect">
            <a:avLst/>
          </a:prstGeom>
        </p:spPr>
      </p:pic>
    </p:spTree>
    <p:extLst>
      <p:ext uri="{BB962C8B-B14F-4D97-AF65-F5344CB8AC3E}">
        <p14:creationId xmlns:p14="http://schemas.microsoft.com/office/powerpoint/2010/main" val="2912703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theme" Target="../theme/theme2.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2" Type="http://schemas.openxmlformats.org/officeDocument/2006/relationships/slideLayout" Target="../slideLayouts/slideLayout69.xml"/><Relationship Id="rId16" Type="http://schemas.openxmlformats.org/officeDocument/2006/relationships/theme" Target="../theme/theme3.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DF40E0-E6EB-4A06-A23A-FAEAF1FE809C}" type="datetimeFigureOut">
              <a:rPr lang="en-US" smtClean="0"/>
              <a:t>12/10/2024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4E73CF-C580-4B9B-819E-F0AF56E99B06}" type="slidenum">
              <a:rPr lang="en-US" smtClean="0"/>
              <a:t>‹#›</a:t>
            </a:fld>
            <a:endParaRPr lang="en-US"/>
          </a:p>
        </p:txBody>
      </p:sp>
    </p:spTree>
    <p:extLst>
      <p:ext uri="{BB962C8B-B14F-4D97-AF65-F5344CB8AC3E}">
        <p14:creationId xmlns:p14="http://schemas.microsoft.com/office/powerpoint/2010/main" val="32333868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548640"/>
            <a:ext cx="11106150"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48640" y="2103120"/>
            <a:ext cx="11106150" cy="422148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539594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ftr="0" dt="0"/>
  <p:txStyles>
    <p:titleStyle>
      <a:lvl1pPr algn="l" defTabSz="914400" rtl="0" eaLnBrk="1" latinLnBrk="0" hangingPunct="1">
        <a:lnSpc>
          <a:spcPct val="90000"/>
        </a:lnSpc>
        <a:spcBef>
          <a:spcPct val="0"/>
        </a:spcBef>
        <a:buNone/>
        <a:defRPr sz="4200" kern="1200" cap="all" spc="100" baseline="0">
          <a:solidFill>
            <a:schemeClr val="tx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36">
          <p15:clr>
            <a:srgbClr val="F26B43"/>
          </p15:clr>
        </p15:guide>
        <p15:guide id="4" orient="horz" pos="336">
          <p15:clr>
            <a:srgbClr val="F26B43"/>
          </p15:clr>
        </p15:guide>
        <p15:guide id="5" pos="7344">
          <p15:clr>
            <a:srgbClr val="F26B43"/>
          </p15:clr>
        </p15:guide>
        <p15:guide id="6" orient="horz" pos="398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DC4897-F721-4489-83C3-CD2672282672}" type="datetime1">
              <a:rPr lang="en-US" smtClean="0"/>
              <a:t>12/10/2024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Lập trình C#3</a:t>
            </a: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ACEE26-D979-411F-B229-D9F26BAEDF07}" type="slidenum">
              <a:rPr lang="en-US" smtClean="0"/>
              <a:t>‹#›</a:t>
            </a:fld>
            <a:endParaRPr lang="en-US"/>
          </a:p>
        </p:txBody>
      </p:sp>
    </p:spTree>
    <p:extLst>
      <p:ext uri="{BB962C8B-B14F-4D97-AF65-F5344CB8AC3E}">
        <p14:creationId xmlns:p14="http://schemas.microsoft.com/office/powerpoint/2010/main" val="753548654"/>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dotnet.microsoft.com/en-us/download/dotnet/8.0" TargetMode="Externa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docs.microsoft.com/en-us/dotnet/core/tool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5.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5.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09890287-4DB6-4C87-AEAF-17E9594F401B}"/>
              </a:ext>
              <a:ext uri="{C183D7F6-B498-43B3-948B-1728B52AA6E4}">
                <adec:decorative xmlns:adec="http://schemas.microsoft.com/office/drawing/2017/decorative" xmlns="" val="1"/>
              </a:ext>
            </a:extLst>
          </p:cNvPr>
          <p:cNvPicPr>
            <a:picLocks noGrp="1" noChangeAspect="1"/>
          </p:cNvPicPr>
          <p:nvPr>
            <p:ph type="pic" sz="quarter" idx="11"/>
          </p:nvPr>
        </p:nvPicPr>
        <p:blipFill>
          <a:blip r:embed="rId3"/>
          <a:srcRect t="7813" b="7813"/>
          <a:stretch>
            <a:fillRect/>
          </a:stretch>
        </p:blipFill>
        <p:spPr/>
      </p:pic>
      <p:sp>
        <p:nvSpPr>
          <p:cNvPr id="285" name="Text Placeholder 284">
            <a:extLst>
              <a:ext uri="{FF2B5EF4-FFF2-40B4-BE49-F238E27FC236}">
                <a16:creationId xmlns:a16="http://schemas.microsoft.com/office/drawing/2014/main" id="{C0BF9B80-F084-4423-8C1C-E79BE829875F}"/>
              </a:ext>
              <a:ext uri="{C183D7F6-B498-43B3-948B-1728B52AA6E4}">
                <adec:decorative xmlns:adec="http://schemas.microsoft.com/office/drawing/2017/decorative" xmlns="" val="1"/>
              </a:ext>
            </a:extLst>
          </p:cNvPr>
          <p:cNvSpPr>
            <a:spLocks noGrp="1"/>
          </p:cNvSpPr>
          <p:nvPr>
            <p:ph type="body" sz="quarter" idx="13"/>
          </p:nvPr>
        </p:nvSpPr>
        <p:spPr/>
        <p:txBody>
          <a:bodyPr/>
          <a:lstStyle/>
          <a:p>
            <a:endParaRPr lang="en-US" dirty="0"/>
          </a:p>
        </p:txBody>
      </p:sp>
      <p:sp>
        <p:nvSpPr>
          <p:cNvPr id="286" name="Text Placeholder 285">
            <a:extLst>
              <a:ext uri="{FF2B5EF4-FFF2-40B4-BE49-F238E27FC236}">
                <a16:creationId xmlns:a16="http://schemas.microsoft.com/office/drawing/2014/main" id="{9626180B-FF05-48CF-BFB3-C95C9B5DAB99}"/>
              </a:ext>
              <a:ext uri="{C183D7F6-B498-43B3-948B-1728B52AA6E4}">
                <adec:decorative xmlns:adec="http://schemas.microsoft.com/office/drawing/2017/decorative" xmlns="" val="1"/>
              </a:ext>
            </a:extLst>
          </p:cNvPr>
          <p:cNvSpPr>
            <a:spLocks noGrp="1"/>
          </p:cNvSpPr>
          <p:nvPr>
            <p:ph type="body" sz="quarter" idx="15"/>
          </p:nvPr>
        </p:nvSpPr>
        <p:spPr/>
        <p:txBody>
          <a:bodyPr/>
          <a:lstStyle/>
          <a:p>
            <a:endParaRPr lang="en-US" dirty="0"/>
          </a:p>
        </p:txBody>
      </p:sp>
      <p:sp>
        <p:nvSpPr>
          <p:cNvPr id="6" name="Title 5">
            <a:extLst>
              <a:ext uri="{FF2B5EF4-FFF2-40B4-BE49-F238E27FC236}">
                <a16:creationId xmlns:a16="http://schemas.microsoft.com/office/drawing/2014/main" id="{3933031D-018B-489E-B613-2113C1CD2360}"/>
              </a:ext>
            </a:extLst>
          </p:cNvPr>
          <p:cNvSpPr>
            <a:spLocks noGrp="1"/>
          </p:cNvSpPr>
          <p:nvPr>
            <p:ph type="ctrTitle"/>
          </p:nvPr>
        </p:nvSpPr>
        <p:spPr>
          <a:xfrm>
            <a:off x="3163809" y="1905000"/>
            <a:ext cx="5751591" cy="756097"/>
          </a:xfrm>
        </p:spPr>
        <p:txBody>
          <a:bodyPr>
            <a:normAutofit fontScale="90000"/>
          </a:bodyPr>
          <a:lstStyle/>
          <a:p>
            <a:r>
              <a:rPr lang="en-US" dirty="0" err="1"/>
              <a:t>Lập</a:t>
            </a:r>
            <a:r>
              <a:rPr lang="en-US" dirty="0"/>
              <a:t> </a:t>
            </a:r>
            <a:r>
              <a:rPr lang="en-US" dirty="0" err="1" smtClean="0"/>
              <a:t>Trình</a:t>
            </a:r>
            <a:r>
              <a:rPr lang="en-US" dirty="0" smtClean="0"/>
              <a:t> C#3</a:t>
            </a:r>
            <a:endParaRPr lang="en-US" dirty="0"/>
          </a:p>
        </p:txBody>
      </p:sp>
      <p:sp>
        <p:nvSpPr>
          <p:cNvPr id="7" name="Subtitle 6">
            <a:extLst>
              <a:ext uri="{FF2B5EF4-FFF2-40B4-BE49-F238E27FC236}">
                <a16:creationId xmlns:a16="http://schemas.microsoft.com/office/drawing/2014/main" id="{606F8B2E-A7F5-4413-BEED-BFF7C3D9FF78}"/>
              </a:ext>
            </a:extLst>
          </p:cNvPr>
          <p:cNvSpPr>
            <a:spLocks noGrp="1"/>
          </p:cNvSpPr>
          <p:nvPr>
            <p:ph type="subTitle" idx="1"/>
          </p:nvPr>
        </p:nvSpPr>
        <p:spPr>
          <a:xfrm>
            <a:off x="3163809" y="3299438"/>
            <a:ext cx="6132591" cy="1196362"/>
          </a:xfrm>
        </p:spPr>
        <p:txBody>
          <a:bodyPr>
            <a:normAutofit/>
          </a:bodyPr>
          <a:lstStyle/>
          <a:p>
            <a:r>
              <a:rPr lang="en-US" sz="3600" dirty="0" err="1" smtClean="0">
                <a:solidFill>
                  <a:srgbClr val="FFC000"/>
                </a:solidFill>
              </a:rPr>
              <a:t>Bài</a:t>
            </a:r>
            <a:r>
              <a:rPr lang="en-US" sz="3600" dirty="0" smtClean="0">
                <a:solidFill>
                  <a:srgbClr val="FFC000"/>
                </a:solidFill>
              </a:rPr>
              <a:t> 1: </a:t>
            </a:r>
            <a:r>
              <a:rPr lang="en-US" sz="3600" dirty="0" err="1" smtClean="0">
                <a:solidFill>
                  <a:srgbClr val="FFC000"/>
                </a:solidFill>
              </a:rPr>
              <a:t>Tổng</a:t>
            </a:r>
            <a:r>
              <a:rPr lang="en-US" sz="3600" dirty="0" smtClean="0">
                <a:solidFill>
                  <a:srgbClr val="FFC000"/>
                </a:solidFill>
              </a:rPr>
              <a:t> </a:t>
            </a:r>
            <a:r>
              <a:rPr lang="en-US" sz="3600" dirty="0" err="1" smtClean="0">
                <a:solidFill>
                  <a:srgbClr val="FFC000"/>
                </a:solidFill>
              </a:rPr>
              <a:t>quan</a:t>
            </a:r>
            <a:r>
              <a:rPr lang="en-US" sz="3600" dirty="0" smtClean="0">
                <a:solidFill>
                  <a:srgbClr val="FFC000"/>
                </a:solidFill>
              </a:rPr>
              <a:t> </a:t>
            </a:r>
            <a:r>
              <a:rPr lang="en-US" sz="3600" dirty="0" err="1" smtClean="0">
                <a:solidFill>
                  <a:srgbClr val="FFC000"/>
                </a:solidFill>
              </a:rPr>
              <a:t>Asp.Net</a:t>
            </a:r>
            <a:r>
              <a:rPr lang="en-US" sz="3600" dirty="0" smtClean="0">
                <a:solidFill>
                  <a:srgbClr val="FFC000"/>
                </a:solidFill>
              </a:rPr>
              <a:t> Core</a:t>
            </a:r>
            <a:endParaRPr lang="en-US" sz="3600" dirty="0">
              <a:solidFill>
                <a:srgbClr val="FFC000"/>
              </a:solidFill>
            </a:endParaRPr>
          </a:p>
        </p:txBody>
      </p:sp>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22541166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mn-lt"/>
              </a:rPr>
              <a:t>Mục</a:t>
            </a:r>
            <a:r>
              <a:rPr lang="en-US" sz="4800" b="1" dirty="0" smtClean="0">
                <a:solidFill>
                  <a:srgbClr val="FF0000"/>
                </a:solidFill>
                <a:latin typeface="+mn-lt"/>
              </a:rPr>
              <a:t> </a:t>
            </a:r>
            <a:r>
              <a:rPr lang="en-US" sz="4800" b="1" dirty="0" err="1" smtClean="0">
                <a:solidFill>
                  <a:srgbClr val="FF0000"/>
                </a:solidFill>
                <a:latin typeface="+mn-lt"/>
              </a:rPr>
              <a:t>tiêu</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
            </a:pPr>
            <a:endParaRPr lang="en-US" sz="3200" dirty="0" smtClean="0"/>
          </a:p>
          <a:p>
            <a:pPr>
              <a:buFont typeface="Wingdings" pitchFamily="2" charset="2"/>
              <a:buChar char="¤"/>
            </a:pPr>
            <a:r>
              <a:rPr lang="vi-VN" sz="3200" dirty="0" smtClean="0"/>
              <a:t>Cơ </a:t>
            </a:r>
            <a:r>
              <a:rPr lang="vi-VN" sz="3200" dirty="0"/>
              <a:t>bản về lập trình </a:t>
            </a:r>
            <a:r>
              <a:rPr lang="vi-VN" sz="3200" dirty="0" smtClean="0"/>
              <a:t>Web</a:t>
            </a:r>
            <a:endParaRPr lang="en-US" sz="3200" dirty="0" smtClean="0"/>
          </a:p>
          <a:p>
            <a:pPr>
              <a:buFont typeface="Wingdings" pitchFamily="2" charset="2"/>
              <a:buChar char="¤"/>
            </a:pPr>
            <a:endParaRPr lang="en-US" sz="3200" dirty="0"/>
          </a:p>
          <a:p>
            <a:pPr>
              <a:buFont typeface="Wingdings" pitchFamily="2" charset="2"/>
              <a:buChar char="¤"/>
            </a:pPr>
            <a:r>
              <a:rPr lang="nl-NL" sz="3200" dirty="0"/>
              <a:t>.NET Core và .Net </a:t>
            </a:r>
            <a:r>
              <a:rPr lang="nl-NL" sz="3200" dirty="0" smtClean="0"/>
              <a:t>Framework</a:t>
            </a:r>
          </a:p>
          <a:p>
            <a:pPr>
              <a:buFont typeface="Wingdings" pitchFamily="2" charset="2"/>
              <a:buChar char="¤"/>
            </a:pPr>
            <a:endParaRPr lang="nl-NL" sz="3200" dirty="0"/>
          </a:p>
          <a:p>
            <a:pPr>
              <a:buFont typeface="Wingdings" pitchFamily="2" charset="2"/>
              <a:buChar char="¤"/>
            </a:pPr>
            <a:r>
              <a:rPr lang="nl-NL" sz="3200" dirty="0"/>
              <a:t>ASP.NET </a:t>
            </a:r>
            <a:r>
              <a:rPr lang="nl-NL" sz="3200" dirty="0" smtClean="0"/>
              <a:t>Core</a:t>
            </a:r>
          </a:p>
          <a:p>
            <a:pPr>
              <a:buFont typeface="Wingdings" pitchFamily="2" charset="2"/>
              <a:buChar char="¤"/>
            </a:pPr>
            <a:endParaRPr lang="nl-NL" sz="3200" dirty="0"/>
          </a:p>
          <a:p>
            <a:pPr>
              <a:buFont typeface="Wingdings" pitchFamily="2" charset="2"/>
              <a:buChar char="¤"/>
            </a:pPr>
            <a:r>
              <a:rPr lang="en-US" sz="3200" dirty="0" err="1"/>
              <a:t>Dự</a:t>
            </a:r>
            <a:r>
              <a:rPr lang="en-US" sz="3200" dirty="0"/>
              <a:t> </a:t>
            </a:r>
            <a:r>
              <a:rPr lang="en-US" sz="3200" dirty="0" err="1"/>
              <a:t>án</a:t>
            </a:r>
            <a:r>
              <a:rPr lang="en-US" sz="3200" dirty="0"/>
              <a:t> ASP.NET Core </a:t>
            </a:r>
            <a:r>
              <a:rPr lang="en-US" sz="3200" dirty="0" err="1"/>
              <a:t>từ</a:t>
            </a:r>
            <a:r>
              <a:rPr lang="en-US" sz="3200" dirty="0"/>
              <a:t> Visual Studio</a:t>
            </a:r>
            <a:endParaRPr lang="nl-NL" sz="3200"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18594507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vi-VN" sz="4800" b="1" dirty="0">
                <a:solidFill>
                  <a:srgbClr val="FF0000"/>
                </a:solidFill>
                <a:latin typeface="Calibri" panose="020F0502020204030204" pitchFamily="34" charset="0"/>
                <a:ea typeface="Calibri" panose="020F0502020204030204" pitchFamily="34" charset="0"/>
                <a:cs typeface="Calibri" panose="020F0502020204030204" pitchFamily="34" charset="0"/>
              </a:rPr>
              <a:t>Cơ bản về lập trình Web</a:t>
            </a:r>
            <a:endPar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3</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buNone/>
            </a:pPr>
            <a:r>
              <a:rPr lang="en-US" sz="3200" dirty="0" err="1" smtClean="0">
                <a:solidFill>
                  <a:srgbClr val="FF0000"/>
                </a:solidFill>
              </a:rPr>
              <a:t>Một</a:t>
            </a:r>
            <a:r>
              <a:rPr lang="en-US" sz="3200" dirty="0" smtClean="0">
                <a:solidFill>
                  <a:srgbClr val="FF0000"/>
                </a:solidFill>
              </a:rPr>
              <a:t> </a:t>
            </a:r>
            <a:r>
              <a:rPr lang="en-US" sz="3200" dirty="0" err="1">
                <a:solidFill>
                  <a:srgbClr val="FF0000"/>
                </a:solidFill>
              </a:rPr>
              <a:t>số</a:t>
            </a:r>
            <a:r>
              <a:rPr lang="en-US" sz="3200" dirty="0">
                <a:solidFill>
                  <a:srgbClr val="FF0000"/>
                </a:solidFill>
              </a:rPr>
              <a:t> </a:t>
            </a:r>
            <a:r>
              <a:rPr lang="en-US" sz="3200" dirty="0" err="1">
                <a:solidFill>
                  <a:srgbClr val="FF0000"/>
                </a:solidFill>
              </a:rPr>
              <a:t>thuật</a:t>
            </a:r>
            <a:r>
              <a:rPr lang="en-US" sz="3200" dirty="0">
                <a:solidFill>
                  <a:srgbClr val="FF0000"/>
                </a:solidFill>
              </a:rPr>
              <a:t> </a:t>
            </a:r>
            <a:r>
              <a:rPr lang="en-US" sz="3200" dirty="0" err="1">
                <a:solidFill>
                  <a:srgbClr val="FF0000"/>
                </a:solidFill>
              </a:rPr>
              <a:t>ngữ</a:t>
            </a:r>
            <a:endParaRPr lang="en-US" sz="3200" dirty="0">
              <a:solidFill>
                <a:srgbClr val="FF0000"/>
              </a:solidFill>
            </a:endParaRPr>
          </a:p>
          <a:p>
            <a:pPr>
              <a:lnSpc>
                <a:spcPct val="120000"/>
              </a:lnSpc>
              <a:buFont typeface="Wingdings" pitchFamily="2" charset="2"/>
              <a:buChar char="v"/>
            </a:pPr>
            <a:r>
              <a:rPr lang="en-US" sz="2000" b="1" dirty="0" smtClean="0">
                <a:solidFill>
                  <a:schemeClr val="hlink"/>
                </a:solidFill>
              </a:rPr>
              <a:t>Web </a:t>
            </a:r>
            <a:r>
              <a:rPr lang="en-US" sz="2000" b="1" dirty="0">
                <a:solidFill>
                  <a:schemeClr val="hlink"/>
                </a:solidFill>
              </a:rPr>
              <a:t>page</a:t>
            </a:r>
            <a:r>
              <a:rPr lang="en-US" sz="2000" dirty="0"/>
              <a:t>: </a:t>
            </a:r>
            <a:r>
              <a:rPr lang="en-US" sz="2000" dirty="0"/>
              <a:t>Trang web , tập tin văn bản có nội dung gồm: content + presentation data được viết trong markup language.</a:t>
            </a:r>
            <a:endParaRPr lang="en-US" sz="2000" b="1" dirty="0"/>
          </a:p>
          <a:p>
            <a:pPr>
              <a:lnSpc>
                <a:spcPct val="120000"/>
              </a:lnSpc>
              <a:buFont typeface="Wingdings" pitchFamily="2" charset="2"/>
              <a:buChar char="v"/>
            </a:pPr>
            <a:r>
              <a:rPr lang="en-US" sz="2000" b="1" dirty="0">
                <a:solidFill>
                  <a:schemeClr val="hlink"/>
                </a:solidFill>
              </a:rPr>
              <a:t>Web Browser</a:t>
            </a:r>
            <a:r>
              <a:rPr lang="en-US" sz="2000" dirty="0"/>
              <a:t>: Phần mềm duyệt web, Internet Explorer, </a:t>
            </a:r>
            <a:r>
              <a:rPr lang="en-US" sz="2000" dirty="0" err="1"/>
              <a:t>FireFox</a:t>
            </a:r>
            <a:r>
              <a:rPr lang="en-US" sz="2000" dirty="0"/>
              <a:t>, Chrome,… Web browser biết cách kết </a:t>
            </a:r>
            <a:r>
              <a:rPr lang="en-US" sz="2000" dirty="0" err="1"/>
              <a:t>nối</a:t>
            </a:r>
            <a:r>
              <a:rPr lang="en-US" sz="2000" dirty="0"/>
              <a:t> với server để lấy về một web page </a:t>
            </a:r>
            <a:r>
              <a:rPr lang="en-US" sz="2000" dirty="0" err="1"/>
              <a:t>theo</a:t>
            </a:r>
            <a:r>
              <a:rPr lang="en-US" sz="2000" dirty="0"/>
              <a:t> yêu cầu của user. Web browser biết cách thông dịch các thẻ đánh dấu (presentation data) trong web page để thể hiện nội dung ra màn hình.</a:t>
            </a:r>
            <a:endParaRPr lang="en-US" sz="2000" b="1" dirty="0"/>
          </a:p>
          <a:p>
            <a:pPr>
              <a:lnSpc>
                <a:spcPct val="120000"/>
              </a:lnSpc>
              <a:buFont typeface="Wingdings" pitchFamily="2" charset="2"/>
              <a:buChar char="v"/>
            </a:pPr>
            <a:r>
              <a:rPr lang="en-US" sz="2000" b="1" dirty="0">
                <a:solidFill>
                  <a:schemeClr val="hlink"/>
                </a:solidFill>
              </a:rPr>
              <a:t>Web server</a:t>
            </a:r>
            <a:r>
              <a:rPr lang="en-US" sz="2000" dirty="0"/>
              <a:t>: Phần mềm có khả năng đáp ứng yêu cầu lấy thông tin từ Web browser</a:t>
            </a:r>
            <a:endParaRPr lang="en-US" sz="2000" b="1" dirty="0"/>
          </a:p>
          <a:p>
            <a:pPr>
              <a:lnSpc>
                <a:spcPct val="120000"/>
              </a:lnSpc>
              <a:buFont typeface="Wingdings" pitchFamily="2" charset="2"/>
              <a:buChar char="v"/>
            </a:pPr>
            <a:r>
              <a:rPr lang="en-US" sz="2000" b="1" dirty="0">
                <a:solidFill>
                  <a:schemeClr val="hlink"/>
                </a:solidFill>
              </a:rPr>
              <a:t>Database</a:t>
            </a:r>
            <a:r>
              <a:rPr lang="en-US" sz="2000" dirty="0"/>
              <a:t>: Cơ sở dữ liệu lưu </a:t>
            </a:r>
            <a:r>
              <a:rPr lang="en-US" sz="2000" dirty="0" err="1"/>
              <a:t>trữ</a:t>
            </a:r>
            <a:r>
              <a:rPr lang="en-US" sz="2000" dirty="0"/>
              <a:t> nhờ một RDBMS như SQL Server, Oracle.</a:t>
            </a:r>
            <a:endParaRPr lang="en-US" sz="2000" b="1" dirty="0"/>
          </a:p>
          <a:p>
            <a:pPr>
              <a:lnSpc>
                <a:spcPct val="120000"/>
              </a:lnSpc>
              <a:buFont typeface="Wingdings" pitchFamily="2" charset="2"/>
              <a:buChar char="v"/>
            </a:pPr>
            <a:r>
              <a:rPr lang="en-US" sz="2000" b="1" dirty="0">
                <a:solidFill>
                  <a:schemeClr val="hlink"/>
                </a:solidFill>
              </a:rPr>
              <a:t>Protocol</a:t>
            </a:r>
            <a:r>
              <a:rPr lang="en-US" sz="2000" dirty="0"/>
              <a:t>: Giao thức, cách thức truyền thông trên mạng, một tập các quy định về tổ chức </a:t>
            </a:r>
            <a:r>
              <a:rPr lang="en-US" sz="2000" dirty="0" err="1"/>
              <a:t>vật</a:t>
            </a:r>
            <a:r>
              <a:rPr lang="en-US" sz="2000" dirty="0"/>
              <a:t> lý của một đơn vị thông tin được truyền trên mạng.</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33285076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Calibri" panose="020F0502020204030204" pitchFamily="34" charset="0"/>
                <a:ea typeface="Calibri" panose="020F0502020204030204" pitchFamily="34" charset="0"/>
                <a:cs typeface="Calibri" panose="020F0502020204030204" pitchFamily="34" charset="0"/>
              </a:rPr>
              <a:t>Trang</a:t>
            </a:r>
            <a:r>
              <a:rPr lang="en-US"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 web </a:t>
            </a:r>
            <a:r>
              <a:rPr lang="en-US" sz="4800" b="1" dirty="0" err="1" smtClean="0">
                <a:solidFill>
                  <a:srgbClr val="FF0000"/>
                </a:solidFill>
                <a:latin typeface="Calibri" panose="020F0502020204030204" pitchFamily="34" charset="0"/>
                <a:ea typeface="Calibri" panose="020F0502020204030204" pitchFamily="34" charset="0"/>
                <a:cs typeface="Calibri" panose="020F0502020204030204" pitchFamily="34" charset="0"/>
              </a:rPr>
              <a:t>tĩnh</a:t>
            </a:r>
            <a:endPar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4</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000" dirty="0" err="1"/>
              <a:t>Mọi</a:t>
            </a:r>
            <a:r>
              <a:rPr lang="en-US" altLang="en-US" sz="2000" dirty="0"/>
              <a:t> </a:t>
            </a:r>
            <a:r>
              <a:rPr lang="en-US" altLang="en-US" sz="2000" dirty="0" err="1"/>
              <a:t>người</a:t>
            </a:r>
            <a:r>
              <a:rPr lang="en-US" altLang="en-US" sz="2000" dirty="0"/>
              <a:t> </a:t>
            </a:r>
            <a:r>
              <a:rPr lang="en-US" altLang="en-US" sz="2000" dirty="0" err="1"/>
              <a:t>sử</a:t>
            </a:r>
            <a:r>
              <a:rPr lang="en-US" altLang="en-US" sz="2000" dirty="0"/>
              <a:t> </a:t>
            </a:r>
            <a:r>
              <a:rPr lang="en-US" altLang="en-US" sz="2000" dirty="0" err="1"/>
              <a:t>dụng</a:t>
            </a:r>
            <a:r>
              <a:rPr lang="en-US" altLang="en-US" sz="2000" dirty="0"/>
              <a:t> </a:t>
            </a:r>
            <a:r>
              <a:rPr lang="en-US" altLang="en-US" sz="2000" dirty="0" err="1"/>
              <a:t>nhận</a:t>
            </a:r>
            <a:r>
              <a:rPr lang="en-US" altLang="en-US" sz="2000" dirty="0"/>
              <a:t> </a:t>
            </a:r>
            <a:r>
              <a:rPr lang="en-US" altLang="en-US" sz="2000" dirty="0" err="1"/>
              <a:t>được</a:t>
            </a:r>
            <a:r>
              <a:rPr lang="en-US" altLang="en-US" sz="2000" dirty="0"/>
              <a:t> </a:t>
            </a:r>
            <a:r>
              <a:rPr lang="en-US" altLang="en-US" sz="2000" dirty="0" err="1"/>
              <a:t>kết</a:t>
            </a:r>
            <a:r>
              <a:rPr lang="en-US" altLang="en-US" sz="2000" dirty="0"/>
              <a:t> </a:t>
            </a:r>
            <a:r>
              <a:rPr lang="en-US" altLang="en-US" sz="2000" dirty="0" err="1"/>
              <a:t>quả</a:t>
            </a:r>
            <a:r>
              <a:rPr lang="en-US" altLang="en-US" sz="2000" dirty="0"/>
              <a:t> </a:t>
            </a:r>
            <a:r>
              <a:rPr lang="en-US" altLang="en-US" sz="2000" dirty="0" err="1"/>
              <a:t>giống</a:t>
            </a:r>
            <a:r>
              <a:rPr lang="en-US" altLang="en-US" sz="2000" dirty="0"/>
              <a:t> </a:t>
            </a:r>
            <a:r>
              <a:rPr lang="en-US" altLang="en-US" sz="2000" dirty="0" err="1"/>
              <a:t>nhau</a:t>
            </a:r>
            <a:endParaRPr lang="en-US" altLang="en-US" sz="2000" dirty="0"/>
          </a:p>
          <a:p>
            <a:r>
              <a:rPr lang="en-US" altLang="en-US" sz="2000" dirty="0" err="1"/>
              <a:t>Trang</a:t>
            </a:r>
            <a:r>
              <a:rPr lang="en-US" altLang="en-US" sz="2000" dirty="0"/>
              <a:t> web </a:t>
            </a:r>
            <a:r>
              <a:rPr lang="en-US" altLang="en-US" sz="2000" dirty="0" err="1"/>
              <a:t>được</a:t>
            </a:r>
            <a:r>
              <a:rPr lang="en-US" altLang="en-US" sz="2000" dirty="0"/>
              <a:t> </a:t>
            </a:r>
            <a:r>
              <a:rPr lang="en-US" altLang="en-US" sz="2000" dirty="0" err="1"/>
              <a:t>viết</a:t>
            </a:r>
            <a:r>
              <a:rPr lang="en-US" altLang="en-US" sz="2000" dirty="0"/>
              <a:t> </a:t>
            </a:r>
            <a:r>
              <a:rPr lang="en-US" altLang="en-US" sz="2000" dirty="0" err="1"/>
              <a:t>bằng</a:t>
            </a:r>
            <a:r>
              <a:rPr lang="en-US" altLang="en-US" sz="2000" dirty="0"/>
              <a:t> HTML, </a:t>
            </a:r>
            <a:r>
              <a:rPr lang="en-US" altLang="en-US" sz="2000" dirty="0" err="1"/>
              <a:t>chỉ</a:t>
            </a:r>
            <a:r>
              <a:rPr lang="en-US" altLang="en-US" sz="2000" dirty="0"/>
              <a:t> </a:t>
            </a:r>
            <a:r>
              <a:rPr lang="en-US" altLang="en-US" sz="2000" dirty="0" err="1"/>
              <a:t>thay</a:t>
            </a:r>
            <a:r>
              <a:rPr lang="en-US" altLang="en-US" sz="2000" dirty="0"/>
              <a:t> </a:t>
            </a:r>
            <a:r>
              <a:rPr lang="en-US" altLang="en-US" sz="2000" dirty="0" err="1"/>
              <a:t>đổi</a:t>
            </a:r>
            <a:r>
              <a:rPr lang="en-US" altLang="en-US" sz="2000" dirty="0"/>
              <a:t> </a:t>
            </a:r>
            <a:r>
              <a:rPr lang="en-US" altLang="en-US" sz="2000" dirty="0" err="1"/>
              <a:t>khi</a:t>
            </a:r>
            <a:r>
              <a:rPr lang="en-US" altLang="en-US" sz="2000" dirty="0"/>
              <a:t> </a:t>
            </a:r>
            <a:r>
              <a:rPr lang="en-US" altLang="en-US" sz="2000" dirty="0" err="1"/>
              <a:t>có</a:t>
            </a:r>
            <a:r>
              <a:rPr lang="en-US" altLang="en-US" sz="2000" dirty="0"/>
              <a:t> </a:t>
            </a:r>
            <a:r>
              <a:rPr lang="en-US" altLang="en-US" sz="2000" dirty="0" err="1"/>
              <a:t>sự</a:t>
            </a:r>
            <a:r>
              <a:rPr lang="en-US" altLang="en-US" sz="2000" dirty="0"/>
              <a:t> </a:t>
            </a:r>
            <a:r>
              <a:rPr lang="en-US" altLang="en-US" sz="2000" dirty="0" err="1"/>
              <a:t>thay</a:t>
            </a:r>
            <a:r>
              <a:rPr lang="en-US" altLang="en-US" sz="2000" dirty="0"/>
              <a:t> </a:t>
            </a:r>
            <a:r>
              <a:rPr lang="en-US" altLang="en-US" sz="2000" dirty="0" err="1"/>
              <a:t>đổi</a:t>
            </a:r>
            <a:r>
              <a:rPr lang="en-US" altLang="en-US" sz="2000" dirty="0"/>
              <a:t> </a:t>
            </a:r>
            <a:r>
              <a:rPr lang="en-US" altLang="en-US" sz="2000" dirty="0" err="1"/>
              <a:t>của</a:t>
            </a:r>
            <a:r>
              <a:rPr lang="en-US" altLang="en-US" sz="2000" dirty="0"/>
              <a:t> </a:t>
            </a:r>
            <a:r>
              <a:rPr lang="en-US" altLang="en-US" sz="2000" dirty="0" err="1"/>
              <a:t>người</a:t>
            </a:r>
            <a:r>
              <a:rPr lang="en-US" altLang="en-US" sz="2000" dirty="0"/>
              <a:t> </a:t>
            </a:r>
            <a:r>
              <a:rPr lang="en-US" altLang="en-US" sz="2000" dirty="0" err="1"/>
              <a:t>xây</a:t>
            </a:r>
            <a:r>
              <a:rPr lang="en-US" altLang="en-US" sz="2000" dirty="0"/>
              <a:t> </a:t>
            </a:r>
            <a:r>
              <a:rPr lang="en-US" altLang="en-US" sz="2000" dirty="0" err="1"/>
              <a:t>dựng</a:t>
            </a:r>
            <a:endParaRPr lang="en-US" altLang="en-US" sz="2000" dirty="0"/>
          </a:p>
          <a:p>
            <a:r>
              <a:rPr lang="en-US" altLang="en-US" sz="2000" dirty="0" err="1"/>
              <a:t>Khả</a:t>
            </a:r>
            <a:r>
              <a:rPr lang="en-US" altLang="en-US" sz="2000" dirty="0"/>
              <a:t> </a:t>
            </a:r>
            <a:r>
              <a:rPr lang="en-US" altLang="en-US" sz="2000" dirty="0" err="1"/>
              <a:t>năng</a:t>
            </a:r>
            <a:r>
              <a:rPr lang="en-US" altLang="en-US" sz="2000" dirty="0"/>
              <a:t> </a:t>
            </a:r>
            <a:r>
              <a:rPr lang="en-US" altLang="en-US" sz="2000" dirty="0" err="1"/>
              <a:t>tương</a:t>
            </a:r>
            <a:r>
              <a:rPr lang="en-US" altLang="en-US" sz="2000" dirty="0"/>
              <a:t> </a:t>
            </a:r>
            <a:r>
              <a:rPr lang="en-US" altLang="en-US" sz="2000" dirty="0" err="1"/>
              <a:t>tác</a:t>
            </a:r>
            <a:r>
              <a:rPr lang="en-US" altLang="en-US" sz="2000" dirty="0"/>
              <a:t> </a:t>
            </a:r>
            <a:r>
              <a:rPr lang="en-US" altLang="en-US" sz="2000" dirty="0" err="1"/>
              <a:t>yếu</a:t>
            </a:r>
            <a:endParaRPr lang="en-US" altLang="en-US" sz="2000" dirty="0"/>
          </a:p>
          <a:p>
            <a:r>
              <a:rPr lang="en-US" altLang="en-US" sz="2000" dirty="0"/>
              <a:t>Webserver </a:t>
            </a:r>
            <a:r>
              <a:rPr lang="en-US" altLang="en-US" sz="2000" dirty="0" err="1"/>
              <a:t>hoạt</a:t>
            </a:r>
            <a:r>
              <a:rPr lang="en-US" altLang="en-US" sz="2000" dirty="0"/>
              <a:t> </a:t>
            </a:r>
            <a:r>
              <a:rPr lang="en-US" altLang="en-US" sz="2000" dirty="0" err="1"/>
              <a:t>động</a:t>
            </a:r>
            <a:r>
              <a:rPr lang="en-US" altLang="en-US" sz="2000" dirty="0"/>
              <a:t> </a:t>
            </a:r>
            <a:r>
              <a:rPr lang="en-US" altLang="en-US" sz="2000" dirty="0" err="1"/>
              <a:t>giống</a:t>
            </a:r>
            <a:r>
              <a:rPr lang="en-US" altLang="en-US" sz="2000" dirty="0"/>
              <a:t> 1 file server</a:t>
            </a:r>
            <a:endParaRPr lang="en-US" sz="2000" dirty="0">
              <a:solidFill>
                <a:srgbClr val="FF0000"/>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grpSp>
        <p:nvGrpSpPr>
          <p:cNvPr id="7" name="Group 49">
            <a:extLst>
              <a:ext uri="{FF2B5EF4-FFF2-40B4-BE49-F238E27FC236}">
                <a16:creationId xmlns:a16="http://schemas.microsoft.com/office/drawing/2014/main" id="{B7605C12-418E-49A7-87E8-8967064BA075}"/>
              </a:ext>
            </a:extLst>
          </p:cNvPr>
          <p:cNvGrpSpPr>
            <a:grpSpLocks/>
          </p:cNvGrpSpPr>
          <p:nvPr/>
        </p:nvGrpSpPr>
        <p:grpSpPr bwMode="auto">
          <a:xfrm>
            <a:off x="2435468" y="2944934"/>
            <a:ext cx="6796455" cy="3104173"/>
            <a:chOff x="432" y="1824"/>
            <a:chExt cx="5184" cy="2668"/>
          </a:xfrm>
        </p:grpSpPr>
        <p:sp>
          <p:nvSpPr>
            <p:cNvPr id="8" name="Freeform 10">
              <a:extLst>
                <a:ext uri="{FF2B5EF4-FFF2-40B4-BE49-F238E27FC236}">
                  <a16:creationId xmlns:a16="http://schemas.microsoft.com/office/drawing/2014/main" id="{7933DB4A-F309-4E4A-B98D-2EF6BDEE9950}"/>
                </a:ext>
              </a:extLst>
            </p:cNvPr>
            <p:cNvSpPr>
              <a:spLocks/>
            </p:cNvSpPr>
            <p:nvPr/>
          </p:nvSpPr>
          <p:spPr bwMode="auto">
            <a:xfrm>
              <a:off x="3504" y="2208"/>
              <a:ext cx="1293" cy="292"/>
            </a:xfrm>
            <a:custGeom>
              <a:avLst/>
              <a:gdLst>
                <a:gd name="T0" fmla="*/ 0 w 1293"/>
                <a:gd name="T1" fmla="*/ 292 h 292"/>
                <a:gd name="T2" fmla="*/ 113 w 1293"/>
                <a:gd name="T3" fmla="*/ 123 h 292"/>
                <a:gd name="T4" fmla="*/ 189 w 1293"/>
                <a:gd name="T5" fmla="*/ 132 h 292"/>
                <a:gd name="T6" fmla="*/ 302 w 1293"/>
                <a:gd name="T7" fmla="*/ 207 h 292"/>
                <a:gd name="T8" fmla="*/ 396 w 1293"/>
                <a:gd name="T9" fmla="*/ 198 h 292"/>
                <a:gd name="T10" fmla="*/ 481 w 1293"/>
                <a:gd name="T11" fmla="*/ 141 h 292"/>
                <a:gd name="T12" fmla="*/ 585 w 1293"/>
                <a:gd name="T13" fmla="*/ 66 h 292"/>
                <a:gd name="T14" fmla="*/ 698 w 1293"/>
                <a:gd name="T15" fmla="*/ 0 h 292"/>
                <a:gd name="T16" fmla="*/ 765 w 1293"/>
                <a:gd name="T17" fmla="*/ 19 h 292"/>
                <a:gd name="T18" fmla="*/ 868 w 1293"/>
                <a:gd name="T19" fmla="*/ 104 h 292"/>
                <a:gd name="T20" fmla="*/ 1067 w 1293"/>
                <a:gd name="T21" fmla="*/ 85 h 292"/>
                <a:gd name="T22" fmla="*/ 1180 w 1293"/>
                <a:gd name="T23" fmla="*/ 28 h 292"/>
                <a:gd name="T24" fmla="*/ 1293 w 1293"/>
                <a:gd name="T25" fmla="*/ 28 h 2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293" h="292">
                  <a:moveTo>
                    <a:pt x="0" y="292"/>
                  </a:moveTo>
                  <a:cubicBezTo>
                    <a:pt x="13" y="213"/>
                    <a:pt x="32" y="149"/>
                    <a:pt x="113" y="123"/>
                  </a:cubicBezTo>
                  <a:cubicBezTo>
                    <a:pt x="138" y="126"/>
                    <a:pt x="164" y="125"/>
                    <a:pt x="189" y="132"/>
                  </a:cubicBezTo>
                  <a:cubicBezTo>
                    <a:pt x="224" y="141"/>
                    <a:pt x="252" y="191"/>
                    <a:pt x="302" y="207"/>
                  </a:cubicBezTo>
                  <a:cubicBezTo>
                    <a:pt x="333" y="204"/>
                    <a:pt x="365" y="205"/>
                    <a:pt x="396" y="198"/>
                  </a:cubicBezTo>
                  <a:cubicBezTo>
                    <a:pt x="429" y="190"/>
                    <a:pt x="448" y="153"/>
                    <a:pt x="481" y="141"/>
                  </a:cubicBezTo>
                  <a:cubicBezTo>
                    <a:pt x="506" y="104"/>
                    <a:pt x="546" y="93"/>
                    <a:pt x="585" y="66"/>
                  </a:cubicBezTo>
                  <a:cubicBezTo>
                    <a:pt x="622" y="41"/>
                    <a:pt x="655" y="14"/>
                    <a:pt x="698" y="0"/>
                  </a:cubicBezTo>
                  <a:cubicBezTo>
                    <a:pt x="707" y="2"/>
                    <a:pt x="755" y="12"/>
                    <a:pt x="765" y="19"/>
                  </a:cubicBezTo>
                  <a:cubicBezTo>
                    <a:pt x="813" y="51"/>
                    <a:pt x="801" y="80"/>
                    <a:pt x="868" y="104"/>
                  </a:cubicBezTo>
                  <a:cubicBezTo>
                    <a:pt x="935" y="100"/>
                    <a:pt x="1007" y="115"/>
                    <a:pt x="1067" y="85"/>
                  </a:cubicBezTo>
                  <a:cubicBezTo>
                    <a:pt x="1105" y="66"/>
                    <a:pt x="1134" y="31"/>
                    <a:pt x="1180" y="28"/>
                  </a:cubicBezTo>
                  <a:cubicBezTo>
                    <a:pt x="1218" y="25"/>
                    <a:pt x="1255" y="28"/>
                    <a:pt x="1293" y="28"/>
                  </a:cubicBezTo>
                </a:path>
              </a:pathLst>
            </a:custGeom>
            <a:noFill/>
            <a:ln w="38100" cap="sq" cmpd="sng">
              <a:solidFill>
                <a:srgbClr val="FF33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9" name="Group 11">
              <a:extLst>
                <a:ext uri="{FF2B5EF4-FFF2-40B4-BE49-F238E27FC236}">
                  <a16:creationId xmlns:a16="http://schemas.microsoft.com/office/drawing/2014/main" id="{5F5ACCF5-5B4D-43EF-8F69-E06DD5723E84}"/>
                </a:ext>
              </a:extLst>
            </p:cNvPr>
            <p:cNvGrpSpPr>
              <a:grpSpLocks/>
            </p:cNvGrpSpPr>
            <p:nvPr/>
          </p:nvGrpSpPr>
          <p:grpSpPr bwMode="auto">
            <a:xfrm>
              <a:off x="4800" y="1824"/>
              <a:ext cx="672" cy="1008"/>
              <a:chOff x="752" y="760"/>
              <a:chExt cx="626" cy="1012"/>
            </a:xfrm>
          </p:grpSpPr>
          <p:sp>
            <p:nvSpPr>
              <p:cNvPr id="23" name="Freeform 12">
                <a:extLst>
                  <a:ext uri="{FF2B5EF4-FFF2-40B4-BE49-F238E27FC236}">
                    <a16:creationId xmlns:a16="http://schemas.microsoft.com/office/drawing/2014/main" id="{31F17CC9-753E-49F4-AEFB-89EDC9AC7383}"/>
                  </a:ext>
                </a:extLst>
              </p:cNvPr>
              <p:cNvSpPr>
                <a:spLocks/>
              </p:cNvSpPr>
              <p:nvPr/>
            </p:nvSpPr>
            <p:spPr bwMode="auto">
              <a:xfrm>
                <a:off x="754" y="760"/>
                <a:ext cx="623" cy="217"/>
              </a:xfrm>
              <a:custGeom>
                <a:avLst/>
                <a:gdLst>
                  <a:gd name="T0" fmla="*/ 0 w 1291"/>
                  <a:gd name="T1" fmla="*/ 148 h 449"/>
                  <a:gd name="T2" fmla="*/ 278 w 1291"/>
                  <a:gd name="T3" fmla="*/ 217 h 449"/>
                  <a:gd name="T4" fmla="*/ 623 w 1291"/>
                  <a:gd name="T5" fmla="*/ 61 h 449"/>
                  <a:gd name="T6" fmla="*/ 351 w 1291"/>
                  <a:gd name="T7" fmla="*/ 0 h 449"/>
                  <a:gd name="T8" fmla="*/ 0 w 1291"/>
                  <a:gd name="T9" fmla="*/ 148 h 4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13">
                <a:extLst>
                  <a:ext uri="{FF2B5EF4-FFF2-40B4-BE49-F238E27FC236}">
                    <a16:creationId xmlns:a16="http://schemas.microsoft.com/office/drawing/2014/main" id="{150F5820-3CFD-485E-9E83-B03FD351B539}"/>
                  </a:ext>
                </a:extLst>
              </p:cNvPr>
              <p:cNvSpPr>
                <a:spLocks/>
              </p:cNvSpPr>
              <p:nvPr/>
            </p:nvSpPr>
            <p:spPr bwMode="auto">
              <a:xfrm>
                <a:off x="764" y="1513"/>
                <a:ext cx="604" cy="259"/>
              </a:xfrm>
              <a:custGeom>
                <a:avLst/>
                <a:gdLst>
                  <a:gd name="T0" fmla="*/ 0 w 1252"/>
                  <a:gd name="T1" fmla="*/ 141 h 536"/>
                  <a:gd name="T2" fmla="*/ 0 w 1252"/>
                  <a:gd name="T3" fmla="*/ 179 h 536"/>
                  <a:gd name="T4" fmla="*/ 274 w 1252"/>
                  <a:gd name="T5" fmla="*/ 259 h 536"/>
                  <a:gd name="T6" fmla="*/ 604 w 1252"/>
                  <a:gd name="T7" fmla="*/ 44 h 536"/>
                  <a:gd name="T8" fmla="*/ 604 w 1252"/>
                  <a:gd name="T9" fmla="*/ 0 h 5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14">
                <a:extLst>
                  <a:ext uri="{FF2B5EF4-FFF2-40B4-BE49-F238E27FC236}">
                    <a16:creationId xmlns:a16="http://schemas.microsoft.com/office/drawing/2014/main" id="{03E224AC-182B-4FEE-8F56-54FFA4D924CE}"/>
                  </a:ext>
                </a:extLst>
              </p:cNvPr>
              <p:cNvSpPr>
                <a:spLocks/>
              </p:cNvSpPr>
              <p:nvPr/>
            </p:nvSpPr>
            <p:spPr bwMode="auto">
              <a:xfrm>
                <a:off x="1026" y="820"/>
                <a:ext cx="352" cy="927"/>
              </a:xfrm>
              <a:custGeom>
                <a:avLst/>
                <a:gdLst>
                  <a:gd name="T0" fmla="*/ 0 w 729"/>
                  <a:gd name="T1" fmla="*/ 159 h 1916"/>
                  <a:gd name="T2" fmla="*/ 2 w 729"/>
                  <a:gd name="T3" fmla="*/ 927 h 1916"/>
                  <a:gd name="T4" fmla="*/ 352 w 729"/>
                  <a:gd name="T5" fmla="*/ 704 h 1916"/>
                  <a:gd name="T6" fmla="*/ 352 w 729"/>
                  <a:gd name="T7" fmla="*/ 0 h 1916"/>
                  <a:gd name="T8" fmla="*/ 0 w 729"/>
                  <a:gd name="T9" fmla="*/ 159 h 19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E5E5E5"/>
                  </a:gs>
                </a:gsLst>
                <a:path path="rect">
                  <a:fillToRect l="100000" t="100000"/>
                </a:path>
              </a:gradFill>
              <a:ln w="31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15">
                <a:extLst>
                  <a:ext uri="{FF2B5EF4-FFF2-40B4-BE49-F238E27FC236}">
                    <a16:creationId xmlns:a16="http://schemas.microsoft.com/office/drawing/2014/main" id="{91558C84-2189-4F7D-B5C7-3A19F41CD707}"/>
                  </a:ext>
                </a:extLst>
              </p:cNvPr>
              <p:cNvSpPr>
                <a:spLocks/>
              </p:cNvSpPr>
              <p:nvPr/>
            </p:nvSpPr>
            <p:spPr bwMode="auto">
              <a:xfrm>
                <a:off x="752" y="908"/>
                <a:ext cx="278" cy="834"/>
              </a:xfrm>
              <a:custGeom>
                <a:avLst/>
                <a:gdLst>
                  <a:gd name="T0" fmla="*/ 278 w 577"/>
                  <a:gd name="T1" fmla="*/ 68 h 1728"/>
                  <a:gd name="T2" fmla="*/ 278 w 577"/>
                  <a:gd name="T3" fmla="*/ 834 h 1728"/>
                  <a:gd name="T4" fmla="*/ 0 w 577"/>
                  <a:gd name="T5" fmla="*/ 757 h 1728"/>
                  <a:gd name="T6" fmla="*/ 0 w 577"/>
                  <a:gd name="T7" fmla="*/ 0 h 1728"/>
                  <a:gd name="T8" fmla="*/ 278 w 577"/>
                  <a:gd name="T9" fmla="*/ 68 h 17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7" h="1728">
                    <a:moveTo>
                      <a:pt x="576" y="140"/>
                    </a:moveTo>
                    <a:lnTo>
                      <a:pt x="576" y="1727"/>
                    </a:lnTo>
                    <a:lnTo>
                      <a:pt x="0" y="1568"/>
                    </a:lnTo>
                    <a:lnTo>
                      <a:pt x="0" y="0"/>
                    </a:lnTo>
                    <a:lnTo>
                      <a:pt x="576" y="140"/>
                    </a:lnTo>
                  </a:path>
                </a:pathLst>
              </a:custGeom>
              <a:gradFill rotWithShape="0">
                <a:gsLst>
                  <a:gs pos="0">
                    <a:srgbClr val="EDEDED"/>
                  </a:gs>
                  <a:gs pos="100000">
                    <a:srgbClr val="B2B2B2"/>
                  </a:gs>
                </a:gsLst>
                <a:lin ang="5400000" scaled="1"/>
              </a:gradFill>
              <a:ln w="31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16">
                <a:extLst>
                  <a:ext uri="{FF2B5EF4-FFF2-40B4-BE49-F238E27FC236}">
                    <a16:creationId xmlns:a16="http://schemas.microsoft.com/office/drawing/2014/main" id="{4F5A1F4B-8F74-4F5E-B1EB-A4A59195AFE2}"/>
                  </a:ext>
                </a:extLst>
              </p:cNvPr>
              <p:cNvSpPr>
                <a:spLocks noChangeShapeType="1"/>
              </p:cNvSpPr>
              <p:nvPr/>
            </p:nvSpPr>
            <p:spPr bwMode="auto">
              <a:xfrm>
                <a:off x="791" y="1610"/>
                <a:ext cx="192" cy="51"/>
              </a:xfrm>
              <a:prstGeom prst="line">
                <a:avLst/>
              </a:prstGeom>
              <a:noFill/>
              <a:ln w="6350">
                <a:solidFill>
                  <a:srgbClr val="67676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Oval 17">
                <a:extLst>
                  <a:ext uri="{FF2B5EF4-FFF2-40B4-BE49-F238E27FC236}">
                    <a16:creationId xmlns:a16="http://schemas.microsoft.com/office/drawing/2014/main" id="{92F5FF7F-B991-47E1-BC77-CCEC181EAE77}"/>
                  </a:ext>
                </a:extLst>
              </p:cNvPr>
              <p:cNvSpPr>
                <a:spLocks noChangeArrowheads="1"/>
              </p:cNvSpPr>
              <p:nvPr/>
            </p:nvSpPr>
            <p:spPr bwMode="auto">
              <a:xfrm>
                <a:off x="784" y="949"/>
                <a:ext cx="31" cy="17"/>
              </a:xfrm>
              <a:prstGeom prst="ellipse">
                <a:avLst/>
              </a:prstGeom>
              <a:solidFill>
                <a:schemeClr val="accent2"/>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a:solidFill>
                      <a:srgbClr val="0066FF"/>
                    </a:solidFill>
                    <a:latin typeface="Courier New" panose="02070309020205020404" pitchFamily="49" charset="0"/>
                  </a:defRPr>
                </a:lvl1pPr>
                <a:lvl2pPr marL="742950" indent="-285750">
                  <a:spcBef>
                    <a:spcPct val="50000"/>
                  </a:spcBef>
                  <a:defRPr sz="2400">
                    <a:solidFill>
                      <a:srgbClr val="0066FF"/>
                    </a:solidFill>
                    <a:latin typeface="Courier New" panose="02070309020205020404" pitchFamily="49" charset="0"/>
                  </a:defRPr>
                </a:lvl2pPr>
                <a:lvl3pPr marL="1143000" indent="-228600">
                  <a:spcBef>
                    <a:spcPct val="50000"/>
                  </a:spcBef>
                  <a:defRPr sz="2400">
                    <a:solidFill>
                      <a:srgbClr val="0066FF"/>
                    </a:solidFill>
                    <a:latin typeface="Courier New" panose="02070309020205020404" pitchFamily="49" charset="0"/>
                  </a:defRPr>
                </a:lvl3pPr>
                <a:lvl4pPr marL="1600200" indent="-228600">
                  <a:spcBef>
                    <a:spcPct val="50000"/>
                  </a:spcBef>
                  <a:defRPr sz="2400">
                    <a:solidFill>
                      <a:srgbClr val="0066FF"/>
                    </a:solidFill>
                    <a:latin typeface="Courier New" panose="02070309020205020404" pitchFamily="49" charset="0"/>
                  </a:defRPr>
                </a:lvl4pPr>
                <a:lvl5pPr marL="2057400" indent="-228600">
                  <a:spcBef>
                    <a:spcPct val="50000"/>
                  </a:spcBef>
                  <a:defRPr sz="2400">
                    <a:solidFill>
                      <a:srgbClr val="0066FF"/>
                    </a:solidFill>
                    <a:latin typeface="Courier New" panose="02070309020205020404" pitchFamily="49" charset="0"/>
                  </a:defRPr>
                </a:lvl5pPr>
                <a:lvl6pPr marL="2514600" indent="-228600" eaLnBrk="0" fontAlgn="base" hangingPunct="0">
                  <a:spcBef>
                    <a:spcPct val="50000"/>
                  </a:spcBef>
                  <a:spcAft>
                    <a:spcPct val="0"/>
                  </a:spcAft>
                  <a:defRPr sz="2400">
                    <a:solidFill>
                      <a:srgbClr val="0066FF"/>
                    </a:solidFill>
                    <a:latin typeface="Courier New" panose="02070309020205020404" pitchFamily="49" charset="0"/>
                  </a:defRPr>
                </a:lvl6pPr>
                <a:lvl7pPr marL="2971800" indent="-228600" eaLnBrk="0" fontAlgn="base" hangingPunct="0">
                  <a:spcBef>
                    <a:spcPct val="50000"/>
                  </a:spcBef>
                  <a:spcAft>
                    <a:spcPct val="0"/>
                  </a:spcAft>
                  <a:defRPr sz="2400">
                    <a:solidFill>
                      <a:srgbClr val="0066FF"/>
                    </a:solidFill>
                    <a:latin typeface="Courier New" panose="02070309020205020404" pitchFamily="49" charset="0"/>
                  </a:defRPr>
                </a:lvl7pPr>
                <a:lvl8pPr marL="3429000" indent="-228600" eaLnBrk="0" fontAlgn="base" hangingPunct="0">
                  <a:spcBef>
                    <a:spcPct val="50000"/>
                  </a:spcBef>
                  <a:spcAft>
                    <a:spcPct val="0"/>
                  </a:spcAft>
                  <a:defRPr sz="2400">
                    <a:solidFill>
                      <a:srgbClr val="0066FF"/>
                    </a:solidFill>
                    <a:latin typeface="Courier New" panose="02070309020205020404" pitchFamily="49" charset="0"/>
                  </a:defRPr>
                </a:lvl8pPr>
                <a:lvl9pPr marL="3886200" indent="-228600" eaLnBrk="0" fontAlgn="base" hangingPunct="0">
                  <a:spcBef>
                    <a:spcPct val="50000"/>
                  </a:spcBef>
                  <a:spcAft>
                    <a:spcPct val="0"/>
                  </a:spcAft>
                  <a:defRPr sz="2400">
                    <a:solidFill>
                      <a:srgbClr val="0066FF"/>
                    </a:solidFill>
                    <a:latin typeface="Courier New" panose="02070309020205020404" pitchFamily="49" charset="0"/>
                  </a:defRPr>
                </a:lvl9pPr>
              </a:lstStyle>
              <a:p>
                <a:pPr eaLnBrk="1" hangingPunct="1"/>
                <a:endParaRPr lang="en-US" altLang="en-US"/>
              </a:p>
            </p:txBody>
          </p:sp>
          <p:sp>
            <p:nvSpPr>
              <p:cNvPr id="29" name="Line 18">
                <a:extLst>
                  <a:ext uri="{FF2B5EF4-FFF2-40B4-BE49-F238E27FC236}">
                    <a16:creationId xmlns:a16="http://schemas.microsoft.com/office/drawing/2014/main" id="{0DBC9E7E-BB21-448F-9CFF-EA0DB1E90275}"/>
                  </a:ext>
                </a:extLst>
              </p:cNvPr>
              <p:cNvSpPr>
                <a:spLocks noChangeShapeType="1"/>
              </p:cNvSpPr>
              <p:nvPr/>
            </p:nvSpPr>
            <p:spPr bwMode="auto">
              <a:xfrm>
                <a:off x="791" y="1572"/>
                <a:ext cx="192" cy="51"/>
              </a:xfrm>
              <a:prstGeom prst="line">
                <a:avLst/>
              </a:prstGeom>
              <a:noFill/>
              <a:ln w="6350">
                <a:solidFill>
                  <a:srgbClr val="67676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19">
                <a:extLst>
                  <a:ext uri="{FF2B5EF4-FFF2-40B4-BE49-F238E27FC236}">
                    <a16:creationId xmlns:a16="http://schemas.microsoft.com/office/drawing/2014/main" id="{1279638B-5457-4AB4-8BA4-41E7BB7B7915}"/>
                  </a:ext>
                </a:extLst>
              </p:cNvPr>
              <p:cNvSpPr>
                <a:spLocks noChangeShapeType="1"/>
              </p:cNvSpPr>
              <p:nvPr/>
            </p:nvSpPr>
            <p:spPr bwMode="auto">
              <a:xfrm>
                <a:off x="791" y="1534"/>
                <a:ext cx="192" cy="52"/>
              </a:xfrm>
              <a:prstGeom prst="line">
                <a:avLst/>
              </a:prstGeom>
              <a:noFill/>
              <a:ln w="6350">
                <a:solidFill>
                  <a:srgbClr val="67676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20">
                <a:extLst>
                  <a:ext uri="{FF2B5EF4-FFF2-40B4-BE49-F238E27FC236}">
                    <a16:creationId xmlns:a16="http://schemas.microsoft.com/office/drawing/2014/main" id="{D7CF6F21-766F-4338-A9DB-B0C9339E5BE3}"/>
                  </a:ext>
                </a:extLst>
              </p:cNvPr>
              <p:cNvSpPr>
                <a:spLocks noChangeShapeType="1"/>
              </p:cNvSpPr>
              <p:nvPr/>
            </p:nvSpPr>
            <p:spPr bwMode="auto">
              <a:xfrm>
                <a:off x="791" y="1497"/>
                <a:ext cx="192" cy="51"/>
              </a:xfrm>
              <a:prstGeom prst="line">
                <a:avLst/>
              </a:prstGeom>
              <a:noFill/>
              <a:ln w="6350">
                <a:solidFill>
                  <a:srgbClr val="67676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21">
                <a:extLst>
                  <a:ext uri="{FF2B5EF4-FFF2-40B4-BE49-F238E27FC236}">
                    <a16:creationId xmlns:a16="http://schemas.microsoft.com/office/drawing/2014/main" id="{30EBE563-578F-43AE-893E-3C7DD8070EF4}"/>
                  </a:ext>
                </a:extLst>
              </p:cNvPr>
              <p:cNvSpPr>
                <a:spLocks noChangeShapeType="1"/>
              </p:cNvSpPr>
              <p:nvPr/>
            </p:nvSpPr>
            <p:spPr bwMode="auto">
              <a:xfrm>
                <a:off x="791" y="1458"/>
                <a:ext cx="192" cy="51"/>
              </a:xfrm>
              <a:prstGeom prst="line">
                <a:avLst/>
              </a:prstGeom>
              <a:noFill/>
              <a:ln w="6350">
                <a:solidFill>
                  <a:srgbClr val="67676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A9A9A9"/>
                      </a:outerShdw>
                    </a:effectLst>
                  </a14:hiddenEffects>
                </a:ext>
              </a:extLst>
            </p:spPr>
            <p:txBody>
              <a:bodyPr wrap="none" anchor="ctr"/>
              <a:lstStyle/>
              <a:p>
                <a:endParaRPr lang="en-US"/>
              </a:p>
            </p:txBody>
          </p:sp>
          <p:sp>
            <p:nvSpPr>
              <p:cNvPr id="33" name="Freeform 22">
                <a:extLst>
                  <a:ext uri="{FF2B5EF4-FFF2-40B4-BE49-F238E27FC236}">
                    <a16:creationId xmlns:a16="http://schemas.microsoft.com/office/drawing/2014/main" id="{89B5D070-CC0D-48B8-9317-18B0877B1BF6}"/>
                  </a:ext>
                </a:extLst>
              </p:cNvPr>
              <p:cNvSpPr>
                <a:spLocks/>
              </p:cNvSpPr>
              <p:nvPr/>
            </p:nvSpPr>
            <p:spPr bwMode="auto">
              <a:xfrm>
                <a:off x="794" y="1094"/>
                <a:ext cx="190" cy="355"/>
              </a:xfrm>
              <a:custGeom>
                <a:avLst/>
                <a:gdLst>
                  <a:gd name="T0" fmla="*/ 0 w 397"/>
                  <a:gd name="T1" fmla="*/ 304 h 733"/>
                  <a:gd name="T2" fmla="*/ 190 w 397"/>
                  <a:gd name="T3" fmla="*/ 355 h 733"/>
                  <a:gd name="T4" fmla="*/ 190 w 397"/>
                  <a:gd name="T5" fmla="*/ 0 h 733"/>
                  <a:gd name="T6" fmla="*/ 0 60000 65536"/>
                  <a:gd name="T7" fmla="*/ 0 60000 65536"/>
                  <a:gd name="T8" fmla="*/ 0 60000 65536"/>
                </a:gdLst>
                <a:ahLst/>
                <a:cxnLst>
                  <a:cxn ang="T6">
                    <a:pos x="T0" y="T1"/>
                  </a:cxn>
                  <a:cxn ang="T7">
                    <a:pos x="T2" y="T3"/>
                  </a:cxn>
                  <a:cxn ang="T8">
                    <a:pos x="T4" y="T5"/>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 name="Freeform 23">
                <a:extLst>
                  <a:ext uri="{FF2B5EF4-FFF2-40B4-BE49-F238E27FC236}">
                    <a16:creationId xmlns:a16="http://schemas.microsoft.com/office/drawing/2014/main" id="{1D0B18CA-8609-4FB2-AF3B-B0EF369B39F3}"/>
                  </a:ext>
                </a:extLst>
              </p:cNvPr>
              <p:cNvSpPr>
                <a:spLocks/>
              </p:cNvSpPr>
              <p:nvPr/>
            </p:nvSpPr>
            <p:spPr bwMode="auto">
              <a:xfrm>
                <a:off x="774" y="1024"/>
                <a:ext cx="218" cy="618"/>
              </a:xfrm>
              <a:custGeom>
                <a:avLst/>
                <a:gdLst>
                  <a:gd name="T0" fmla="*/ 218 w 453"/>
                  <a:gd name="T1" fmla="*/ 51 h 1278"/>
                  <a:gd name="T2" fmla="*/ 0 w 453"/>
                  <a:gd name="T3" fmla="*/ 0 h 1278"/>
                  <a:gd name="T4" fmla="*/ 0 w 453"/>
                  <a:gd name="T5" fmla="*/ 618 h 1278"/>
                  <a:gd name="T6" fmla="*/ 0 60000 65536"/>
                  <a:gd name="T7" fmla="*/ 0 60000 65536"/>
                  <a:gd name="T8" fmla="*/ 0 60000 65536"/>
                </a:gdLst>
                <a:ahLst/>
                <a:cxnLst>
                  <a:cxn ang="T6">
                    <a:pos x="T0" y="T1"/>
                  </a:cxn>
                  <a:cxn ang="T7">
                    <a:pos x="T2" y="T3"/>
                  </a:cxn>
                  <a:cxn ang="T8">
                    <a:pos x="T4" y="T5"/>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Freeform 24">
                <a:extLst>
                  <a:ext uri="{FF2B5EF4-FFF2-40B4-BE49-F238E27FC236}">
                    <a16:creationId xmlns:a16="http://schemas.microsoft.com/office/drawing/2014/main" id="{EE12CE7C-8843-444F-9EBD-2915F4CFB8A4}"/>
                  </a:ext>
                </a:extLst>
              </p:cNvPr>
              <p:cNvSpPr>
                <a:spLocks/>
              </p:cNvSpPr>
              <p:nvPr/>
            </p:nvSpPr>
            <p:spPr bwMode="auto">
              <a:xfrm>
                <a:off x="788" y="1047"/>
                <a:ext cx="194" cy="352"/>
              </a:xfrm>
              <a:custGeom>
                <a:avLst/>
                <a:gdLst>
                  <a:gd name="T0" fmla="*/ 194 w 402"/>
                  <a:gd name="T1" fmla="*/ 47 h 726"/>
                  <a:gd name="T2" fmla="*/ 0 w 402"/>
                  <a:gd name="T3" fmla="*/ 0 h 726"/>
                  <a:gd name="T4" fmla="*/ 0 w 402"/>
                  <a:gd name="T5" fmla="*/ 352 h 726"/>
                  <a:gd name="T6" fmla="*/ 0 60000 65536"/>
                  <a:gd name="T7" fmla="*/ 0 60000 65536"/>
                  <a:gd name="T8" fmla="*/ 0 60000 65536"/>
                </a:gdLst>
                <a:ahLst/>
                <a:cxnLst>
                  <a:cxn ang="T6">
                    <a:pos x="T0" y="T1"/>
                  </a:cxn>
                  <a:cxn ang="T7">
                    <a:pos x="T2" y="T3"/>
                  </a:cxn>
                  <a:cxn ang="T8">
                    <a:pos x="T4" y="T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a:extLst>
                <a:ext uri="{909E8E84-426E-40DD-AFC4-6F175D3DCCD1}">
                  <a14:hiddenFill xmlns:a14="http://schemas.microsoft.com/office/drawing/2010/main">
                    <a:gradFill rotWithShape="0">
                      <a:gsLst>
                        <a:gs pos="0">
                          <a:srgbClr val="A9A9A9"/>
                        </a:gs>
                        <a:gs pos="100000">
                          <a:srgbClr val="D1D1D1"/>
                        </a:gs>
                      </a:gsLst>
                      <a:path path="rect">
                        <a:fillToRect r="100000" b="10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Line 25">
                <a:extLst>
                  <a:ext uri="{FF2B5EF4-FFF2-40B4-BE49-F238E27FC236}">
                    <a16:creationId xmlns:a16="http://schemas.microsoft.com/office/drawing/2014/main" id="{414BB153-32A2-4B00-B95D-1201433E572F}"/>
                  </a:ext>
                </a:extLst>
              </p:cNvPr>
              <p:cNvSpPr>
                <a:spLocks noChangeShapeType="1"/>
              </p:cNvSpPr>
              <p:nvPr/>
            </p:nvSpPr>
            <p:spPr bwMode="auto">
              <a:xfrm>
                <a:off x="789" y="1128"/>
                <a:ext cx="187" cy="43"/>
              </a:xfrm>
              <a:prstGeom prst="line">
                <a:avLst/>
              </a:prstGeom>
              <a:noFill/>
              <a:ln w="3175">
                <a:solidFill>
                  <a:srgbClr val="67676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Line 26">
                <a:extLst>
                  <a:ext uri="{FF2B5EF4-FFF2-40B4-BE49-F238E27FC236}">
                    <a16:creationId xmlns:a16="http://schemas.microsoft.com/office/drawing/2014/main" id="{400A0B67-F3DC-4B43-A756-EAD3E89108D7}"/>
                  </a:ext>
                </a:extLst>
              </p:cNvPr>
              <p:cNvSpPr>
                <a:spLocks noChangeShapeType="1"/>
              </p:cNvSpPr>
              <p:nvPr/>
            </p:nvSpPr>
            <p:spPr bwMode="auto">
              <a:xfrm>
                <a:off x="789" y="1203"/>
                <a:ext cx="189" cy="43"/>
              </a:xfrm>
              <a:prstGeom prst="line">
                <a:avLst/>
              </a:prstGeom>
              <a:noFill/>
              <a:ln w="3175">
                <a:solidFill>
                  <a:srgbClr val="67676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Line 27">
                <a:extLst>
                  <a:ext uri="{FF2B5EF4-FFF2-40B4-BE49-F238E27FC236}">
                    <a16:creationId xmlns:a16="http://schemas.microsoft.com/office/drawing/2014/main" id="{479C48FF-4BEB-4F05-8089-EBB49F4251F8}"/>
                  </a:ext>
                </a:extLst>
              </p:cNvPr>
              <p:cNvSpPr>
                <a:spLocks noChangeShapeType="1"/>
              </p:cNvSpPr>
              <p:nvPr/>
            </p:nvSpPr>
            <p:spPr bwMode="auto">
              <a:xfrm>
                <a:off x="789" y="1296"/>
                <a:ext cx="180" cy="43"/>
              </a:xfrm>
              <a:prstGeom prst="line">
                <a:avLst/>
              </a:prstGeom>
              <a:noFill/>
              <a:ln w="3175">
                <a:solidFill>
                  <a:srgbClr val="67676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Freeform 28">
                <a:extLst>
                  <a:ext uri="{FF2B5EF4-FFF2-40B4-BE49-F238E27FC236}">
                    <a16:creationId xmlns:a16="http://schemas.microsoft.com/office/drawing/2014/main" id="{324B6ED6-503C-427E-83EC-28BF00E79841}"/>
                  </a:ext>
                </a:extLst>
              </p:cNvPr>
              <p:cNvSpPr>
                <a:spLocks/>
              </p:cNvSpPr>
              <p:nvPr/>
            </p:nvSpPr>
            <p:spPr bwMode="auto">
              <a:xfrm>
                <a:off x="845" y="1091"/>
                <a:ext cx="74" cy="40"/>
              </a:xfrm>
              <a:custGeom>
                <a:avLst/>
                <a:gdLst>
                  <a:gd name="T0" fmla="*/ 0 w 152"/>
                  <a:gd name="T1" fmla="*/ 0 h 82"/>
                  <a:gd name="T2" fmla="*/ 0 w 152"/>
                  <a:gd name="T3" fmla="*/ 23 h 82"/>
                  <a:gd name="T4" fmla="*/ 74 w 152"/>
                  <a:gd name="T5" fmla="*/ 40 h 82"/>
                  <a:gd name="T6" fmla="*/ 74 w 152"/>
                  <a:gd name="T7" fmla="*/ 16 h 82"/>
                  <a:gd name="T8" fmla="*/ 0 w 152"/>
                  <a:gd name="T9" fmla="*/ 0 h 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82">
                    <a:moveTo>
                      <a:pt x="0" y="0"/>
                    </a:moveTo>
                    <a:lnTo>
                      <a:pt x="0" y="48"/>
                    </a:lnTo>
                    <a:lnTo>
                      <a:pt x="151" y="81"/>
                    </a:lnTo>
                    <a:lnTo>
                      <a:pt x="151" y="33"/>
                    </a:lnTo>
                    <a:lnTo>
                      <a:pt x="0" y="0"/>
                    </a:lnTo>
                  </a:path>
                </a:pathLst>
              </a:custGeom>
              <a:solidFill>
                <a:srgbClr val="A9A9A9"/>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29">
                <a:extLst>
                  <a:ext uri="{FF2B5EF4-FFF2-40B4-BE49-F238E27FC236}">
                    <a16:creationId xmlns:a16="http://schemas.microsoft.com/office/drawing/2014/main" id="{1666DB7E-03B8-4822-9C46-BB1B2632932D}"/>
                  </a:ext>
                </a:extLst>
              </p:cNvPr>
              <p:cNvSpPr>
                <a:spLocks noChangeShapeType="1"/>
              </p:cNvSpPr>
              <p:nvPr/>
            </p:nvSpPr>
            <p:spPr bwMode="auto">
              <a:xfrm>
                <a:off x="816" y="1097"/>
                <a:ext cx="138" cy="30"/>
              </a:xfrm>
              <a:prstGeom prst="line">
                <a:avLst/>
              </a:prstGeom>
              <a:noFill/>
              <a:ln w="6350">
                <a:solidFill>
                  <a:srgbClr val="91919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Freeform 30">
                <a:extLst>
                  <a:ext uri="{FF2B5EF4-FFF2-40B4-BE49-F238E27FC236}">
                    <a16:creationId xmlns:a16="http://schemas.microsoft.com/office/drawing/2014/main" id="{0E8822EB-D0B8-417C-A32E-6E181F0609CC}"/>
                  </a:ext>
                </a:extLst>
              </p:cNvPr>
              <p:cNvSpPr>
                <a:spLocks/>
              </p:cNvSpPr>
              <p:nvPr/>
            </p:nvSpPr>
            <p:spPr bwMode="auto">
              <a:xfrm>
                <a:off x="802" y="1234"/>
                <a:ext cx="167" cy="75"/>
              </a:xfrm>
              <a:custGeom>
                <a:avLst/>
                <a:gdLst>
                  <a:gd name="T0" fmla="*/ 0 w 351"/>
                  <a:gd name="T1" fmla="*/ 35 h 183"/>
                  <a:gd name="T2" fmla="*/ 0 w 351"/>
                  <a:gd name="T3" fmla="*/ 0 h 183"/>
                  <a:gd name="T4" fmla="*/ 167 w 351"/>
                  <a:gd name="T5" fmla="*/ 38 h 183"/>
                  <a:gd name="T6" fmla="*/ 167 w 351"/>
                  <a:gd name="T7" fmla="*/ 75 h 183"/>
                  <a:gd name="T8" fmla="*/ 0 w 351"/>
                  <a:gd name="T9" fmla="*/ 35 h 1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Freeform 31">
                <a:extLst>
                  <a:ext uri="{FF2B5EF4-FFF2-40B4-BE49-F238E27FC236}">
                    <a16:creationId xmlns:a16="http://schemas.microsoft.com/office/drawing/2014/main" id="{4D3796E0-FC52-4F24-8984-58C4B3BF8A4E}"/>
                  </a:ext>
                </a:extLst>
              </p:cNvPr>
              <p:cNvSpPr>
                <a:spLocks/>
              </p:cNvSpPr>
              <p:nvPr/>
            </p:nvSpPr>
            <p:spPr bwMode="auto">
              <a:xfrm>
                <a:off x="802" y="1327"/>
                <a:ext cx="167" cy="83"/>
              </a:xfrm>
              <a:custGeom>
                <a:avLst/>
                <a:gdLst>
                  <a:gd name="T0" fmla="*/ 0 w 351"/>
                  <a:gd name="T1" fmla="*/ 39 h 182"/>
                  <a:gd name="T2" fmla="*/ 0 w 351"/>
                  <a:gd name="T3" fmla="*/ 0 h 182"/>
                  <a:gd name="T4" fmla="*/ 167 w 351"/>
                  <a:gd name="T5" fmla="*/ 42 h 182"/>
                  <a:gd name="T6" fmla="*/ 167 w 351"/>
                  <a:gd name="T7" fmla="*/ 83 h 182"/>
                  <a:gd name="T8" fmla="*/ 0 w 351"/>
                  <a:gd name="T9" fmla="*/ 39 h 1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Freeform 32">
                <a:extLst>
                  <a:ext uri="{FF2B5EF4-FFF2-40B4-BE49-F238E27FC236}">
                    <a16:creationId xmlns:a16="http://schemas.microsoft.com/office/drawing/2014/main" id="{A6FC7E5B-2C00-4F44-86D6-2E787E0DDE72}"/>
                  </a:ext>
                </a:extLst>
              </p:cNvPr>
              <p:cNvSpPr>
                <a:spLocks/>
              </p:cNvSpPr>
              <p:nvPr/>
            </p:nvSpPr>
            <p:spPr bwMode="auto">
              <a:xfrm>
                <a:off x="799" y="1150"/>
                <a:ext cx="170" cy="77"/>
              </a:xfrm>
              <a:custGeom>
                <a:avLst/>
                <a:gdLst>
                  <a:gd name="T0" fmla="*/ 0 w 351"/>
                  <a:gd name="T1" fmla="*/ 36 h 182"/>
                  <a:gd name="T2" fmla="*/ 0 w 351"/>
                  <a:gd name="T3" fmla="*/ 0 h 182"/>
                  <a:gd name="T4" fmla="*/ 170 w 351"/>
                  <a:gd name="T5" fmla="*/ 39 h 182"/>
                  <a:gd name="T6" fmla="*/ 170 w 351"/>
                  <a:gd name="T7" fmla="*/ 77 h 182"/>
                  <a:gd name="T8" fmla="*/ 0 w 351"/>
                  <a:gd name="T9" fmla="*/ 36 h 1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Line 33">
                <a:extLst>
                  <a:ext uri="{FF2B5EF4-FFF2-40B4-BE49-F238E27FC236}">
                    <a16:creationId xmlns:a16="http://schemas.microsoft.com/office/drawing/2014/main" id="{3EC2781A-3201-4C50-BFC8-472E80753887}"/>
                  </a:ext>
                </a:extLst>
              </p:cNvPr>
              <p:cNvSpPr>
                <a:spLocks noChangeShapeType="1"/>
              </p:cNvSpPr>
              <p:nvPr/>
            </p:nvSpPr>
            <p:spPr bwMode="auto">
              <a:xfrm flipH="1" flipV="1">
                <a:off x="921" y="1197"/>
                <a:ext cx="33" cy="8"/>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en-US"/>
              </a:p>
            </p:txBody>
          </p:sp>
          <p:sp>
            <p:nvSpPr>
              <p:cNvPr id="45" name="Line 34">
                <a:extLst>
                  <a:ext uri="{FF2B5EF4-FFF2-40B4-BE49-F238E27FC236}">
                    <a16:creationId xmlns:a16="http://schemas.microsoft.com/office/drawing/2014/main" id="{08C3AB4B-BA8D-4889-A8E1-3AB5F6094558}"/>
                  </a:ext>
                </a:extLst>
              </p:cNvPr>
              <p:cNvSpPr>
                <a:spLocks noChangeShapeType="1"/>
              </p:cNvSpPr>
              <p:nvPr/>
            </p:nvSpPr>
            <p:spPr bwMode="auto">
              <a:xfrm flipH="1" flipV="1">
                <a:off x="921" y="1279"/>
                <a:ext cx="33" cy="7"/>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en-US"/>
              </a:p>
            </p:txBody>
          </p:sp>
          <p:sp>
            <p:nvSpPr>
              <p:cNvPr id="46" name="Line 35">
                <a:extLst>
                  <a:ext uri="{FF2B5EF4-FFF2-40B4-BE49-F238E27FC236}">
                    <a16:creationId xmlns:a16="http://schemas.microsoft.com/office/drawing/2014/main" id="{07CCB7CC-CD11-4AF1-8BCF-75B69A5EA78F}"/>
                  </a:ext>
                </a:extLst>
              </p:cNvPr>
              <p:cNvSpPr>
                <a:spLocks noChangeShapeType="1"/>
              </p:cNvSpPr>
              <p:nvPr/>
            </p:nvSpPr>
            <p:spPr bwMode="auto">
              <a:xfrm flipH="1" flipV="1">
                <a:off x="921" y="1378"/>
                <a:ext cx="33" cy="8"/>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en-US"/>
              </a:p>
            </p:txBody>
          </p:sp>
        </p:grpSp>
        <p:pic>
          <p:nvPicPr>
            <p:cNvPr id="10" name="Picture 37" descr="Secretary_at_Desk_2tn_">
              <a:extLst>
                <a:ext uri="{FF2B5EF4-FFF2-40B4-BE49-F238E27FC236}">
                  <a16:creationId xmlns:a16="http://schemas.microsoft.com/office/drawing/2014/main" id="{B1DD1CA6-CA1E-4CFF-8FCB-5E0B4B01D6CD}"/>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0" y="3360"/>
              <a:ext cx="816" cy="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reeform 38">
              <a:extLst>
                <a:ext uri="{FF2B5EF4-FFF2-40B4-BE49-F238E27FC236}">
                  <a16:creationId xmlns:a16="http://schemas.microsoft.com/office/drawing/2014/main" id="{0B7C3401-50AF-4296-BAF5-AF6974392B99}"/>
                </a:ext>
              </a:extLst>
            </p:cNvPr>
            <p:cNvSpPr>
              <a:spLocks/>
            </p:cNvSpPr>
            <p:nvPr/>
          </p:nvSpPr>
          <p:spPr bwMode="auto">
            <a:xfrm>
              <a:off x="1054" y="3053"/>
              <a:ext cx="935" cy="519"/>
            </a:xfrm>
            <a:custGeom>
              <a:avLst/>
              <a:gdLst>
                <a:gd name="T0" fmla="*/ 10 w 935"/>
                <a:gd name="T1" fmla="*/ 519 h 519"/>
                <a:gd name="T2" fmla="*/ 19 w 935"/>
                <a:gd name="T3" fmla="*/ 349 h 519"/>
                <a:gd name="T4" fmla="*/ 76 w 935"/>
                <a:gd name="T5" fmla="*/ 331 h 519"/>
                <a:gd name="T6" fmla="*/ 152 w 935"/>
                <a:gd name="T7" fmla="*/ 349 h 519"/>
                <a:gd name="T8" fmla="*/ 265 w 935"/>
                <a:gd name="T9" fmla="*/ 406 h 519"/>
                <a:gd name="T10" fmla="*/ 397 w 935"/>
                <a:gd name="T11" fmla="*/ 340 h 519"/>
                <a:gd name="T12" fmla="*/ 435 w 935"/>
                <a:gd name="T13" fmla="*/ 283 h 519"/>
                <a:gd name="T14" fmla="*/ 473 w 935"/>
                <a:gd name="T15" fmla="*/ 180 h 519"/>
                <a:gd name="T16" fmla="*/ 595 w 935"/>
                <a:gd name="T17" fmla="*/ 217 h 519"/>
                <a:gd name="T18" fmla="*/ 737 w 935"/>
                <a:gd name="T19" fmla="*/ 265 h 519"/>
                <a:gd name="T20" fmla="*/ 812 w 935"/>
                <a:gd name="T21" fmla="*/ 198 h 519"/>
                <a:gd name="T22" fmla="*/ 907 w 935"/>
                <a:gd name="T23" fmla="*/ 38 h 519"/>
                <a:gd name="T24" fmla="*/ 935 w 935"/>
                <a:gd name="T25" fmla="*/ 0 h 5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35" h="519">
                  <a:moveTo>
                    <a:pt x="10" y="519"/>
                  </a:moveTo>
                  <a:cubicBezTo>
                    <a:pt x="13" y="462"/>
                    <a:pt x="0" y="403"/>
                    <a:pt x="19" y="349"/>
                  </a:cubicBezTo>
                  <a:cubicBezTo>
                    <a:pt x="26" y="330"/>
                    <a:pt x="76" y="331"/>
                    <a:pt x="76" y="331"/>
                  </a:cubicBezTo>
                  <a:cubicBezTo>
                    <a:pt x="86" y="333"/>
                    <a:pt x="137" y="341"/>
                    <a:pt x="152" y="349"/>
                  </a:cubicBezTo>
                  <a:cubicBezTo>
                    <a:pt x="202" y="377"/>
                    <a:pt x="213" y="390"/>
                    <a:pt x="265" y="406"/>
                  </a:cubicBezTo>
                  <a:cubicBezTo>
                    <a:pt x="318" y="396"/>
                    <a:pt x="362" y="385"/>
                    <a:pt x="397" y="340"/>
                  </a:cubicBezTo>
                  <a:cubicBezTo>
                    <a:pt x="411" y="322"/>
                    <a:pt x="435" y="283"/>
                    <a:pt x="435" y="283"/>
                  </a:cubicBezTo>
                  <a:cubicBezTo>
                    <a:pt x="457" y="197"/>
                    <a:pt x="440" y="229"/>
                    <a:pt x="473" y="180"/>
                  </a:cubicBezTo>
                  <a:cubicBezTo>
                    <a:pt x="528" y="187"/>
                    <a:pt x="552" y="188"/>
                    <a:pt x="595" y="217"/>
                  </a:cubicBezTo>
                  <a:cubicBezTo>
                    <a:pt x="623" y="299"/>
                    <a:pt x="629" y="274"/>
                    <a:pt x="737" y="265"/>
                  </a:cubicBezTo>
                  <a:cubicBezTo>
                    <a:pt x="768" y="244"/>
                    <a:pt x="781" y="219"/>
                    <a:pt x="812" y="198"/>
                  </a:cubicBezTo>
                  <a:cubicBezTo>
                    <a:pt x="850" y="142"/>
                    <a:pt x="848" y="78"/>
                    <a:pt x="907" y="38"/>
                  </a:cubicBezTo>
                  <a:cubicBezTo>
                    <a:pt x="929" y="6"/>
                    <a:pt x="918" y="18"/>
                    <a:pt x="935" y="0"/>
                  </a:cubicBezTo>
                </a:path>
              </a:pathLst>
            </a:custGeom>
            <a:noFill/>
            <a:ln w="38100" cap="sq" cmpd="sng">
              <a:solidFill>
                <a:srgbClr val="FF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3" name="Freeform 39">
              <a:extLst>
                <a:ext uri="{FF2B5EF4-FFF2-40B4-BE49-F238E27FC236}">
                  <a16:creationId xmlns:a16="http://schemas.microsoft.com/office/drawing/2014/main" id="{8005107A-0AD8-4EC0-9C0C-5B1027D27730}"/>
                </a:ext>
              </a:extLst>
            </p:cNvPr>
            <p:cNvSpPr>
              <a:spLocks/>
            </p:cNvSpPr>
            <p:nvPr/>
          </p:nvSpPr>
          <p:spPr bwMode="auto">
            <a:xfrm>
              <a:off x="3840" y="2736"/>
              <a:ext cx="960" cy="504"/>
            </a:xfrm>
            <a:custGeom>
              <a:avLst/>
              <a:gdLst>
                <a:gd name="T0" fmla="*/ 960 w 960"/>
                <a:gd name="T1" fmla="*/ 0 h 504"/>
                <a:gd name="T2" fmla="*/ 480 w 960"/>
                <a:gd name="T3" fmla="*/ 432 h 504"/>
                <a:gd name="T4" fmla="*/ 0 w 960"/>
                <a:gd name="T5" fmla="*/ 432 h 504"/>
                <a:gd name="T6" fmla="*/ 0 60000 65536"/>
                <a:gd name="T7" fmla="*/ 0 60000 65536"/>
                <a:gd name="T8" fmla="*/ 0 60000 65536"/>
              </a:gdLst>
              <a:ahLst/>
              <a:cxnLst>
                <a:cxn ang="T6">
                  <a:pos x="T0" y="T1"/>
                </a:cxn>
                <a:cxn ang="T7">
                  <a:pos x="T2" y="T3"/>
                </a:cxn>
                <a:cxn ang="T8">
                  <a:pos x="T4" y="T5"/>
                </a:cxn>
              </a:cxnLst>
              <a:rect l="0" t="0" r="r" b="b"/>
              <a:pathLst>
                <a:path w="960" h="504">
                  <a:moveTo>
                    <a:pt x="960" y="0"/>
                  </a:moveTo>
                  <a:cubicBezTo>
                    <a:pt x="800" y="180"/>
                    <a:pt x="640" y="360"/>
                    <a:pt x="480" y="432"/>
                  </a:cubicBezTo>
                  <a:cubicBezTo>
                    <a:pt x="320" y="504"/>
                    <a:pt x="160" y="468"/>
                    <a:pt x="0" y="432"/>
                  </a:cubicBezTo>
                </a:path>
              </a:pathLst>
            </a:custGeom>
            <a:noFill/>
            <a:ln w="38100" cap="sq" cmpd="sng">
              <a:solidFill>
                <a:srgbClr val="0000FF"/>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4" name="Freeform 40">
              <a:extLst>
                <a:ext uri="{FF2B5EF4-FFF2-40B4-BE49-F238E27FC236}">
                  <a16:creationId xmlns:a16="http://schemas.microsoft.com/office/drawing/2014/main" id="{6CF55CE4-A266-4614-85AE-087954FCF3B3}"/>
                </a:ext>
              </a:extLst>
            </p:cNvPr>
            <p:cNvSpPr>
              <a:spLocks/>
            </p:cNvSpPr>
            <p:nvPr/>
          </p:nvSpPr>
          <p:spPr bwMode="auto">
            <a:xfrm>
              <a:off x="1200" y="3456"/>
              <a:ext cx="960" cy="400"/>
            </a:xfrm>
            <a:custGeom>
              <a:avLst/>
              <a:gdLst>
                <a:gd name="T0" fmla="*/ 960 w 1104"/>
                <a:gd name="T1" fmla="*/ 0 h 592"/>
                <a:gd name="T2" fmla="*/ 668 w 1104"/>
                <a:gd name="T3" fmla="*/ 130 h 592"/>
                <a:gd name="T4" fmla="*/ 626 w 1104"/>
                <a:gd name="T5" fmla="*/ 292 h 592"/>
                <a:gd name="T6" fmla="*/ 376 w 1104"/>
                <a:gd name="T7" fmla="*/ 259 h 592"/>
                <a:gd name="T8" fmla="*/ 334 w 1104"/>
                <a:gd name="T9" fmla="*/ 389 h 592"/>
                <a:gd name="T10" fmla="*/ 0 w 1104"/>
                <a:gd name="T11" fmla="*/ 324 h 59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04" h="592">
                  <a:moveTo>
                    <a:pt x="1104" y="0"/>
                  </a:moveTo>
                  <a:cubicBezTo>
                    <a:pt x="968" y="60"/>
                    <a:pt x="832" y="120"/>
                    <a:pt x="768" y="192"/>
                  </a:cubicBezTo>
                  <a:cubicBezTo>
                    <a:pt x="704" y="264"/>
                    <a:pt x="776" y="400"/>
                    <a:pt x="720" y="432"/>
                  </a:cubicBezTo>
                  <a:cubicBezTo>
                    <a:pt x="664" y="464"/>
                    <a:pt x="488" y="360"/>
                    <a:pt x="432" y="384"/>
                  </a:cubicBezTo>
                  <a:cubicBezTo>
                    <a:pt x="376" y="408"/>
                    <a:pt x="456" y="560"/>
                    <a:pt x="384" y="576"/>
                  </a:cubicBezTo>
                  <a:cubicBezTo>
                    <a:pt x="312" y="592"/>
                    <a:pt x="156" y="536"/>
                    <a:pt x="0" y="480"/>
                  </a:cubicBezTo>
                </a:path>
              </a:pathLst>
            </a:custGeom>
            <a:noFill/>
            <a:ln w="38100" cap="sq" cmpd="sng">
              <a:solidFill>
                <a:srgbClr val="0000FF"/>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 name="Text Box 41">
              <a:extLst>
                <a:ext uri="{FF2B5EF4-FFF2-40B4-BE49-F238E27FC236}">
                  <a16:creationId xmlns:a16="http://schemas.microsoft.com/office/drawing/2014/main" id="{B63614F4-B5F1-4001-A5E1-768CC1A81C81}"/>
                </a:ext>
              </a:extLst>
            </p:cNvPr>
            <p:cNvSpPr txBox="1">
              <a:spLocks noChangeArrowheads="1"/>
            </p:cNvSpPr>
            <p:nvPr/>
          </p:nvSpPr>
          <p:spPr bwMode="auto">
            <a:xfrm>
              <a:off x="4704" y="2832"/>
              <a:ext cx="912" cy="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sz="2400">
                  <a:solidFill>
                    <a:srgbClr val="0066FF"/>
                  </a:solidFill>
                  <a:latin typeface="Courier New" panose="02070309020205020404" pitchFamily="49" charset="0"/>
                </a:defRPr>
              </a:lvl1pPr>
              <a:lvl2pPr marL="742950" indent="-285750">
                <a:spcBef>
                  <a:spcPct val="50000"/>
                </a:spcBef>
                <a:defRPr sz="2400">
                  <a:solidFill>
                    <a:srgbClr val="0066FF"/>
                  </a:solidFill>
                  <a:latin typeface="Courier New" panose="02070309020205020404" pitchFamily="49" charset="0"/>
                </a:defRPr>
              </a:lvl2pPr>
              <a:lvl3pPr marL="1143000" indent="-228600">
                <a:spcBef>
                  <a:spcPct val="50000"/>
                </a:spcBef>
                <a:defRPr sz="2400">
                  <a:solidFill>
                    <a:srgbClr val="0066FF"/>
                  </a:solidFill>
                  <a:latin typeface="Courier New" panose="02070309020205020404" pitchFamily="49" charset="0"/>
                </a:defRPr>
              </a:lvl3pPr>
              <a:lvl4pPr marL="1600200" indent="-228600">
                <a:spcBef>
                  <a:spcPct val="50000"/>
                </a:spcBef>
                <a:defRPr sz="2400">
                  <a:solidFill>
                    <a:srgbClr val="0066FF"/>
                  </a:solidFill>
                  <a:latin typeface="Courier New" panose="02070309020205020404" pitchFamily="49" charset="0"/>
                </a:defRPr>
              </a:lvl4pPr>
              <a:lvl5pPr marL="2057400" indent="-228600">
                <a:spcBef>
                  <a:spcPct val="50000"/>
                </a:spcBef>
                <a:defRPr sz="2400">
                  <a:solidFill>
                    <a:srgbClr val="0066FF"/>
                  </a:solidFill>
                  <a:latin typeface="Courier New" panose="02070309020205020404" pitchFamily="49" charset="0"/>
                </a:defRPr>
              </a:lvl5pPr>
              <a:lvl6pPr marL="2514600" indent="-228600" eaLnBrk="0" fontAlgn="base" hangingPunct="0">
                <a:spcBef>
                  <a:spcPct val="50000"/>
                </a:spcBef>
                <a:spcAft>
                  <a:spcPct val="0"/>
                </a:spcAft>
                <a:defRPr sz="2400">
                  <a:solidFill>
                    <a:srgbClr val="0066FF"/>
                  </a:solidFill>
                  <a:latin typeface="Courier New" panose="02070309020205020404" pitchFamily="49" charset="0"/>
                </a:defRPr>
              </a:lvl6pPr>
              <a:lvl7pPr marL="2971800" indent="-228600" eaLnBrk="0" fontAlgn="base" hangingPunct="0">
                <a:spcBef>
                  <a:spcPct val="50000"/>
                </a:spcBef>
                <a:spcAft>
                  <a:spcPct val="0"/>
                </a:spcAft>
                <a:defRPr sz="2400">
                  <a:solidFill>
                    <a:srgbClr val="0066FF"/>
                  </a:solidFill>
                  <a:latin typeface="Courier New" panose="02070309020205020404" pitchFamily="49" charset="0"/>
                </a:defRPr>
              </a:lvl7pPr>
              <a:lvl8pPr marL="3429000" indent="-228600" eaLnBrk="0" fontAlgn="base" hangingPunct="0">
                <a:spcBef>
                  <a:spcPct val="50000"/>
                </a:spcBef>
                <a:spcAft>
                  <a:spcPct val="0"/>
                </a:spcAft>
                <a:defRPr sz="2400">
                  <a:solidFill>
                    <a:srgbClr val="0066FF"/>
                  </a:solidFill>
                  <a:latin typeface="Courier New" panose="02070309020205020404" pitchFamily="49" charset="0"/>
                </a:defRPr>
              </a:lvl8pPr>
              <a:lvl9pPr marL="3886200" indent="-228600" eaLnBrk="0" fontAlgn="base" hangingPunct="0">
                <a:spcBef>
                  <a:spcPct val="50000"/>
                </a:spcBef>
                <a:spcAft>
                  <a:spcPct val="0"/>
                </a:spcAft>
                <a:defRPr sz="2400">
                  <a:solidFill>
                    <a:srgbClr val="0066FF"/>
                  </a:solidFill>
                  <a:latin typeface="Courier New" panose="02070309020205020404" pitchFamily="49" charset="0"/>
                </a:defRPr>
              </a:lvl9pPr>
            </a:lstStyle>
            <a:p>
              <a:r>
                <a:rPr lang="en-US" altLang="en-US" sz="1800" dirty="0">
                  <a:solidFill>
                    <a:schemeClr val="tx1"/>
                  </a:solidFill>
                  <a:latin typeface="Arial" panose="020B0604020202020204" pitchFamily="34" charset="0"/>
                </a:rPr>
                <a:t>Web Server</a:t>
              </a:r>
            </a:p>
          </p:txBody>
        </p:sp>
        <p:sp>
          <p:nvSpPr>
            <p:cNvPr id="16" name="Text Box 42">
              <a:extLst>
                <a:ext uri="{FF2B5EF4-FFF2-40B4-BE49-F238E27FC236}">
                  <a16:creationId xmlns:a16="http://schemas.microsoft.com/office/drawing/2014/main" id="{39AE1B29-B7C7-439B-8425-BC9A92764387}"/>
                </a:ext>
              </a:extLst>
            </p:cNvPr>
            <p:cNvSpPr txBox="1">
              <a:spLocks noChangeArrowheads="1"/>
            </p:cNvSpPr>
            <p:nvPr/>
          </p:nvSpPr>
          <p:spPr bwMode="auto">
            <a:xfrm>
              <a:off x="912" y="3024"/>
              <a:ext cx="1056" cy="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sz="2400">
                  <a:solidFill>
                    <a:srgbClr val="0066FF"/>
                  </a:solidFill>
                  <a:latin typeface="Courier New" panose="02070309020205020404" pitchFamily="49" charset="0"/>
                </a:defRPr>
              </a:lvl1pPr>
              <a:lvl2pPr marL="742950" indent="-285750">
                <a:spcBef>
                  <a:spcPct val="50000"/>
                </a:spcBef>
                <a:defRPr sz="2400">
                  <a:solidFill>
                    <a:srgbClr val="0066FF"/>
                  </a:solidFill>
                  <a:latin typeface="Courier New" panose="02070309020205020404" pitchFamily="49" charset="0"/>
                </a:defRPr>
              </a:lvl2pPr>
              <a:lvl3pPr marL="1143000" indent="-228600">
                <a:spcBef>
                  <a:spcPct val="50000"/>
                </a:spcBef>
                <a:defRPr sz="2400">
                  <a:solidFill>
                    <a:srgbClr val="0066FF"/>
                  </a:solidFill>
                  <a:latin typeface="Courier New" panose="02070309020205020404" pitchFamily="49" charset="0"/>
                </a:defRPr>
              </a:lvl3pPr>
              <a:lvl4pPr marL="1600200" indent="-228600">
                <a:spcBef>
                  <a:spcPct val="50000"/>
                </a:spcBef>
                <a:defRPr sz="2400">
                  <a:solidFill>
                    <a:srgbClr val="0066FF"/>
                  </a:solidFill>
                  <a:latin typeface="Courier New" panose="02070309020205020404" pitchFamily="49" charset="0"/>
                </a:defRPr>
              </a:lvl4pPr>
              <a:lvl5pPr marL="2057400" indent="-228600">
                <a:spcBef>
                  <a:spcPct val="50000"/>
                </a:spcBef>
                <a:defRPr sz="2400">
                  <a:solidFill>
                    <a:srgbClr val="0066FF"/>
                  </a:solidFill>
                  <a:latin typeface="Courier New" panose="02070309020205020404" pitchFamily="49" charset="0"/>
                </a:defRPr>
              </a:lvl5pPr>
              <a:lvl6pPr marL="2514600" indent="-228600" eaLnBrk="0" fontAlgn="base" hangingPunct="0">
                <a:spcBef>
                  <a:spcPct val="50000"/>
                </a:spcBef>
                <a:spcAft>
                  <a:spcPct val="0"/>
                </a:spcAft>
                <a:defRPr sz="2400">
                  <a:solidFill>
                    <a:srgbClr val="0066FF"/>
                  </a:solidFill>
                  <a:latin typeface="Courier New" panose="02070309020205020404" pitchFamily="49" charset="0"/>
                </a:defRPr>
              </a:lvl6pPr>
              <a:lvl7pPr marL="2971800" indent="-228600" eaLnBrk="0" fontAlgn="base" hangingPunct="0">
                <a:spcBef>
                  <a:spcPct val="50000"/>
                </a:spcBef>
                <a:spcAft>
                  <a:spcPct val="0"/>
                </a:spcAft>
                <a:defRPr sz="2400">
                  <a:solidFill>
                    <a:srgbClr val="0066FF"/>
                  </a:solidFill>
                  <a:latin typeface="Courier New" panose="02070309020205020404" pitchFamily="49" charset="0"/>
                </a:defRPr>
              </a:lvl7pPr>
              <a:lvl8pPr marL="3429000" indent="-228600" eaLnBrk="0" fontAlgn="base" hangingPunct="0">
                <a:spcBef>
                  <a:spcPct val="50000"/>
                </a:spcBef>
                <a:spcAft>
                  <a:spcPct val="0"/>
                </a:spcAft>
                <a:defRPr sz="2400">
                  <a:solidFill>
                    <a:srgbClr val="0066FF"/>
                  </a:solidFill>
                  <a:latin typeface="Courier New" panose="02070309020205020404" pitchFamily="49" charset="0"/>
                </a:defRPr>
              </a:lvl8pPr>
              <a:lvl9pPr marL="3886200" indent="-228600" eaLnBrk="0" fontAlgn="base" hangingPunct="0">
                <a:spcBef>
                  <a:spcPct val="50000"/>
                </a:spcBef>
                <a:spcAft>
                  <a:spcPct val="0"/>
                </a:spcAft>
                <a:defRPr sz="2400">
                  <a:solidFill>
                    <a:srgbClr val="0066FF"/>
                  </a:solidFill>
                  <a:latin typeface="Courier New" panose="02070309020205020404" pitchFamily="49" charset="0"/>
                </a:defRPr>
              </a:lvl9pPr>
            </a:lstStyle>
            <a:p>
              <a:r>
                <a:rPr lang="en-US" altLang="en-US" sz="1400">
                  <a:solidFill>
                    <a:schemeClr val="tx1"/>
                  </a:solidFill>
                  <a:latin typeface="Arial" panose="020B0604020202020204" pitchFamily="34" charset="0"/>
                </a:rPr>
                <a:t>URL yêu cầu</a:t>
              </a:r>
            </a:p>
          </p:txBody>
        </p:sp>
        <p:sp>
          <p:nvSpPr>
            <p:cNvPr id="17" name="Text Box 43">
              <a:extLst>
                <a:ext uri="{FF2B5EF4-FFF2-40B4-BE49-F238E27FC236}">
                  <a16:creationId xmlns:a16="http://schemas.microsoft.com/office/drawing/2014/main" id="{0903A8EC-BB6B-4EB3-BB81-3F1B9F63F094}"/>
                </a:ext>
              </a:extLst>
            </p:cNvPr>
            <p:cNvSpPr txBox="1">
              <a:spLocks noChangeArrowheads="1"/>
            </p:cNvSpPr>
            <p:nvPr/>
          </p:nvSpPr>
          <p:spPr bwMode="auto">
            <a:xfrm>
              <a:off x="3600" y="1968"/>
              <a:ext cx="1056" cy="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sz="2400">
                  <a:solidFill>
                    <a:srgbClr val="0066FF"/>
                  </a:solidFill>
                  <a:latin typeface="Courier New" panose="02070309020205020404" pitchFamily="49" charset="0"/>
                </a:defRPr>
              </a:lvl1pPr>
              <a:lvl2pPr marL="742950" indent="-285750">
                <a:spcBef>
                  <a:spcPct val="50000"/>
                </a:spcBef>
                <a:defRPr sz="2400">
                  <a:solidFill>
                    <a:srgbClr val="0066FF"/>
                  </a:solidFill>
                  <a:latin typeface="Courier New" panose="02070309020205020404" pitchFamily="49" charset="0"/>
                </a:defRPr>
              </a:lvl2pPr>
              <a:lvl3pPr marL="1143000" indent="-228600">
                <a:spcBef>
                  <a:spcPct val="50000"/>
                </a:spcBef>
                <a:defRPr sz="2400">
                  <a:solidFill>
                    <a:srgbClr val="0066FF"/>
                  </a:solidFill>
                  <a:latin typeface="Courier New" panose="02070309020205020404" pitchFamily="49" charset="0"/>
                </a:defRPr>
              </a:lvl3pPr>
              <a:lvl4pPr marL="1600200" indent="-228600">
                <a:spcBef>
                  <a:spcPct val="50000"/>
                </a:spcBef>
                <a:defRPr sz="2400">
                  <a:solidFill>
                    <a:srgbClr val="0066FF"/>
                  </a:solidFill>
                  <a:latin typeface="Courier New" panose="02070309020205020404" pitchFamily="49" charset="0"/>
                </a:defRPr>
              </a:lvl4pPr>
              <a:lvl5pPr marL="2057400" indent="-228600">
                <a:spcBef>
                  <a:spcPct val="50000"/>
                </a:spcBef>
                <a:defRPr sz="2400">
                  <a:solidFill>
                    <a:srgbClr val="0066FF"/>
                  </a:solidFill>
                  <a:latin typeface="Courier New" panose="02070309020205020404" pitchFamily="49" charset="0"/>
                </a:defRPr>
              </a:lvl5pPr>
              <a:lvl6pPr marL="2514600" indent="-228600" eaLnBrk="0" fontAlgn="base" hangingPunct="0">
                <a:spcBef>
                  <a:spcPct val="50000"/>
                </a:spcBef>
                <a:spcAft>
                  <a:spcPct val="0"/>
                </a:spcAft>
                <a:defRPr sz="2400">
                  <a:solidFill>
                    <a:srgbClr val="0066FF"/>
                  </a:solidFill>
                  <a:latin typeface="Courier New" panose="02070309020205020404" pitchFamily="49" charset="0"/>
                </a:defRPr>
              </a:lvl6pPr>
              <a:lvl7pPr marL="2971800" indent="-228600" eaLnBrk="0" fontAlgn="base" hangingPunct="0">
                <a:spcBef>
                  <a:spcPct val="50000"/>
                </a:spcBef>
                <a:spcAft>
                  <a:spcPct val="0"/>
                </a:spcAft>
                <a:defRPr sz="2400">
                  <a:solidFill>
                    <a:srgbClr val="0066FF"/>
                  </a:solidFill>
                  <a:latin typeface="Courier New" panose="02070309020205020404" pitchFamily="49" charset="0"/>
                </a:defRPr>
              </a:lvl7pPr>
              <a:lvl8pPr marL="3429000" indent="-228600" eaLnBrk="0" fontAlgn="base" hangingPunct="0">
                <a:spcBef>
                  <a:spcPct val="50000"/>
                </a:spcBef>
                <a:spcAft>
                  <a:spcPct val="0"/>
                </a:spcAft>
                <a:defRPr sz="2400">
                  <a:solidFill>
                    <a:srgbClr val="0066FF"/>
                  </a:solidFill>
                  <a:latin typeface="Courier New" panose="02070309020205020404" pitchFamily="49" charset="0"/>
                </a:defRPr>
              </a:lvl8pPr>
              <a:lvl9pPr marL="3886200" indent="-228600" eaLnBrk="0" fontAlgn="base" hangingPunct="0">
                <a:spcBef>
                  <a:spcPct val="50000"/>
                </a:spcBef>
                <a:spcAft>
                  <a:spcPct val="0"/>
                </a:spcAft>
                <a:defRPr sz="2400">
                  <a:solidFill>
                    <a:srgbClr val="0066FF"/>
                  </a:solidFill>
                  <a:latin typeface="Courier New" panose="02070309020205020404" pitchFamily="49" charset="0"/>
                </a:defRPr>
              </a:lvl9pPr>
            </a:lstStyle>
            <a:p>
              <a:r>
                <a:rPr lang="en-US" altLang="en-US" sz="1400">
                  <a:solidFill>
                    <a:schemeClr val="tx1"/>
                  </a:solidFill>
                  <a:latin typeface="Arial" panose="020B0604020202020204" pitchFamily="34" charset="0"/>
                </a:rPr>
                <a:t>URL yêu cầu</a:t>
              </a:r>
            </a:p>
          </p:txBody>
        </p:sp>
        <p:sp>
          <p:nvSpPr>
            <p:cNvPr id="18" name="Text Box 44">
              <a:extLst>
                <a:ext uri="{FF2B5EF4-FFF2-40B4-BE49-F238E27FC236}">
                  <a16:creationId xmlns:a16="http://schemas.microsoft.com/office/drawing/2014/main" id="{204C071E-4282-49ED-ADA6-6168682D4E8A}"/>
                </a:ext>
              </a:extLst>
            </p:cNvPr>
            <p:cNvSpPr txBox="1">
              <a:spLocks noChangeArrowheads="1"/>
            </p:cNvSpPr>
            <p:nvPr/>
          </p:nvSpPr>
          <p:spPr bwMode="auto">
            <a:xfrm>
              <a:off x="3984" y="2928"/>
              <a:ext cx="672"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sz="2400">
                  <a:solidFill>
                    <a:srgbClr val="0066FF"/>
                  </a:solidFill>
                  <a:latin typeface="Courier New" panose="02070309020205020404" pitchFamily="49" charset="0"/>
                </a:defRPr>
              </a:lvl1pPr>
              <a:lvl2pPr marL="742950" indent="-285750">
                <a:spcBef>
                  <a:spcPct val="50000"/>
                </a:spcBef>
                <a:defRPr sz="2400">
                  <a:solidFill>
                    <a:srgbClr val="0066FF"/>
                  </a:solidFill>
                  <a:latin typeface="Courier New" panose="02070309020205020404" pitchFamily="49" charset="0"/>
                </a:defRPr>
              </a:lvl2pPr>
              <a:lvl3pPr marL="1143000" indent="-228600">
                <a:spcBef>
                  <a:spcPct val="50000"/>
                </a:spcBef>
                <a:defRPr sz="2400">
                  <a:solidFill>
                    <a:srgbClr val="0066FF"/>
                  </a:solidFill>
                  <a:latin typeface="Courier New" panose="02070309020205020404" pitchFamily="49" charset="0"/>
                </a:defRPr>
              </a:lvl3pPr>
              <a:lvl4pPr marL="1600200" indent="-228600">
                <a:spcBef>
                  <a:spcPct val="50000"/>
                </a:spcBef>
                <a:defRPr sz="2400">
                  <a:solidFill>
                    <a:srgbClr val="0066FF"/>
                  </a:solidFill>
                  <a:latin typeface="Courier New" panose="02070309020205020404" pitchFamily="49" charset="0"/>
                </a:defRPr>
              </a:lvl4pPr>
              <a:lvl5pPr marL="2057400" indent="-228600">
                <a:spcBef>
                  <a:spcPct val="50000"/>
                </a:spcBef>
                <a:defRPr sz="2400">
                  <a:solidFill>
                    <a:srgbClr val="0066FF"/>
                  </a:solidFill>
                  <a:latin typeface="Courier New" panose="02070309020205020404" pitchFamily="49" charset="0"/>
                </a:defRPr>
              </a:lvl5pPr>
              <a:lvl6pPr marL="2514600" indent="-228600" eaLnBrk="0" fontAlgn="base" hangingPunct="0">
                <a:spcBef>
                  <a:spcPct val="50000"/>
                </a:spcBef>
                <a:spcAft>
                  <a:spcPct val="0"/>
                </a:spcAft>
                <a:defRPr sz="2400">
                  <a:solidFill>
                    <a:srgbClr val="0066FF"/>
                  </a:solidFill>
                  <a:latin typeface="Courier New" panose="02070309020205020404" pitchFamily="49" charset="0"/>
                </a:defRPr>
              </a:lvl6pPr>
              <a:lvl7pPr marL="2971800" indent="-228600" eaLnBrk="0" fontAlgn="base" hangingPunct="0">
                <a:spcBef>
                  <a:spcPct val="50000"/>
                </a:spcBef>
                <a:spcAft>
                  <a:spcPct val="0"/>
                </a:spcAft>
                <a:defRPr sz="2400">
                  <a:solidFill>
                    <a:srgbClr val="0066FF"/>
                  </a:solidFill>
                  <a:latin typeface="Courier New" panose="02070309020205020404" pitchFamily="49" charset="0"/>
                </a:defRPr>
              </a:lvl7pPr>
              <a:lvl8pPr marL="3429000" indent="-228600" eaLnBrk="0" fontAlgn="base" hangingPunct="0">
                <a:spcBef>
                  <a:spcPct val="50000"/>
                </a:spcBef>
                <a:spcAft>
                  <a:spcPct val="0"/>
                </a:spcAft>
                <a:defRPr sz="2400">
                  <a:solidFill>
                    <a:srgbClr val="0066FF"/>
                  </a:solidFill>
                  <a:latin typeface="Courier New" panose="02070309020205020404" pitchFamily="49" charset="0"/>
                </a:defRPr>
              </a:lvl8pPr>
              <a:lvl9pPr marL="3886200" indent="-228600" eaLnBrk="0" fontAlgn="base" hangingPunct="0">
                <a:spcBef>
                  <a:spcPct val="50000"/>
                </a:spcBef>
                <a:spcAft>
                  <a:spcPct val="0"/>
                </a:spcAft>
                <a:defRPr sz="2400">
                  <a:solidFill>
                    <a:srgbClr val="0066FF"/>
                  </a:solidFill>
                  <a:latin typeface="Courier New" panose="02070309020205020404" pitchFamily="49" charset="0"/>
                </a:defRPr>
              </a:lvl9pPr>
            </a:lstStyle>
            <a:p>
              <a:r>
                <a:rPr lang="en-US" altLang="en-US" sz="1600" dirty="0">
                  <a:solidFill>
                    <a:schemeClr val="tx1"/>
                  </a:solidFill>
                  <a:latin typeface="Arial" panose="020B0604020202020204" pitchFamily="34" charset="0"/>
                </a:rPr>
                <a:t>HTML</a:t>
              </a:r>
            </a:p>
          </p:txBody>
        </p:sp>
        <p:sp>
          <p:nvSpPr>
            <p:cNvPr id="19" name="Text Box 45">
              <a:extLst>
                <a:ext uri="{FF2B5EF4-FFF2-40B4-BE49-F238E27FC236}">
                  <a16:creationId xmlns:a16="http://schemas.microsoft.com/office/drawing/2014/main" id="{88289261-9984-4D37-97EC-65B4821BEBF9}"/>
                </a:ext>
              </a:extLst>
            </p:cNvPr>
            <p:cNvSpPr txBox="1">
              <a:spLocks noChangeArrowheads="1"/>
            </p:cNvSpPr>
            <p:nvPr/>
          </p:nvSpPr>
          <p:spPr bwMode="auto">
            <a:xfrm>
              <a:off x="1248" y="3504"/>
              <a:ext cx="624"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sz="2400">
                  <a:solidFill>
                    <a:srgbClr val="0066FF"/>
                  </a:solidFill>
                  <a:latin typeface="Courier New" panose="02070309020205020404" pitchFamily="49" charset="0"/>
                </a:defRPr>
              </a:lvl1pPr>
              <a:lvl2pPr marL="742950" indent="-285750">
                <a:spcBef>
                  <a:spcPct val="50000"/>
                </a:spcBef>
                <a:defRPr sz="2400">
                  <a:solidFill>
                    <a:srgbClr val="0066FF"/>
                  </a:solidFill>
                  <a:latin typeface="Courier New" panose="02070309020205020404" pitchFamily="49" charset="0"/>
                </a:defRPr>
              </a:lvl2pPr>
              <a:lvl3pPr marL="1143000" indent="-228600">
                <a:spcBef>
                  <a:spcPct val="50000"/>
                </a:spcBef>
                <a:defRPr sz="2400">
                  <a:solidFill>
                    <a:srgbClr val="0066FF"/>
                  </a:solidFill>
                  <a:latin typeface="Courier New" panose="02070309020205020404" pitchFamily="49" charset="0"/>
                </a:defRPr>
              </a:lvl3pPr>
              <a:lvl4pPr marL="1600200" indent="-228600">
                <a:spcBef>
                  <a:spcPct val="50000"/>
                </a:spcBef>
                <a:defRPr sz="2400">
                  <a:solidFill>
                    <a:srgbClr val="0066FF"/>
                  </a:solidFill>
                  <a:latin typeface="Courier New" panose="02070309020205020404" pitchFamily="49" charset="0"/>
                </a:defRPr>
              </a:lvl4pPr>
              <a:lvl5pPr marL="2057400" indent="-228600">
                <a:spcBef>
                  <a:spcPct val="50000"/>
                </a:spcBef>
                <a:defRPr sz="2400">
                  <a:solidFill>
                    <a:srgbClr val="0066FF"/>
                  </a:solidFill>
                  <a:latin typeface="Courier New" panose="02070309020205020404" pitchFamily="49" charset="0"/>
                </a:defRPr>
              </a:lvl5pPr>
              <a:lvl6pPr marL="2514600" indent="-228600" eaLnBrk="0" fontAlgn="base" hangingPunct="0">
                <a:spcBef>
                  <a:spcPct val="50000"/>
                </a:spcBef>
                <a:spcAft>
                  <a:spcPct val="0"/>
                </a:spcAft>
                <a:defRPr sz="2400">
                  <a:solidFill>
                    <a:srgbClr val="0066FF"/>
                  </a:solidFill>
                  <a:latin typeface="Courier New" panose="02070309020205020404" pitchFamily="49" charset="0"/>
                </a:defRPr>
              </a:lvl6pPr>
              <a:lvl7pPr marL="2971800" indent="-228600" eaLnBrk="0" fontAlgn="base" hangingPunct="0">
                <a:spcBef>
                  <a:spcPct val="50000"/>
                </a:spcBef>
                <a:spcAft>
                  <a:spcPct val="0"/>
                </a:spcAft>
                <a:defRPr sz="2400">
                  <a:solidFill>
                    <a:srgbClr val="0066FF"/>
                  </a:solidFill>
                  <a:latin typeface="Courier New" panose="02070309020205020404" pitchFamily="49" charset="0"/>
                </a:defRPr>
              </a:lvl7pPr>
              <a:lvl8pPr marL="3429000" indent="-228600" eaLnBrk="0" fontAlgn="base" hangingPunct="0">
                <a:spcBef>
                  <a:spcPct val="50000"/>
                </a:spcBef>
                <a:spcAft>
                  <a:spcPct val="0"/>
                </a:spcAft>
                <a:defRPr sz="2400">
                  <a:solidFill>
                    <a:srgbClr val="0066FF"/>
                  </a:solidFill>
                  <a:latin typeface="Courier New" panose="02070309020205020404" pitchFamily="49" charset="0"/>
                </a:defRPr>
              </a:lvl8pPr>
              <a:lvl9pPr marL="3886200" indent="-228600" eaLnBrk="0" fontAlgn="base" hangingPunct="0">
                <a:spcBef>
                  <a:spcPct val="50000"/>
                </a:spcBef>
                <a:spcAft>
                  <a:spcPct val="0"/>
                </a:spcAft>
                <a:defRPr sz="2400">
                  <a:solidFill>
                    <a:srgbClr val="0066FF"/>
                  </a:solidFill>
                  <a:latin typeface="Courier New" panose="02070309020205020404" pitchFamily="49" charset="0"/>
                </a:defRPr>
              </a:lvl9pPr>
            </a:lstStyle>
            <a:p>
              <a:pPr algn="r"/>
              <a:r>
                <a:rPr lang="en-US" altLang="en-US" sz="1600">
                  <a:solidFill>
                    <a:schemeClr val="tx1"/>
                  </a:solidFill>
                  <a:latin typeface="Arial" panose="020B0604020202020204" pitchFamily="34" charset="0"/>
                </a:rPr>
                <a:t>HTML</a:t>
              </a:r>
            </a:p>
          </p:txBody>
        </p:sp>
        <p:sp>
          <p:nvSpPr>
            <p:cNvPr id="20" name="Text Box 46">
              <a:extLst>
                <a:ext uri="{FF2B5EF4-FFF2-40B4-BE49-F238E27FC236}">
                  <a16:creationId xmlns:a16="http://schemas.microsoft.com/office/drawing/2014/main" id="{E5CF35DF-B927-417E-A1DB-AD5A79724863}"/>
                </a:ext>
              </a:extLst>
            </p:cNvPr>
            <p:cNvSpPr txBox="1">
              <a:spLocks noChangeArrowheads="1"/>
            </p:cNvSpPr>
            <p:nvPr/>
          </p:nvSpPr>
          <p:spPr bwMode="auto">
            <a:xfrm>
              <a:off x="432" y="4224"/>
              <a:ext cx="1056"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sz="2400">
                  <a:solidFill>
                    <a:srgbClr val="0066FF"/>
                  </a:solidFill>
                  <a:latin typeface="Courier New" panose="02070309020205020404" pitchFamily="49" charset="0"/>
                </a:defRPr>
              </a:lvl1pPr>
              <a:lvl2pPr marL="742950" indent="-285750">
                <a:spcBef>
                  <a:spcPct val="50000"/>
                </a:spcBef>
                <a:defRPr sz="2400">
                  <a:solidFill>
                    <a:srgbClr val="0066FF"/>
                  </a:solidFill>
                  <a:latin typeface="Courier New" panose="02070309020205020404" pitchFamily="49" charset="0"/>
                </a:defRPr>
              </a:lvl2pPr>
              <a:lvl3pPr marL="1143000" indent="-228600">
                <a:spcBef>
                  <a:spcPct val="50000"/>
                </a:spcBef>
                <a:defRPr sz="2400">
                  <a:solidFill>
                    <a:srgbClr val="0066FF"/>
                  </a:solidFill>
                  <a:latin typeface="Courier New" panose="02070309020205020404" pitchFamily="49" charset="0"/>
                </a:defRPr>
              </a:lvl3pPr>
              <a:lvl4pPr marL="1600200" indent="-228600">
                <a:spcBef>
                  <a:spcPct val="50000"/>
                </a:spcBef>
                <a:defRPr sz="2400">
                  <a:solidFill>
                    <a:srgbClr val="0066FF"/>
                  </a:solidFill>
                  <a:latin typeface="Courier New" panose="02070309020205020404" pitchFamily="49" charset="0"/>
                </a:defRPr>
              </a:lvl4pPr>
              <a:lvl5pPr marL="2057400" indent="-228600">
                <a:spcBef>
                  <a:spcPct val="50000"/>
                </a:spcBef>
                <a:defRPr sz="2400">
                  <a:solidFill>
                    <a:srgbClr val="0066FF"/>
                  </a:solidFill>
                  <a:latin typeface="Courier New" panose="02070309020205020404" pitchFamily="49" charset="0"/>
                </a:defRPr>
              </a:lvl5pPr>
              <a:lvl6pPr marL="2514600" indent="-228600" eaLnBrk="0" fontAlgn="base" hangingPunct="0">
                <a:spcBef>
                  <a:spcPct val="50000"/>
                </a:spcBef>
                <a:spcAft>
                  <a:spcPct val="0"/>
                </a:spcAft>
                <a:defRPr sz="2400">
                  <a:solidFill>
                    <a:srgbClr val="0066FF"/>
                  </a:solidFill>
                  <a:latin typeface="Courier New" panose="02070309020205020404" pitchFamily="49" charset="0"/>
                </a:defRPr>
              </a:lvl6pPr>
              <a:lvl7pPr marL="2971800" indent="-228600" eaLnBrk="0" fontAlgn="base" hangingPunct="0">
                <a:spcBef>
                  <a:spcPct val="50000"/>
                </a:spcBef>
                <a:spcAft>
                  <a:spcPct val="0"/>
                </a:spcAft>
                <a:defRPr sz="2400">
                  <a:solidFill>
                    <a:srgbClr val="0066FF"/>
                  </a:solidFill>
                  <a:latin typeface="Courier New" panose="02070309020205020404" pitchFamily="49" charset="0"/>
                </a:defRPr>
              </a:lvl7pPr>
              <a:lvl8pPr marL="3429000" indent="-228600" eaLnBrk="0" fontAlgn="base" hangingPunct="0">
                <a:spcBef>
                  <a:spcPct val="50000"/>
                </a:spcBef>
                <a:spcAft>
                  <a:spcPct val="0"/>
                </a:spcAft>
                <a:defRPr sz="2400">
                  <a:solidFill>
                    <a:srgbClr val="0066FF"/>
                  </a:solidFill>
                  <a:latin typeface="Courier New" panose="02070309020205020404" pitchFamily="49" charset="0"/>
                </a:defRPr>
              </a:lvl8pPr>
              <a:lvl9pPr marL="3886200" indent="-228600" eaLnBrk="0" fontAlgn="base" hangingPunct="0">
                <a:spcBef>
                  <a:spcPct val="50000"/>
                </a:spcBef>
                <a:spcAft>
                  <a:spcPct val="0"/>
                </a:spcAft>
                <a:defRPr sz="2400">
                  <a:solidFill>
                    <a:srgbClr val="0066FF"/>
                  </a:solidFill>
                  <a:latin typeface="Courier New" panose="02070309020205020404" pitchFamily="49" charset="0"/>
                </a:defRPr>
              </a:lvl9pPr>
            </a:lstStyle>
            <a:p>
              <a:r>
                <a:rPr lang="en-US" altLang="en-US" sz="1800">
                  <a:solidFill>
                    <a:schemeClr val="tx1"/>
                  </a:solidFill>
                  <a:latin typeface="Arial" panose="020B0604020202020204" pitchFamily="34" charset="0"/>
                </a:rPr>
                <a:t>Client</a:t>
              </a:r>
            </a:p>
          </p:txBody>
        </p:sp>
        <p:pic>
          <p:nvPicPr>
            <p:cNvPr id="21" name="Picture 47" descr="flower">
              <a:extLst>
                <a:ext uri="{FF2B5EF4-FFF2-40B4-BE49-F238E27FC236}">
                  <a16:creationId xmlns:a16="http://schemas.microsoft.com/office/drawing/2014/main" id="{FA0A8300-B914-47BE-99D9-D9BBA54854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6" y="2448"/>
              <a:ext cx="1836" cy="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 Box 48">
              <a:extLst>
                <a:ext uri="{FF2B5EF4-FFF2-40B4-BE49-F238E27FC236}">
                  <a16:creationId xmlns:a16="http://schemas.microsoft.com/office/drawing/2014/main" id="{60A81C54-741A-4376-A3C0-7CD34308AD9C}"/>
                </a:ext>
              </a:extLst>
            </p:cNvPr>
            <p:cNvSpPr txBox="1">
              <a:spLocks noChangeArrowheads="1"/>
            </p:cNvSpPr>
            <p:nvPr/>
          </p:nvSpPr>
          <p:spPr bwMode="auto">
            <a:xfrm>
              <a:off x="2400" y="2881"/>
              <a:ext cx="1056"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sz="2400">
                  <a:solidFill>
                    <a:srgbClr val="0066FF"/>
                  </a:solidFill>
                  <a:latin typeface="Courier New" panose="02070309020205020404" pitchFamily="49" charset="0"/>
                </a:defRPr>
              </a:lvl1pPr>
              <a:lvl2pPr marL="742950" indent="-285750">
                <a:spcBef>
                  <a:spcPct val="50000"/>
                </a:spcBef>
                <a:defRPr sz="2400">
                  <a:solidFill>
                    <a:srgbClr val="0066FF"/>
                  </a:solidFill>
                  <a:latin typeface="Courier New" panose="02070309020205020404" pitchFamily="49" charset="0"/>
                </a:defRPr>
              </a:lvl2pPr>
              <a:lvl3pPr marL="1143000" indent="-228600">
                <a:spcBef>
                  <a:spcPct val="50000"/>
                </a:spcBef>
                <a:defRPr sz="2400">
                  <a:solidFill>
                    <a:srgbClr val="0066FF"/>
                  </a:solidFill>
                  <a:latin typeface="Courier New" panose="02070309020205020404" pitchFamily="49" charset="0"/>
                </a:defRPr>
              </a:lvl3pPr>
              <a:lvl4pPr marL="1600200" indent="-228600">
                <a:spcBef>
                  <a:spcPct val="50000"/>
                </a:spcBef>
                <a:defRPr sz="2400">
                  <a:solidFill>
                    <a:srgbClr val="0066FF"/>
                  </a:solidFill>
                  <a:latin typeface="Courier New" panose="02070309020205020404" pitchFamily="49" charset="0"/>
                </a:defRPr>
              </a:lvl4pPr>
              <a:lvl5pPr marL="2057400" indent="-228600">
                <a:spcBef>
                  <a:spcPct val="50000"/>
                </a:spcBef>
                <a:defRPr sz="2400">
                  <a:solidFill>
                    <a:srgbClr val="0066FF"/>
                  </a:solidFill>
                  <a:latin typeface="Courier New" panose="02070309020205020404" pitchFamily="49" charset="0"/>
                </a:defRPr>
              </a:lvl5pPr>
              <a:lvl6pPr marL="2514600" indent="-228600" eaLnBrk="0" fontAlgn="base" hangingPunct="0">
                <a:spcBef>
                  <a:spcPct val="50000"/>
                </a:spcBef>
                <a:spcAft>
                  <a:spcPct val="0"/>
                </a:spcAft>
                <a:defRPr sz="2400">
                  <a:solidFill>
                    <a:srgbClr val="0066FF"/>
                  </a:solidFill>
                  <a:latin typeface="Courier New" panose="02070309020205020404" pitchFamily="49" charset="0"/>
                </a:defRPr>
              </a:lvl6pPr>
              <a:lvl7pPr marL="2971800" indent="-228600" eaLnBrk="0" fontAlgn="base" hangingPunct="0">
                <a:spcBef>
                  <a:spcPct val="50000"/>
                </a:spcBef>
                <a:spcAft>
                  <a:spcPct val="0"/>
                </a:spcAft>
                <a:defRPr sz="2400">
                  <a:solidFill>
                    <a:srgbClr val="0066FF"/>
                  </a:solidFill>
                  <a:latin typeface="Courier New" panose="02070309020205020404" pitchFamily="49" charset="0"/>
                </a:defRPr>
              </a:lvl7pPr>
              <a:lvl8pPr marL="3429000" indent="-228600" eaLnBrk="0" fontAlgn="base" hangingPunct="0">
                <a:spcBef>
                  <a:spcPct val="50000"/>
                </a:spcBef>
                <a:spcAft>
                  <a:spcPct val="0"/>
                </a:spcAft>
                <a:defRPr sz="2400">
                  <a:solidFill>
                    <a:srgbClr val="0066FF"/>
                  </a:solidFill>
                  <a:latin typeface="Courier New" panose="02070309020205020404" pitchFamily="49" charset="0"/>
                </a:defRPr>
              </a:lvl8pPr>
              <a:lvl9pPr marL="3886200" indent="-228600" eaLnBrk="0" fontAlgn="base" hangingPunct="0">
                <a:spcBef>
                  <a:spcPct val="50000"/>
                </a:spcBef>
                <a:spcAft>
                  <a:spcPct val="0"/>
                </a:spcAft>
                <a:defRPr sz="2400">
                  <a:solidFill>
                    <a:srgbClr val="0066FF"/>
                  </a:solidFill>
                  <a:latin typeface="Courier New" panose="02070309020205020404" pitchFamily="49" charset="0"/>
                </a:defRPr>
              </a:lvl9pPr>
            </a:lstStyle>
            <a:p>
              <a:pPr algn="ctr"/>
              <a:r>
                <a:rPr lang="en-US" altLang="en-US" sz="1800" b="1" dirty="0">
                  <a:solidFill>
                    <a:schemeClr val="tx1"/>
                  </a:solidFill>
                  <a:latin typeface="Arial" panose="020B0604020202020204" pitchFamily="34" charset="0"/>
                </a:rPr>
                <a:t>Network</a:t>
              </a:r>
            </a:p>
          </p:txBody>
        </p:sp>
      </p:grpSp>
    </p:spTree>
    <p:extLst>
      <p:ext uri="{BB962C8B-B14F-4D97-AF65-F5344CB8AC3E}">
        <p14:creationId xmlns:p14="http://schemas.microsoft.com/office/powerpoint/2010/main" val="9575819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Calibri" panose="020F0502020204030204" pitchFamily="34" charset="0"/>
                <a:ea typeface="Calibri" panose="020F0502020204030204" pitchFamily="34" charset="0"/>
                <a:cs typeface="Calibri" panose="020F0502020204030204" pitchFamily="34" charset="0"/>
              </a:rPr>
              <a:t>Trang</a:t>
            </a:r>
            <a:r>
              <a:rPr lang="en-US"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 web </a:t>
            </a:r>
            <a:r>
              <a:rPr lang="en-US" sz="4800" b="1" dirty="0" err="1" smtClean="0">
                <a:solidFill>
                  <a:srgbClr val="FF0000"/>
                </a:solidFill>
                <a:latin typeface="Calibri" panose="020F0502020204030204" pitchFamily="34" charset="0"/>
                <a:ea typeface="Calibri" panose="020F0502020204030204" pitchFamily="34" charset="0"/>
                <a:cs typeface="Calibri" panose="020F0502020204030204" pitchFamily="34" charset="0"/>
              </a:rPr>
              <a:t>động</a:t>
            </a:r>
            <a:endPar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5</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000" dirty="0" err="1"/>
              <a:t>Mỗi</a:t>
            </a:r>
            <a:r>
              <a:rPr lang="en-US" altLang="en-US" sz="2000" dirty="0"/>
              <a:t> </a:t>
            </a:r>
            <a:r>
              <a:rPr lang="en-US" altLang="en-US" sz="2000" dirty="0" err="1"/>
              <a:t>người</a:t>
            </a:r>
            <a:r>
              <a:rPr lang="en-US" altLang="en-US" sz="2000" dirty="0"/>
              <a:t> </a:t>
            </a:r>
            <a:r>
              <a:rPr lang="en-US" altLang="en-US" sz="2000" dirty="0" err="1"/>
              <a:t>sử</a:t>
            </a:r>
            <a:r>
              <a:rPr lang="en-US" altLang="en-US" sz="2000" dirty="0"/>
              <a:t> </a:t>
            </a:r>
            <a:r>
              <a:rPr lang="en-US" altLang="en-US" sz="2000" dirty="0" err="1"/>
              <a:t>dụng</a:t>
            </a:r>
            <a:r>
              <a:rPr lang="en-US" altLang="en-US" sz="2000" dirty="0"/>
              <a:t> </a:t>
            </a:r>
            <a:r>
              <a:rPr lang="en-US" altLang="en-US" sz="2000" dirty="0" err="1"/>
              <a:t>có</a:t>
            </a:r>
            <a:r>
              <a:rPr lang="en-US" altLang="en-US" sz="2000" dirty="0"/>
              <a:t> </a:t>
            </a:r>
            <a:r>
              <a:rPr lang="en-US" altLang="en-US" sz="2000" dirty="0" err="1"/>
              <a:t>thể</a:t>
            </a:r>
            <a:r>
              <a:rPr lang="en-US" altLang="en-US" sz="2000" dirty="0"/>
              <a:t> </a:t>
            </a:r>
            <a:r>
              <a:rPr lang="en-US" altLang="en-US" sz="2000" dirty="0" err="1"/>
              <a:t>nhận</a:t>
            </a:r>
            <a:r>
              <a:rPr lang="en-US" altLang="en-US" sz="2000" dirty="0"/>
              <a:t> </a:t>
            </a:r>
            <a:r>
              <a:rPr lang="en-US" altLang="en-US" sz="2000" dirty="0" err="1"/>
              <a:t>được</a:t>
            </a:r>
            <a:r>
              <a:rPr lang="en-US" altLang="en-US" sz="2000" dirty="0"/>
              <a:t> </a:t>
            </a:r>
            <a:r>
              <a:rPr lang="en-US" altLang="en-US" sz="2000" dirty="0" err="1"/>
              <a:t>nội</a:t>
            </a:r>
            <a:r>
              <a:rPr lang="en-US" altLang="en-US" sz="2000" dirty="0"/>
              <a:t> dung </a:t>
            </a:r>
            <a:r>
              <a:rPr lang="en-US" altLang="en-US" sz="2000" dirty="0" err="1"/>
              <a:t>khác</a:t>
            </a:r>
            <a:r>
              <a:rPr lang="en-US" altLang="en-US" sz="2000" dirty="0"/>
              <a:t> </a:t>
            </a:r>
            <a:r>
              <a:rPr lang="en-US" altLang="en-US" sz="2000" dirty="0" err="1"/>
              <a:t>nhau</a:t>
            </a:r>
            <a:r>
              <a:rPr lang="en-US" altLang="en-US" sz="2000" dirty="0"/>
              <a:t> </a:t>
            </a:r>
            <a:r>
              <a:rPr lang="en-US" altLang="en-US" sz="2000" dirty="0" err="1"/>
              <a:t>phụ</a:t>
            </a:r>
            <a:r>
              <a:rPr lang="en-US" altLang="en-US" sz="2000" dirty="0"/>
              <a:t> </a:t>
            </a:r>
            <a:r>
              <a:rPr lang="en-US" altLang="en-US" sz="2000" dirty="0" err="1"/>
              <a:t>thuộc</a:t>
            </a:r>
            <a:r>
              <a:rPr lang="en-US" altLang="en-US" sz="2000" dirty="0"/>
              <a:t> </a:t>
            </a:r>
            <a:r>
              <a:rPr lang="en-US" altLang="en-US" sz="2000" dirty="0" err="1"/>
              <a:t>vào</a:t>
            </a:r>
            <a:r>
              <a:rPr lang="en-US" altLang="en-US" sz="2000" dirty="0"/>
              <a:t> </a:t>
            </a:r>
            <a:r>
              <a:rPr lang="en-US" altLang="en-US" sz="2000" dirty="0" err="1"/>
              <a:t>kết</a:t>
            </a:r>
            <a:r>
              <a:rPr lang="en-US" altLang="en-US" sz="2000" dirty="0"/>
              <a:t> </a:t>
            </a:r>
            <a:r>
              <a:rPr lang="en-US" altLang="en-US" sz="2000" dirty="0" err="1"/>
              <a:t>quả</a:t>
            </a:r>
            <a:r>
              <a:rPr lang="en-US" altLang="en-US" sz="2000" dirty="0"/>
              <a:t> </a:t>
            </a:r>
            <a:r>
              <a:rPr lang="en-US" altLang="en-US" sz="2000" dirty="0" err="1"/>
              <a:t>chạy</a:t>
            </a:r>
            <a:r>
              <a:rPr lang="en-US" altLang="en-US" sz="2000" dirty="0"/>
              <a:t> </a:t>
            </a:r>
            <a:r>
              <a:rPr lang="en-US" altLang="en-US" sz="2000" dirty="0" err="1"/>
              <a:t>chương</a:t>
            </a:r>
            <a:r>
              <a:rPr lang="en-US" altLang="en-US" sz="2000" dirty="0"/>
              <a:t> </a:t>
            </a:r>
            <a:r>
              <a:rPr lang="en-US" altLang="en-US" sz="2000" dirty="0" err="1"/>
              <a:t>trình</a:t>
            </a:r>
            <a:endParaRPr lang="en-US" altLang="en-US" sz="2000" dirty="0"/>
          </a:p>
          <a:p>
            <a:r>
              <a:rPr lang="en-US" altLang="en-US" sz="2000" dirty="0" err="1"/>
              <a:t>Trang</a:t>
            </a:r>
            <a:r>
              <a:rPr lang="en-US" altLang="en-US" sz="2000" dirty="0"/>
              <a:t> web </a:t>
            </a:r>
            <a:r>
              <a:rPr lang="en-US" altLang="en-US" sz="2000" dirty="0" err="1"/>
              <a:t>viết</a:t>
            </a:r>
            <a:r>
              <a:rPr lang="en-US" altLang="en-US" sz="2000" dirty="0"/>
              <a:t> </a:t>
            </a:r>
            <a:r>
              <a:rPr lang="en-US" altLang="en-US" sz="2000" dirty="0" err="1"/>
              <a:t>bằng</a:t>
            </a:r>
            <a:r>
              <a:rPr lang="en-US" altLang="en-US" sz="2000" dirty="0"/>
              <a:t> HTML + </a:t>
            </a:r>
            <a:r>
              <a:rPr lang="en-US" altLang="en-US" sz="2000" dirty="0" err="1"/>
              <a:t>Ngôn</a:t>
            </a:r>
            <a:r>
              <a:rPr lang="en-US" altLang="en-US" sz="2000" dirty="0"/>
              <a:t> </a:t>
            </a:r>
            <a:r>
              <a:rPr lang="en-US" altLang="en-US" sz="2000" dirty="0" err="1"/>
              <a:t>ngữ</a:t>
            </a:r>
            <a:r>
              <a:rPr lang="en-US" altLang="en-US" sz="2000" dirty="0"/>
              <a:t> </a:t>
            </a:r>
            <a:r>
              <a:rPr lang="en-US" altLang="en-US" sz="2000" dirty="0" err="1"/>
              <a:t>lập</a:t>
            </a:r>
            <a:r>
              <a:rPr lang="en-US" altLang="en-US" sz="2000" dirty="0"/>
              <a:t> </a:t>
            </a:r>
            <a:r>
              <a:rPr lang="en-US" altLang="en-US" sz="2000" dirty="0" err="1"/>
              <a:t>trình</a:t>
            </a:r>
            <a:r>
              <a:rPr lang="en-US" altLang="en-US" sz="2000" dirty="0"/>
              <a:t> </a:t>
            </a:r>
            <a:r>
              <a:rPr lang="en-US" altLang="en-US" sz="2000" dirty="0" err="1"/>
              <a:t>phía</a:t>
            </a:r>
            <a:r>
              <a:rPr lang="en-US" altLang="en-US" sz="2000" dirty="0"/>
              <a:t> server. </a:t>
            </a:r>
            <a:r>
              <a:rPr lang="en-US" altLang="en-US" sz="2000" dirty="0" err="1"/>
              <a:t>Có</a:t>
            </a:r>
            <a:r>
              <a:rPr lang="en-US" altLang="en-US" sz="2000" dirty="0"/>
              <a:t> </a:t>
            </a:r>
            <a:r>
              <a:rPr lang="en-US" altLang="en-US" sz="2000" dirty="0" err="1"/>
              <a:t>thể</a:t>
            </a:r>
            <a:r>
              <a:rPr lang="en-US" altLang="en-US" sz="2000" dirty="0"/>
              <a:t> </a:t>
            </a:r>
            <a:r>
              <a:rPr lang="en-US" altLang="en-US" sz="2000" dirty="0" err="1"/>
              <a:t>được</a:t>
            </a:r>
            <a:r>
              <a:rPr lang="en-US" altLang="en-US" sz="2000" dirty="0"/>
              <a:t> </a:t>
            </a:r>
            <a:r>
              <a:rPr lang="en-US" altLang="en-US" sz="2000" dirty="0" err="1"/>
              <a:t>thay</a:t>
            </a:r>
            <a:r>
              <a:rPr lang="en-US" altLang="en-US" sz="2000" dirty="0"/>
              <a:t> </a:t>
            </a:r>
            <a:r>
              <a:rPr lang="en-US" altLang="en-US" sz="2000" dirty="0" err="1"/>
              <a:t>đổi</a:t>
            </a:r>
            <a:r>
              <a:rPr lang="en-US" altLang="en-US" sz="2000" dirty="0"/>
              <a:t> </a:t>
            </a:r>
            <a:r>
              <a:rPr lang="en-US" altLang="en-US" sz="2000" dirty="0" err="1"/>
              <a:t>bởi</a:t>
            </a:r>
            <a:r>
              <a:rPr lang="en-US" altLang="en-US" sz="2000" dirty="0"/>
              <a:t> </a:t>
            </a:r>
            <a:r>
              <a:rPr lang="en-US" altLang="en-US" sz="2000" dirty="0" err="1"/>
              <a:t>người</a:t>
            </a:r>
            <a:r>
              <a:rPr lang="en-US" altLang="en-US" sz="2000" dirty="0"/>
              <a:t> </a:t>
            </a:r>
            <a:r>
              <a:rPr lang="en-US" altLang="en-US" sz="2000" dirty="0" err="1"/>
              <a:t>sử</a:t>
            </a:r>
            <a:r>
              <a:rPr lang="en-US" altLang="en-US" sz="2000" dirty="0"/>
              <a:t> </a:t>
            </a:r>
            <a:r>
              <a:rPr lang="en-US" altLang="en-US" sz="2000" dirty="0" err="1"/>
              <a:t>dụng</a:t>
            </a:r>
            <a:endParaRPr lang="en-US" altLang="en-US" sz="2000" dirty="0"/>
          </a:p>
          <a:p>
            <a:r>
              <a:rPr lang="en-US" altLang="en-US" sz="2000" dirty="0" err="1"/>
              <a:t>Khả</a:t>
            </a:r>
            <a:r>
              <a:rPr lang="en-US" altLang="en-US" sz="2000" dirty="0"/>
              <a:t> </a:t>
            </a:r>
            <a:r>
              <a:rPr lang="en-US" altLang="en-US" sz="2000" dirty="0" err="1"/>
              <a:t>năng</a:t>
            </a:r>
            <a:r>
              <a:rPr lang="en-US" altLang="en-US" sz="2000" dirty="0"/>
              <a:t> </a:t>
            </a:r>
            <a:r>
              <a:rPr lang="en-US" altLang="en-US" sz="2000" dirty="0" err="1"/>
              <a:t>tương</a:t>
            </a:r>
            <a:r>
              <a:rPr lang="en-US" altLang="en-US" sz="2000" dirty="0"/>
              <a:t> </a:t>
            </a:r>
            <a:r>
              <a:rPr lang="en-US" altLang="en-US" sz="2000" dirty="0" err="1"/>
              <a:t>tác</a:t>
            </a:r>
            <a:r>
              <a:rPr lang="en-US" altLang="en-US" sz="2000" dirty="0"/>
              <a:t> </a:t>
            </a:r>
            <a:r>
              <a:rPr lang="en-US" altLang="en-US" sz="2000" dirty="0" err="1"/>
              <a:t>mạnh</a:t>
            </a:r>
            <a:endParaRPr lang="en-US" altLang="en-US" sz="2000"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grpSp>
        <p:nvGrpSpPr>
          <p:cNvPr id="49" name="Group 48">
            <a:extLst>
              <a:ext uri="{FF2B5EF4-FFF2-40B4-BE49-F238E27FC236}">
                <a16:creationId xmlns:a16="http://schemas.microsoft.com/office/drawing/2014/main" id="{86B127E1-EA1B-4FE6-99F4-E928E8359C8A}"/>
              </a:ext>
            </a:extLst>
          </p:cNvPr>
          <p:cNvGrpSpPr>
            <a:grpSpLocks/>
          </p:cNvGrpSpPr>
          <p:nvPr/>
        </p:nvGrpSpPr>
        <p:grpSpPr bwMode="auto">
          <a:xfrm>
            <a:off x="1433147" y="3137388"/>
            <a:ext cx="8414238" cy="3165231"/>
            <a:chOff x="0" y="700"/>
            <a:chExt cx="5580" cy="2174"/>
          </a:xfrm>
        </p:grpSpPr>
        <p:pic>
          <p:nvPicPr>
            <p:cNvPr id="50" name="Picture 41" descr="flower">
              <a:extLst>
                <a:ext uri="{FF2B5EF4-FFF2-40B4-BE49-F238E27FC236}">
                  <a16:creationId xmlns:a16="http://schemas.microsoft.com/office/drawing/2014/main" id="{FBC21301-18F2-4DF2-A322-C8F9936A71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8" y="1113"/>
              <a:ext cx="1377" cy="1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Freeform 5">
              <a:extLst>
                <a:ext uri="{FF2B5EF4-FFF2-40B4-BE49-F238E27FC236}">
                  <a16:creationId xmlns:a16="http://schemas.microsoft.com/office/drawing/2014/main" id="{20DAAD94-DFB6-4474-8C9F-A2652C9A789F}"/>
                </a:ext>
              </a:extLst>
            </p:cNvPr>
            <p:cNvSpPr>
              <a:spLocks/>
            </p:cNvSpPr>
            <p:nvPr/>
          </p:nvSpPr>
          <p:spPr bwMode="auto">
            <a:xfrm>
              <a:off x="2304" y="907"/>
              <a:ext cx="1920" cy="251"/>
            </a:xfrm>
            <a:custGeom>
              <a:avLst/>
              <a:gdLst>
                <a:gd name="T0" fmla="*/ 0 w 1293"/>
                <a:gd name="T1" fmla="*/ 251 h 292"/>
                <a:gd name="T2" fmla="*/ 168 w 1293"/>
                <a:gd name="T3" fmla="*/ 106 h 292"/>
                <a:gd name="T4" fmla="*/ 281 w 1293"/>
                <a:gd name="T5" fmla="*/ 113 h 292"/>
                <a:gd name="T6" fmla="*/ 448 w 1293"/>
                <a:gd name="T7" fmla="*/ 178 h 292"/>
                <a:gd name="T8" fmla="*/ 588 w 1293"/>
                <a:gd name="T9" fmla="*/ 170 h 292"/>
                <a:gd name="T10" fmla="*/ 714 w 1293"/>
                <a:gd name="T11" fmla="*/ 121 h 292"/>
                <a:gd name="T12" fmla="*/ 869 w 1293"/>
                <a:gd name="T13" fmla="*/ 57 h 292"/>
                <a:gd name="T14" fmla="*/ 1036 w 1293"/>
                <a:gd name="T15" fmla="*/ 0 h 292"/>
                <a:gd name="T16" fmla="*/ 1136 w 1293"/>
                <a:gd name="T17" fmla="*/ 16 h 292"/>
                <a:gd name="T18" fmla="*/ 1289 w 1293"/>
                <a:gd name="T19" fmla="*/ 89 h 292"/>
                <a:gd name="T20" fmla="*/ 1584 w 1293"/>
                <a:gd name="T21" fmla="*/ 73 h 292"/>
                <a:gd name="T22" fmla="*/ 1752 w 1293"/>
                <a:gd name="T23" fmla="*/ 24 h 292"/>
                <a:gd name="T24" fmla="*/ 1920 w 1293"/>
                <a:gd name="T25" fmla="*/ 24 h 2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293" h="292">
                  <a:moveTo>
                    <a:pt x="0" y="292"/>
                  </a:moveTo>
                  <a:cubicBezTo>
                    <a:pt x="13" y="213"/>
                    <a:pt x="32" y="149"/>
                    <a:pt x="113" y="123"/>
                  </a:cubicBezTo>
                  <a:cubicBezTo>
                    <a:pt x="138" y="126"/>
                    <a:pt x="164" y="125"/>
                    <a:pt x="189" y="132"/>
                  </a:cubicBezTo>
                  <a:cubicBezTo>
                    <a:pt x="224" y="141"/>
                    <a:pt x="252" y="191"/>
                    <a:pt x="302" y="207"/>
                  </a:cubicBezTo>
                  <a:cubicBezTo>
                    <a:pt x="333" y="204"/>
                    <a:pt x="365" y="205"/>
                    <a:pt x="396" y="198"/>
                  </a:cubicBezTo>
                  <a:cubicBezTo>
                    <a:pt x="429" y="190"/>
                    <a:pt x="448" y="153"/>
                    <a:pt x="481" y="141"/>
                  </a:cubicBezTo>
                  <a:cubicBezTo>
                    <a:pt x="506" y="104"/>
                    <a:pt x="546" y="93"/>
                    <a:pt x="585" y="66"/>
                  </a:cubicBezTo>
                  <a:cubicBezTo>
                    <a:pt x="622" y="41"/>
                    <a:pt x="655" y="14"/>
                    <a:pt x="698" y="0"/>
                  </a:cubicBezTo>
                  <a:cubicBezTo>
                    <a:pt x="707" y="2"/>
                    <a:pt x="755" y="12"/>
                    <a:pt x="765" y="19"/>
                  </a:cubicBezTo>
                  <a:cubicBezTo>
                    <a:pt x="813" y="51"/>
                    <a:pt x="801" y="80"/>
                    <a:pt x="868" y="104"/>
                  </a:cubicBezTo>
                  <a:cubicBezTo>
                    <a:pt x="935" y="100"/>
                    <a:pt x="1007" y="115"/>
                    <a:pt x="1067" y="85"/>
                  </a:cubicBezTo>
                  <a:cubicBezTo>
                    <a:pt x="1105" y="66"/>
                    <a:pt x="1134" y="31"/>
                    <a:pt x="1180" y="28"/>
                  </a:cubicBezTo>
                  <a:cubicBezTo>
                    <a:pt x="1218" y="25"/>
                    <a:pt x="1255" y="28"/>
                    <a:pt x="1293" y="28"/>
                  </a:cubicBezTo>
                </a:path>
              </a:pathLst>
            </a:custGeom>
            <a:noFill/>
            <a:ln w="38100" cap="sq" cmpd="sng">
              <a:solidFill>
                <a:srgbClr val="FF33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52" name="Group 6">
              <a:extLst>
                <a:ext uri="{FF2B5EF4-FFF2-40B4-BE49-F238E27FC236}">
                  <a16:creationId xmlns:a16="http://schemas.microsoft.com/office/drawing/2014/main" id="{BB0B813D-D119-406D-8038-788D43584882}"/>
                </a:ext>
              </a:extLst>
            </p:cNvPr>
            <p:cNvGrpSpPr>
              <a:grpSpLocks/>
            </p:cNvGrpSpPr>
            <p:nvPr/>
          </p:nvGrpSpPr>
          <p:grpSpPr bwMode="auto">
            <a:xfrm>
              <a:off x="4224" y="720"/>
              <a:ext cx="504" cy="868"/>
              <a:chOff x="752" y="760"/>
              <a:chExt cx="626" cy="1012"/>
            </a:xfrm>
          </p:grpSpPr>
          <p:sp>
            <p:nvSpPr>
              <p:cNvPr id="67" name="Freeform 7">
                <a:extLst>
                  <a:ext uri="{FF2B5EF4-FFF2-40B4-BE49-F238E27FC236}">
                    <a16:creationId xmlns:a16="http://schemas.microsoft.com/office/drawing/2014/main" id="{34D2D132-6123-4BA2-85A0-6961193D9C47}"/>
                  </a:ext>
                </a:extLst>
              </p:cNvPr>
              <p:cNvSpPr>
                <a:spLocks/>
              </p:cNvSpPr>
              <p:nvPr/>
            </p:nvSpPr>
            <p:spPr bwMode="auto">
              <a:xfrm>
                <a:off x="754" y="760"/>
                <a:ext cx="623" cy="217"/>
              </a:xfrm>
              <a:custGeom>
                <a:avLst/>
                <a:gdLst>
                  <a:gd name="T0" fmla="*/ 0 w 1291"/>
                  <a:gd name="T1" fmla="*/ 148 h 449"/>
                  <a:gd name="T2" fmla="*/ 278 w 1291"/>
                  <a:gd name="T3" fmla="*/ 217 h 449"/>
                  <a:gd name="T4" fmla="*/ 623 w 1291"/>
                  <a:gd name="T5" fmla="*/ 61 h 449"/>
                  <a:gd name="T6" fmla="*/ 351 w 1291"/>
                  <a:gd name="T7" fmla="*/ 0 h 449"/>
                  <a:gd name="T8" fmla="*/ 0 w 1291"/>
                  <a:gd name="T9" fmla="*/ 148 h 4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 name="Freeform 8">
                <a:extLst>
                  <a:ext uri="{FF2B5EF4-FFF2-40B4-BE49-F238E27FC236}">
                    <a16:creationId xmlns:a16="http://schemas.microsoft.com/office/drawing/2014/main" id="{8B9EF27E-C278-49CF-8C6A-B86D540B57E1}"/>
                  </a:ext>
                </a:extLst>
              </p:cNvPr>
              <p:cNvSpPr>
                <a:spLocks/>
              </p:cNvSpPr>
              <p:nvPr/>
            </p:nvSpPr>
            <p:spPr bwMode="auto">
              <a:xfrm>
                <a:off x="764" y="1513"/>
                <a:ext cx="604" cy="259"/>
              </a:xfrm>
              <a:custGeom>
                <a:avLst/>
                <a:gdLst>
                  <a:gd name="T0" fmla="*/ 0 w 1252"/>
                  <a:gd name="T1" fmla="*/ 141 h 536"/>
                  <a:gd name="T2" fmla="*/ 0 w 1252"/>
                  <a:gd name="T3" fmla="*/ 179 h 536"/>
                  <a:gd name="T4" fmla="*/ 274 w 1252"/>
                  <a:gd name="T5" fmla="*/ 259 h 536"/>
                  <a:gd name="T6" fmla="*/ 604 w 1252"/>
                  <a:gd name="T7" fmla="*/ 44 h 536"/>
                  <a:gd name="T8" fmla="*/ 604 w 1252"/>
                  <a:gd name="T9" fmla="*/ 0 h 5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 name="Freeform 9">
                <a:extLst>
                  <a:ext uri="{FF2B5EF4-FFF2-40B4-BE49-F238E27FC236}">
                    <a16:creationId xmlns:a16="http://schemas.microsoft.com/office/drawing/2014/main" id="{DC744F7C-520C-4025-9C59-2FEE4C2C78ED}"/>
                  </a:ext>
                </a:extLst>
              </p:cNvPr>
              <p:cNvSpPr>
                <a:spLocks/>
              </p:cNvSpPr>
              <p:nvPr/>
            </p:nvSpPr>
            <p:spPr bwMode="auto">
              <a:xfrm>
                <a:off x="1026" y="820"/>
                <a:ext cx="352" cy="927"/>
              </a:xfrm>
              <a:custGeom>
                <a:avLst/>
                <a:gdLst>
                  <a:gd name="T0" fmla="*/ 0 w 729"/>
                  <a:gd name="T1" fmla="*/ 159 h 1916"/>
                  <a:gd name="T2" fmla="*/ 2 w 729"/>
                  <a:gd name="T3" fmla="*/ 927 h 1916"/>
                  <a:gd name="T4" fmla="*/ 352 w 729"/>
                  <a:gd name="T5" fmla="*/ 704 h 1916"/>
                  <a:gd name="T6" fmla="*/ 352 w 729"/>
                  <a:gd name="T7" fmla="*/ 0 h 1916"/>
                  <a:gd name="T8" fmla="*/ 0 w 729"/>
                  <a:gd name="T9" fmla="*/ 159 h 19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E5E5E5"/>
                  </a:gs>
                </a:gsLst>
                <a:path path="rect">
                  <a:fillToRect l="100000" t="100000"/>
                </a:path>
              </a:gradFill>
              <a:ln w="31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 name="Freeform 10">
                <a:extLst>
                  <a:ext uri="{FF2B5EF4-FFF2-40B4-BE49-F238E27FC236}">
                    <a16:creationId xmlns:a16="http://schemas.microsoft.com/office/drawing/2014/main" id="{24DE5624-8E5E-4959-B250-C4106376B948}"/>
                  </a:ext>
                </a:extLst>
              </p:cNvPr>
              <p:cNvSpPr>
                <a:spLocks/>
              </p:cNvSpPr>
              <p:nvPr/>
            </p:nvSpPr>
            <p:spPr bwMode="auto">
              <a:xfrm>
                <a:off x="752" y="908"/>
                <a:ext cx="278" cy="834"/>
              </a:xfrm>
              <a:custGeom>
                <a:avLst/>
                <a:gdLst>
                  <a:gd name="T0" fmla="*/ 278 w 577"/>
                  <a:gd name="T1" fmla="*/ 68 h 1728"/>
                  <a:gd name="T2" fmla="*/ 278 w 577"/>
                  <a:gd name="T3" fmla="*/ 834 h 1728"/>
                  <a:gd name="T4" fmla="*/ 0 w 577"/>
                  <a:gd name="T5" fmla="*/ 757 h 1728"/>
                  <a:gd name="T6" fmla="*/ 0 w 577"/>
                  <a:gd name="T7" fmla="*/ 0 h 1728"/>
                  <a:gd name="T8" fmla="*/ 278 w 577"/>
                  <a:gd name="T9" fmla="*/ 68 h 17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7" h="1728">
                    <a:moveTo>
                      <a:pt x="576" y="140"/>
                    </a:moveTo>
                    <a:lnTo>
                      <a:pt x="576" y="1727"/>
                    </a:lnTo>
                    <a:lnTo>
                      <a:pt x="0" y="1568"/>
                    </a:lnTo>
                    <a:lnTo>
                      <a:pt x="0" y="0"/>
                    </a:lnTo>
                    <a:lnTo>
                      <a:pt x="576" y="140"/>
                    </a:lnTo>
                  </a:path>
                </a:pathLst>
              </a:custGeom>
              <a:gradFill rotWithShape="0">
                <a:gsLst>
                  <a:gs pos="0">
                    <a:srgbClr val="EDEDED"/>
                  </a:gs>
                  <a:gs pos="100000">
                    <a:srgbClr val="B2B2B2"/>
                  </a:gs>
                </a:gsLst>
                <a:lin ang="5400000" scaled="1"/>
              </a:gradFill>
              <a:ln w="31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 name="Line 11">
                <a:extLst>
                  <a:ext uri="{FF2B5EF4-FFF2-40B4-BE49-F238E27FC236}">
                    <a16:creationId xmlns:a16="http://schemas.microsoft.com/office/drawing/2014/main" id="{AE955F27-0DAD-4150-8E46-B28BCF3122D2}"/>
                  </a:ext>
                </a:extLst>
              </p:cNvPr>
              <p:cNvSpPr>
                <a:spLocks noChangeShapeType="1"/>
              </p:cNvSpPr>
              <p:nvPr/>
            </p:nvSpPr>
            <p:spPr bwMode="auto">
              <a:xfrm>
                <a:off x="791" y="1610"/>
                <a:ext cx="192" cy="51"/>
              </a:xfrm>
              <a:prstGeom prst="line">
                <a:avLst/>
              </a:prstGeom>
              <a:noFill/>
              <a:ln w="6350">
                <a:solidFill>
                  <a:srgbClr val="67676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 name="Oval 12">
                <a:extLst>
                  <a:ext uri="{FF2B5EF4-FFF2-40B4-BE49-F238E27FC236}">
                    <a16:creationId xmlns:a16="http://schemas.microsoft.com/office/drawing/2014/main" id="{9F029637-A6E5-4037-88B6-B70EF4D2DDAC}"/>
                  </a:ext>
                </a:extLst>
              </p:cNvPr>
              <p:cNvSpPr>
                <a:spLocks noChangeArrowheads="1"/>
              </p:cNvSpPr>
              <p:nvPr/>
            </p:nvSpPr>
            <p:spPr bwMode="auto">
              <a:xfrm>
                <a:off x="784" y="949"/>
                <a:ext cx="31" cy="17"/>
              </a:xfrm>
              <a:prstGeom prst="ellipse">
                <a:avLst/>
              </a:prstGeom>
              <a:solidFill>
                <a:schemeClr val="accent2"/>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a:solidFill>
                      <a:srgbClr val="0066FF"/>
                    </a:solidFill>
                    <a:latin typeface="Courier New" panose="02070309020205020404" pitchFamily="49" charset="0"/>
                  </a:defRPr>
                </a:lvl1pPr>
                <a:lvl2pPr marL="742950" indent="-285750">
                  <a:spcBef>
                    <a:spcPct val="50000"/>
                  </a:spcBef>
                  <a:defRPr sz="2400">
                    <a:solidFill>
                      <a:srgbClr val="0066FF"/>
                    </a:solidFill>
                    <a:latin typeface="Courier New" panose="02070309020205020404" pitchFamily="49" charset="0"/>
                  </a:defRPr>
                </a:lvl2pPr>
                <a:lvl3pPr marL="1143000" indent="-228600">
                  <a:spcBef>
                    <a:spcPct val="50000"/>
                  </a:spcBef>
                  <a:defRPr sz="2400">
                    <a:solidFill>
                      <a:srgbClr val="0066FF"/>
                    </a:solidFill>
                    <a:latin typeface="Courier New" panose="02070309020205020404" pitchFamily="49" charset="0"/>
                  </a:defRPr>
                </a:lvl3pPr>
                <a:lvl4pPr marL="1600200" indent="-228600">
                  <a:spcBef>
                    <a:spcPct val="50000"/>
                  </a:spcBef>
                  <a:defRPr sz="2400">
                    <a:solidFill>
                      <a:srgbClr val="0066FF"/>
                    </a:solidFill>
                    <a:latin typeface="Courier New" panose="02070309020205020404" pitchFamily="49" charset="0"/>
                  </a:defRPr>
                </a:lvl4pPr>
                <a:lvl5pPr marL="2057400" indent="-228600">
                  <a:spcBef>
                    <a:spcPct val="50000"/>
                  </a:spcBef>
                  <a:defRPr sz="2400">
                    <a:solidFill>
                      <a:srgbClr val="0066FF"/>
                    </a:solidFill>
                    <a:latin typeface="Courier New" panose="02070309020205020404" pitchFamily="49" charset="0"/>
                  </a:defRPr>
                </a:lvl5pPr>
                <a:lvl6pPr marL="2514600" indent="-228600" eaLnBrk="0" fontAlgn="base" hangingPunct="0">
                  <a:spcBef>
                    <a:spcPct val="50000"/>
                  </a:spcBef>
                  <a:spcAft>
                    <a:spcPct val="0"/>
                  </a:spcAft>
                  <a:defRPr sz="2400">
                    <a:solidFill>
                      <a:srgbClr val="0066FF"/>
                    </a:solidFill>
                    <a:latin typeface="Courier New" panose="02070309020205020404" pitchFamily="49" charset="0"/>
                  </a:defRPr>
                </a:lvl6pPr>
                <a:lvl7pPr marL="2971800" indent="-228600" eaLnBrk="0" fontAlgn="base" hangingPunct="0">
                  <a:spcBef>
                    <a:spcPct val="50000"/>
                  </a:spcBef>
                  <a:spcAft>
                    <a:spcPct val="0"/>
                  </a:spcAft>
                  <a:defRPr sz="2400">
                    <a:solidFill>
                      <a:srgbClr val="0066FF"/>
                    </a:solidFill>
                    <a:latin typeface="Courier New" panose="02070309020205020404" pitchFamily="49" charset="0"/>
                  </a:defRPr>
                </a:lvl7pPr>
                <a:lvl8pPr marL="3429000" indent="-228600" eaLnBrk="0" fontAlgn="base" hangingPunct="0">
                  <a:spcBef>
                    <a:spcPct val="50000"/>
                  </a:spcBef>
                  <a:spcAft>
                    <a:spcPct val="0"/>
                  </a:spcAft>
                  <a:defRPr sz="2400">
                    <a:solidFill>
                      <a:srgbClr val="0066FF"/>
                    </a:solidFill>
                    <a:latin typeface="Courier New" panose="02070309020205020404" pitchFamily="49" charset="0"/>
                  </a:defRPr>
                </a:lvl8pPr>
                <a:lvl9pPr marL="3886200" indent="-228600" eaLnBrk="0" fontAlgn="base" hangingPunct="0">
                  <a:spcBef>
                    <a:spcPct val="50000"/>
                  </a:spcBef>
                  <a:spcAft>
                    <a:spcPct val="0"/>
                  </a:spcAft>
                  <a:defRPr sz="2400">
                    <a:solidFill>
                      <a:srgbClr val="0066FF"/>
                    </a:solidFill>
                    <a:latin typeface="Courier New" panose="02070309020205020404" pitchFamily="49" charset="0"/>
                  </a:defRPr>
                </a:lvl9pPr>
              </a:lstStyle>
              <a:p>
                <a:pPr eaLnBrk="1" hangingPunct="1"/>
                <a:endParaRPr lang="en-US" altLang="en-US"/>
              </a:p>
            </p:txBody>
          </p:sp>
          <p:sp>
            <p:nvSpPr>
              <p:cNvPr id="73" name="Line 13">
                <a:extLst>
                  <a:ext uri="{FF2B5EF4-FFF2-40B4-BE49-F238E27FC236}">
                    <a16:creationId xmlns:a16="http://schemas.microsoft.com/office/drawing/2014/main" id="{AC1A2B68-DD25-41C5-83DE-0370208BDF01}"/>
                  </a:ext>
                </a:extLst>
              </p:cNvPr>
              <p:cNvSpPr>
                <a:spLocks noChangeShapeType="1"/>
              </p:cNvSpPr>
              <p:nvPr/>
            </p:nvSpPr>
            <p:spPr bwMode="auto">
              <a:xfrm>
                <a:off x="791" y="1572"/>
                <a:ext cx="192" cy="51"/>
              </a:xfrm>
              <a:prstGeom prst="line">
                <a:avLst/>
              </a:prstGeom>
              <a:noFill/>
              <a:ln w="6350">
                <a:solidFill>
                  <a:srgbClr val="67676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 name="Line 14">
                <a:extLst>
                  <a:ext uri="{FF2B5EF4-FFF2-40B4-BE49-F238E27FC236}">
                    <a16:creationId xmlns:a16="http://schemas.microsoft.com/office/drawing/2014/main" id="{B28274EB-1045-4E29-BBF7-E191AA6B166B}"/>
                  </a:ext>
                </a:extLst>
              </p:cNvPr>
              <p:cNvSpPr>
                <a:spLocks noChangeShapeType="1"/>
              </p:cNvSpPr>
              <p:nvPr/>
            </p:nvSpPr>
            <p:spPr bwMode="auto">
              <a:xfrm>
                <a:off x="791" y="1534"/>
                <a:ext cx="192" cy="52"/>
              </a:xfrm>
              <a:prstGeom prst="line">
                <a:avLst/>
              </a:prstGeom>
              <a:noFill/>
              <a:ln w="6350">
                <a:solidFill>
                  <a:srgbClr val="67676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5" name="Line 15">
                <a:extLst>
                  <a:ext uri="{FF2B5EF4-FFF2-40B4-BE49-F238E27FC236}">
                    <a16:creationId xmlns:a16="http://schemas.microsoft.com/office/drawing/2014/main" id="{69B080AC-39D0-491A-B2A1-9DAF60030DD0}"/>
                  </a:ext>
                </a:extLst>
              </p:cNvPr>
              <p:cNvSpPr>
                <a:spLocks noChangeShapeType="1"/>
              </p:cNvSpPr>
              <p:nvPr/>
            </p:nvSpPr>
            <p:spPr bwMode="auto">
              <a:xfrm>
                <a:off x="791" y="1497"/>
                <a:ext cx="192" cy="51"/>
              </a:xfrm>
              <a:prstGeom prst="line">
                <a:avLst/>
              </a:prstGeom>
              <a:noFill/>
              <a:ln w="6350">
                <a:solidFill>
                  <a:srgbClr val="67676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6" name="Line 16">
                <a:extLst>
                  <a:ext uri="{FF2B5EF4-FFF2-40B4-BE49-F238E27FC236}">
                    <a16:creationId xmlns:a16="http://schemas.microsoft.com/office/drawing/2014/main" id="{774FF599-48B6-41D5-98FB-0DD965FC6CF6}"/>
                  </a:ext>
                </a:extLst>
              </p:cNvPr>
              <p:cNvSpPr>
                <a:spLocks noChangeShapeType="1"/>
              </p:cNvSpPr>
              <p:nvPr/>
            </p:nvSpPr>
            <p:spPr bwMode="auto">
              <a:xfrm>
                <a:off x="791" y="1458"/>
                <a:ext cx="192" cy="51"/>
              </a:xfrm>
              <a:prstGeom prst="line">
                <a:avLst/>
              </a:prstGeom>
              <a:noFill/>
              <a:ln w="6350">
                <a:solidFill>
                  <a:srgbClr val="67676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A9A9A9"/>
                      </a:outerShdw>
                    </a:effectLst>
                  </a14:hiddenEffects>
                </a:ext>
              </a:extLst>
            </p:spPr>
            <p:txBody>
              <a:bodyPr wrap="none" anchor="ctr"/>
              <a:lstStyle/>
              <a:p>
                <a:endParaRPr lang="en-US"/>
              </a:p>
            </p:txBody>
          </p:sp>
          <p:sp>
            <p:nvSpPr>
              <p:cNvPr id="77" name="Freeform 17">
                <a:extLst>
                  <a:ext uri="{FF2B5EF4-FFF2-40B4-BE49-F238E27FC236}">
                    <a16:creationId xmlns:a16="http://schemas.microsoft.com/office/drawing/2014/main" id="{C55CAE2D-890F-4FAF-9CC2-05CDBD85E94A}"/>
                  </a:ext>
                </a:extLst>
              </p:cNvPr>
              <p:cNvSpPr>
                <a:spLocks/>
              </p:cNvSpPr>
              <p:nvPr/>
            </p:nvSpPr>
            <p:spPr bwMode="auto">
              <a:xfrm>
                <a:off x="794" y="1094"/>
                <a:ext cx="190" cy="355"/>
              </a:xfrm>
              <a:custGeom>
                <a:avLst/>
                <a:gdLst>
                  <a:gd name="T0" fmla="*/ 0 w 397"/>
                  <a:gd name="T1" fmla="*/ 304 h 733"/>
                  <a:gd name="T2" fmla="*/ 190 w 397"/>
                  <a:gd name="T3" fmla="*/ 355 h 733"/>
                  <a:gd name="T4" fmla="*/ 190 w 397"/>
                  <a:gd name="T5" fmla="*/ 0 h 733"/>
                  <a:gd name="T6" fmla="*/ 0 60000 65536"/>
                  <a:gd name="T7" fmla="*/ 0 60000 65536"/>
                  <a:gd name="T8" fmla="*/ 0 60000 65536"/>
                </a:gdLst>
                <a:ahLst/>
                <a:cxnLst>
                  <a:cxn ang="T6">
                    <a:pos x="T0" y="T1"/>
                  </a:cxn>
                  <a:cxn ang="T7">
                    <a:pos x="T2" y="T3"/>
                  </a:cxn>
                  <a:cxn ang="T8">
                    <a:pos x="T4" y="T5"/>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 name="Freeform 18">
                <a:extLst>
                  <a:ext uri="{FF2B5EF4-FFF2-40B4-BE49-F238E27FC236}">
                    <a16:creationId xmlns:a16="http://schemas.microsoft.com/office/drawing/2014/main" id="{6D2FB0CF-FAD8-4DEC-A218-E9BEBEFC69DD}"/>
                  </a:ext>
                </a:extLst>
              </p:cNvPr>
              <p:cNvSpPr>
                <a:spLocks/>
              </p:cNvSpPr>
              <p:nvPr/>
            </p:nvSpPr>
            <p:spPr bwMode="auto">
              <a:xfrm>
                <a:off x="774" y="1024"/>
                <a:ext cx="218" cy="618"/>
              </a:xfrm>
              <a:custGeom>
                <a:avLst/>
                <a:gdLst>
                  <a:gd name="T0" fmla="*/ 218 w 453"/>
                  <a:gd name="T1" fmla="*/ 51 h 1278"/>
                  <a:gd name="T2" fmla="*/ 0 w 453"/>
                  <a:gd name="T3" fmla="*/ 0 h 1278"/>
                  <a:gd name="T4" fmla="*/ 0 w 453"/>
                  <a:gd name="T5" fmla="*/ 618 h 1278"/>
                  <a:gd name="T6" fmla="*/ 0 60000 65536"/>
                  <a:gd name="T7" fmla="*/ 0 60000 65536"/>
                  <a:gd name="T8" fmla="*/ 0 60000 65536"/>
                </a:gdLst>
                <a:ahLst/>
                <a:cxnLst>
                  <a:cxn ang="T6">
                    <a:pos x="T0" y="T1"/>
                  </a:cxn>
                  <a:cxn ang="T7">
                    <a:pos x="T2" y="T3"/>
                  </a:cxn>
                  <a:cxn ang="T8">
                    <a:pos x="T4" y="T5"/>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 name="Freeform 19">
                <a:extLst>
                  <a:ext uri="{FF2B5EF4-FFF2-40B4-BE49-F238E27FC236}">
                    <a16:creationId xmlns:a16="http://schemas.microsoft.com/office/drawing/2014/main" id="{F43DD327-6ABB-486B-8B3A-5AE50B08C9AA}"/>
                  </a:ext>
                </a:extLst>
              </p:cNvPr>
              <p:cNvSpPr>
                <a:spLocks/>
              </p:cNvSpPr>
              <p:nvPr/>
            </p:nvSpPr>
            <p:spPr bwMode="auto">
              <a:xfrm>
                <a:off x="788" y="1047"/>
                <a:ext cx="194" cy="352"/>
              </a:xfrm>
              <a:custGeom>
                <a:avLst/>
                <a:gdLst>
                  <a:gd name="T0" fmla="*/ 194 w 402"/>
                  <a:gd name="T1" fmla="*/ 47 h 726"/>
                  <a:gd name="T2" fmla="*/ 0 w 402"/>
                  <a:gd name="T3" fmla="*/ 0 h 726"/>
                  <a:gd name="T4" fmla="*/ 0 w 402"/>
                  <a:gd name="T5" fmla="*/ 352 h 726"/>
                  <a:gd name="T6" fmla="*/ 0 60000 65536"/>
                  <a:gd name="T7" fmla="*/ 0 60000 65536"/>
                  <a:gd name="T8" fmla="*/ 0 60000 65536"/>
                </a:gdLst>
                <a:ahLst/>
                <a:cxnLst>
                  <a:cxn ang="T6">
                    <a:pos x="T0" y="T1"/>
                  </a:cxn>
                  <a:cxn ang="T7">
                    <a:pos x="T2" y="T3"/>
                  </a:cxn>
                  <a:cxn ang="T8">
                    <a:pos x="T4" y="T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a:extLst>
                <a:ext uri="{909E8E84-426E-40DD-AFC4-6F175D3DCCD1}">
                  <a14:hiddenFill xmlns:a14="http://schemas.microsoft.com/office/drawing/2010/main">
                    <a:gradFill rotWithShape="0">
                      <a:gsLst>
                        <a:gs pos="0">
                          <a:srgbClr val="A9A9A9"/>
                        </a:gs>
                        <a:gs pos="100000">
                          <a:srgbClr val="D1D1D1"/>
                        </a:gs>
                      </a:gsLst>
                      <a:path path="rect">
                        <a:fillToRect r="100000" b="10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 name="Line 20">
                <a:extLst>
                  <a:ext uri="{FF2B5EF4-FFF2-40B4-BE49-F238E27FC236}">
                    <a16:creationId xmlns:a16="http://schemas.microsoft.com/office/drawing/2014/main" id="{B5322855-5810-483F-A374-442A8C0BD7AC}"/>
                  </a:ext>
                </a:extLst>
              </p:cNvPr>
              <p:cNvSpPr>
                <a:spLocks noChangeShapeType="1"/>
              </p:cNvSpPr>
              <p:nvPr/>
            </p:nvSpPr>
            <p:spPr bwMode="auto">
              <a:xfrm>
                <a:off x="789" y="1128"/>
                <a:ext cx="187" cy="43"/>
              </a:xfrm>
              <a:prstGeom prst="line">
                <a:avLst/>
              </a:prstGeom>
              <a:noFill/>
              <a:ln w="3175">
                <a:solidFill>
                  <a:srgbClr val="67676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 name="Line 21">
                <a:extLst>
                  <a:ext uri="{FF2B5EF4-FFF2-40B4-BE49-F238E27FC236}">
                    <a16:creationId xmlns:a16="http://schemas.microsoft.com/office/drawing/2014/main" id="{B067ABCE-0E58-48B0-A3D3-BEAA74582226}"/>
                  </a:ext>
                </a:extLst>
              </p:cNvPr>
              <p:cNvSpPr>
                <a:spLocks noChangeShapeType="1"/>
              </p:cNvSpPr>
              <p:nvPr/>
            </p:nvSpPr>
            <p:spPr bwMode="auto">
              <a:xfrm>
                <a:off x="789" y="1203"/>
                <a:ext cx="189" cy="43"/>
              </a:xfrm>
              <a:prstGeom prst="line">
                <a:avLst/>
              </a:prstGeom>
              <a:noFill/>
              <a:ln w="3175">
                <a:solidFill>
                  <a:srgbClr val="67676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 name="Line 22">
                <a:extLst>
                  <a:ext uri="{FF2B5EF4-FFF2-40B4-BE49-F238E27FC236}">
                    <a16:creationId xmlns:a16="http://schemas.microsoft.com/office/drawing/2014/main" id="{DFF037B3-0764-4833-A9E4-D8D5A0C553C5}"/>
                  </a:ext>
                </a:extLst>
              </p:cNvPr>
              <p:cNvSpPr>
                <a:spLocks noChangeShapeType="1"/>
              </p:cNvSpPr>
              <p:nvPr/>
            </p:nvSpPr>
            <p:spPr bwMode="auto">
              <a:xfrm>
                <a:off x="789" y="1296"/>
                <a:ext cx="180" cy="43"/>
              </a:xfrm>
              <a:prstGeom prst="line">
                <a:avLst/>
              </a:prstGeom>
              <a:noFill/>
              <a:ln w="3175">
                <a:solidFill>
                  <a:srgbClr val="67676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 name="Freeform 23">
                <a:extLst>
                  <a:ext uri="{FF2B5EF4-FFF2-40B4-BE49-F238E27FC236}">
                    <a16:creationId xmlns:a16="http://schemas.microsoft.com/office/drawing/2014/main" id="{C4513D81-5280-463C-8A02-D3859D905F06}"/>
                  </a:ext>
                </a:extLst>
              </p:cNvPr>
              <p:cNvSpPr>
                <a:spLocks/>
              </p:cNvSpPr>
              <p:nvPr/>
            </p:nvSpPr>
            <p:spPr bwMode="auto">
              <a:xfrm>
                <a:off x="845" y="1091"/>
                <a:ext cx="74" cy="40"/>
              </a:xfrm>
              <a:custGeom>
                <a:avLst/>
                <a:gdLst>
                  <a:gd name="T0" fmla="*/ 0 w 152"/>
                  <a:gd name="T1" fmla="*/ 0 h 82"/>
                  <a:gd name="T2" fmla="*/ 0 w 152"/>
                  <a:gd name="T3" fmla="*/ 23 h 82"/>
                  <a:gd name="T4" fmla="*/ 74 w 152"/>
                  <a:gd name="T5" fmla="*/ 40 h 82"/>
                  <a:gd name="T6" fmla="*/ 74 w 152"/>
                  <a:gd name="T7" fmla="*/ 16 h 82"/>
                  <a:gd name="T8" fmla="*/ 0 w 152"/>
                  <a:gd name="T9" fmla="*/ 0 h 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82">
                    <a:moveTo>
                      <a:pt x="0" y="0"/>
                    </a:moveTo>
                    <a:lnTo>
                      <a:pt x="0" y="48"/>
                    </a:lnTo>
                    <a:lnTo>
                      <a:pt x="151" y="81"/>
                    </a:lnTo>
                    <a:lnTo>
                      <a:pt x="151" y="33"/>
                    </a:lnTo>
                    <a:lnTo>
                      <a:pt x="0" y="0"/>
                    </a:lnTo>
                  </a:path>
                </a:pathLst>
              </a:custGeom>
              <a:solidFill>
                <a:srgbClr val="A9A9A9"/>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4" name="Line 24">
                <a:extLst>
                  <a:ext uri="{FF2B5EF4-FFF2-40B4-BE49-F238E27FC236}">
                    <a16:creationId xmlns:a16="http://schemas.microsoft.com/office/drawing/2014/main" id="{8AB0B9AB-9E77-455E-9AE2-DC146DDC1D57}"/>
                  </a:ext>
                </a:extLst>
              </p:cNvPr>
              <p:cNvSpPr>
                <a:spLocks noChangeShapeType="1"/>
              </p:cNvSpPr>
              <p:nvPr/>
            </p:nvSpPr>
            <p:spPr bwMode="auto">
              <a:xfrm>
                <a:off x="816" y="1097"/>
                <a:ext cx="138" cy="30"/>
              </a:xfrm>
              <a:prstGeom prst="line">
                <a:avLst/>
              </a:prstGeom>
              <a:noFill/>
              <a:ln w="6350">
                <a:solidFill>
                  <a:srgbClr val="91919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5" name="Freeform 25">
                <a:extLst>
                  <a:ext uri="{FF2B5EF4-FFF2-40B4-BE49-F238E27FC236}">
                    <a16:creationId xmlns:a16="http://schemas.microsoft.com/office/drawing/2014/main" id="{F661144B-5EFB-4CCB-BF5E-3C307C4594B6}"/>
                  </a:ext>
                </a:extLst>
              </p:cNvPr>
              <p:cNvSpPr>
                <a:spLocks/>
              </p:cNvSpPr>
              <p:nvPr/>
            </p:nvSpPr>
            <p:spPr bwMode="auto">
              <a:xfrm>
                <a:off x="802" y="1234"/>
                <a:ext cx="167" cy="75"/>
              </a:xfrm>
              <a:custGeom>
                <a:avLst/>
                <a:gdLst>
                  <a:gd name="T0" fmla="*/ 0 w 351"/>
                  <a:gd name="T1" fmla="*/ 35 h 183"/>
                  <a:gd name="T2" fmla="*/ 0 w 351"/>
                  <a:gd name="T3" fmla="*/ 0 h 183"/>
                  <a:gd name="T4" fmla="*/ 167 w 351"/>
                  <a:gd name="T5" fmla="*/ 38 h 183"/>
                  <a:gd name="T6" fmla="*/ 167 w 351"/>
                  <a:gd name="T7" fmla="*/ 75 h 183"/>
                  <a:gd name="T8" fmla="*/ 0 w 351"/>
                  <a:gd name="T9" fmla="*/ 35 h 1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 name="Freeform 26">
                <a:extLst>
                  <a:ext uri="{FF2B5EF4-FFF2-40B4-BE49-F238E27FC236}">
                    <a16:creationId xmlns:a16="http://schemas.microsoft.com/office/drawing/2014/main" id="{5FD83880-BD10-4901-B4DB-E8561B0D623E}"/>
                  </a:ext>
                </a:extLst>
              </p:cNvPr>
              <p:cNvSpPr>
                <a:spLocks/>
              </p:cNvSpPr>
              <p:nvPr/>
            </p:nvSpPr>
            <p:spPr bwMode="auto">
              <a:xfrm>
                <a:off x="802" y="1327"/>
                <a:ext cx="167" cy="83"/>
              </a:xfrm>
              <a:custGeom>
                <a:avLst/>
                <a:gdLst>
                  <a:gd name="T0" fmla="*/ 0 w 351"/>
                  <a:gd name="T1" fmla="*/ 39 h 182"/>
                  <a:gd name="T2" fmla="*/ 0 w 351"/>
                  <a:gd name="T3" fmla="*/ 0 h 182"/>
                  <a:gd name="T4" fmla="*/ 167 w 351"/>
                  <a:gd name="T5" fmla="*/ 42 h 182"/>
                  <a:gd name="T6" fmla="*/ 167 w 351"/>
                  <a:gd name="T7" fmla="*/ 83 h 182"/>
                  <a:gd name="T8" fmla="*/ 0 w 351"/>
                  <a:gd name="T9" fmla="*/ 39 h 1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 name="Freeform 27">
                <a:extLst>
                  <a:ext uri="{FF2B5EF4-FFF2-40B4-BE49-F238E27FC236}">
                    <a16:creationId xmlns:a16="http://schemas.microsoft.com/office/drawing/2014/main" id="{6C39B1AE-ECB1-42AA-A3F1-21885F76165A}"/>
                  </a:ext>
                </a:extLst>
              </p:cNvPr>
              <p:cNvSpPr>
                <a:spLocks/>
              </p:cNvSpPr>
              <p:nvPr/>
            </p:nvSpPr>
            <p:spPr bwMode="auto">
              <a:xfrm>
                <a:off x="799" y="1150"/>
                <a:ext cx="170" cy="77"/>
              </a:xfrm>
              <a:custGeom>
                <a:avLst/>
                <a:gdLst>
                  <a:gd name="T0" fmla="*/ 0 w 351"/>
                  <a:gd name="T1" fmla="*/ 36 h 182"/>
                  <a:gd name="T2" fmla="*/ 0 w 351"/>
                  <a:gd name="T3" fmla="*/ 0 h 182"/>
                  <a:gd name="T4" fmla="*/ 170 w 351"/>
                  <a:gd name="T5" fmla="*/ 39 h 182"/>
                  <a:gd name="T6" fmla="*/ 170 w 351"/>
                  <a:gd name="T7" fmla="*/ 77 h 182"/>
                  <a:gd name="T8" fmla="*/ 0 w 351"/>
                  <a:gd name="T9" fmla="*/ 36 h 1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 name="Line 28">
                <a:extLst>
                  <a:ext uri="{FF2B5EF4-FFF2-40B4-BE49-F238E27FC236}">
                    <a16:creationId xmlns:a16="http://schemas.microsoft.com/office/drawing/2014/main" id="{2D494A7B-5CB6-481D-BF47-DA0CD658BA53}"/>
                  </a:ext>
                </a:extLst>
              </p:cNvPr>
              <p:cNvSpPr>
                <a:spLocks noChangeShapeType="1"/>
              </p:cNvSpPr>
              <p:nvPr/>
            </p:nvSpPr>
            <p:spPr bwMode="auto">
              <a:xfrm flipH="1" flipV="1">
                <a:off x="921" y="1197"/>
                <a:ext cx="33" cy="8"/>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en-US"/>
              </a:p>
            </p:txBody>
          </p:sp>
          <p:sp>
            <p:nvSpPr>
              <p:cNvPr id="89" name="Line 29">
                <a:extLst>
                  <a:ext uri="{FF2B5EF4-FFF2-40B4-BE49-F238E27FC236}">
                    <a16:creationId xmlns:a16="http://schemas.microsoft.com/office/drawing/2014/main" id="{25199660-031F-45C6-99B2-CB4EF82C34A8}"/>
                  </a:ext>
                </a:extLst>
              </p:cNvPr>
              <p:cNvSpPr>
                <a:spLocks noChangeShapeType="1"/>
              </p:cNvSpPr>
              <p:nvPr/>
            </p:nvSpPr>
            <p:spPr bwMode="auto">
              <a:xfrm flipH="1" flipV="1">
                <a:off x="921" y="1279"/>
                <a:ext cx="33" cy="7"/>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en-US"/>
              </a:p>
            </p:txBody>
          </p:sp>
          <p:sp>
            <p:nvSpPr>
              <p:cNvPr id="90" name="Line 30">
                <a:extLst>
                  <a:ext uri="{FF2B5EF4-FFF2-40B4-BE49-F238E27FC236}">
                    <a16:creationId xmlns:a16="http://schemas.microsoft.com/office/drawing/2014/main" id="{2D98A4C9-FD7D-4079-BE3E-37564BA01348}"/>
                  </a:ext>
                </a:extLst>
              </p:cNvPr>
              <p:cNvSpPr>
                <a:spLocks noChangeShapeType="1"/>
              </p:cNvSpPr>
              <p:nvPr/>
            </p:nvSpPr>
            <p:spPr bwMode="auto">
              <a:xfrm flipH="1" flipV="1">
                <a:off x="921" y="1378"/>
                <a:ext cx="33" cy="8"/>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tIns="27432" bIns="27432" anchor="ctr">
                <a:spAutoFit/>
              </a:bodyPr>
              <a:lstStyle/>
              <a:p>
                <a:endParaRPr lang="en-US"/>
              </a:p>
            </p:txBody>
          </p:sp>
        </p:grpSp>
        <p:pic>
          <p:nvPicPr>
            <p:cNvPr id="53" name="Picture 31" descr="Secretary_at_Desk_2tn_">
              <a:extLst>
                <a:ext uri="{FF2B5EF4-FFF2-40B4-BE49-F238E27FC236}">
                  <a16:creationId xmlns:a16="http://schemas.microsoft.com/office/drawing/2014/main" id="{75CF9167-5E76-4430-91C7-12184F2103F2}"/>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6" y="1899"/>
              <a:ext cx="612" cy="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Freeform 32">
              <a:extLst>
                <a:ext uri="{FF2B5EF4-FFF2-40B4-BE49-F238E27FC236}">
                  <a16:creationId xmlns:a16="http://schemas.microsoft.com/office/drawing/2014/main" id="{5EE3F24A-0952-45C6-9223-4B1988F590F2}"/>
                </a:ext>
              </a:extLst>
            </p:cNvPr>
            <p:cNvSpPr>
              <a:spLocks/>
            </p:cNvSpPr>
            <p:nvPr/>
          </p:nvSpPr>
          <p:spPr bwMode="auto">
            <a:xfrm>
              <a:off x="467" y="1635"/>
              <a:ext cx="701" cy="447"/>
            </a:xfrm>
            <a:custGeom>
              <a:avLst/>
              <a:gdLst>
                <a:gd name="T0" fmla="*/ 7 w 935"/>
                <a:gd name="T1" fmla="*/ 447 h 519"/>
                <a:gd name="T2" fmla="*/ 14 w 935"/>
                <a:gd name="T3" fmla="*/ 301 h 519"/>
                <a:gd name="T4" fmla="*/ 57 w 935"/>
                <a:gd name="T5" fmla="*/ 285 h 519"/>
                <a:gd name="T6" fmla="*/ 114 w 935"/>
                <a:gd name="T7" fmla="*/ 301 h 519"/>
                <a:gd name="T8" fmla="*/ 199 w 935"/>
                <a:gd name="T9" fmla="*/ 350 h 519"/>
                <a:gd name="T10" fmla="*/ 298 w 935"/>
                <a:gd name="T11" fmla="*/ 293 h 519"/>
                <a:gd name="T12" fmla="*/ 326 w 935"/>
                <a:gd name="T13" fmla="*/ 244 h 519"/>
                <a:gd name="T14" fmla="*/ 355 w 935"/>
                <a:gd name="T15" fmla="*/ 155 h 519"/>
                <a:gd name="T16" fmla="*/ 446 w 935"/>
                <a:gd name="T17" fmla="*/ 187 h 519"/>
                <a:gd name="T18" fmla="*/ 553 w 935"/>
                <a:gd name="T19" fmla="*/ 228 h 519"/>
                <a:gd name="T20" fmla="*/ 609 w 935"/>
                <a:gd name="T21" fmla="*/ 171 h 519"/>
                <a:gd name="T22" fmla="*/ 680 w 935"/>
                <a:gd name="T23" fmla="*/ 33 h 519"/>
                <a:gd name="T24" fmla="*/ 701 w 935"/>
                <a:gd name="T25" fmla="*/ 0 h 5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35" h="519">
                  <a:moveTo>
                    <a:pt x="10" y="519"/>
                  </a:moveTo>
                  <a:cubicBezTo>
                    <a:pt x="13" y="462"/>
                    <a:pt x="0" y="403"/>
                    <a:pt x="19" y="349"/>
                  </a:cubicBezTo>
                  <a:cubicBezTo>
                    <a:pt x="26" y="330"/>
                    <a:pt x="76" y="331"/>
                    <a:pt x="76" y="331"/>
                  </a:cubicBezTo>
                  <a:cubicBezTo>
                    <a:pt x="86" y="333"/>
                    <a:pt x="137" y="341"/>
                    <a:pt x="152" y="349"/>
                  </a:cubicBezTo>
                  <a:cubicBezTo>
                    <a:pt x="202" y="377"/>
                    <a:pt x="213" y="390"/>
                    <a:pt x="265" y="406"/>
                  </a:cubicBezTo>
                  <a:cubicBezTo>
                    <a:pt x="318" y="396"/>
                    <a:pt x="362" y="385"/>
                    <a:pt x="397" y="340"/>
                  </a:cubicBezTo>
                  <a:cubicBezTo>
                    <a:pt x="411" y="322"/>
                    <a:pt x="435" y="283"/>
                    <a:pt x="435" y="283"/>
                  </a:cubicBezTo>
                  <a:cubicBezTo>
                    <a:pt x="457" y="197"/>
                    <a:pt x="440" y="229"/>
                    <a:pt x="473" y="180"/>
                  </a:cubicBezTo>
                  <a:cubicBezTo>
                    <a:pt x="528" y="187"/>
                    <a:pt x="552" y="188"/>
                    <a:pt x="595" y="217"/>
                  </a:cubicBezTo>
                  <a:cubicBezTo>
                    <a:pt x="623" y="299"/>
                    <a:pt x="629" y="274"/>
                    <a:pt x="737" y="265"/>
                  </a:cubicBezTo>
                  <a:cubicBezTo>
                    <a:pt x="768" y="244"/>
                    <a:pt x="781" y="219"/>
                    <a:pt x="812" y="198"/>
                  </a:cubicBezTo>
                  <a:cubicBezTo>
                    <a:pt x="850" y="142"/>
                    <a:pt x="848" y="78"/>
                    <a:pt x="907" y="38"/>
                  </a:cubicBezTo>
                  <a:cubicBezTo>
                    <a:pt x="929" y="6"/>
                    <a:pt x="918" y="18"/>
                    <a:pt x="935" y="0"/>
                  </a:cubicBezTo>
                </a:path>
              </a:pathLst>
            </a:custGeom>
            <a:noFill/>
            <a:ln w="38100" cap="sq" cmpd="sng">
              <a:solidFill>
                <a:srgbClr val="FF33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5" name="Freeform 33">
              <a:extLst>
                <a:ext uri="{FF2B5EF4-FFF2-40B4-BE49-F238E27FC236}">
                  <a16:creationId xmlns:a16="http://schemas.microsoft.com/office/drawing/2014/main" id="{B3F2D81C-57C0-4BDA-B66A-12DE6432A8D4}"/>
                </a:ext>
              </a:extLst>
            </p:cNvPr>
            <p:cNvSpPr>
              <a:spLocks/>
            </p:cNvSpPr>
            <p:nvPr/>
          </p:nvSpPr>
          <p:spPr bwMode="auto">
            <a:xfrm>
              <a:off x="2496" y="1728"/>
              <a:ext cx="576" cy="48"/>
            </a:xfrm>
            <a:custGeom>
              <a:avLst/>
              <a:gdLst>
                <a:gd name="T0" fmla="*/ 576 w 960"/>
                <a:gd name="T1" fmla="*/ 0 h 504"/>
                <a:gd name="T2" fmla="*/ 288 w 960"/>
                <a:gd name="T3" fmla="*/ 41 h 504"/>
                <a:gd name="T4" fmla="*/ 0 w 960"/>
                <a:gd name="T5" fmla="*/ 41 h 504"/>
                <a:gd name="T6" fmla="*/ 0 60000 65536"/>
                <a:gd name="T7" fmla="*/ 0 60000 65536"/>
                <a:gd name="T8" fmla="*/ 0 60000 65536"/>
              </a:gdLst>
              <a:ahLst/>
              <a:cxnLst>
                <a:cxn ang="T6">
                  <a:pos x="T0" y="T1"/>
                </a:cxn>
                <a:cxn ang="T7">
                  <a:pos x="T2" y="T3"/>
                </a:cxn>
                <a:cxn ang="T8">
                  <a:pos x="T4" y="T5"/>
                </a:cxn>
              </a:cxnLst>
              <a:rect l="0" t="0" r="r" b="b"/>
              <a:pathLst>
                <a:path w="960" h="504">
                  <a:moveTo>
                    <a:pt x="960" y="0"/>
                  </a:moveTo>
                  <a:cubicBezTo>
                    <a:pt x="800" y="180"/>
                    <a:pt x="640" y="360"/>
                    <a:pt x="480" y="432"/>
                  </a:cubicBezTo>
                  <a:cubicBezTo>
                    <a:pt x="320" y="504"/>
                    <a:pt x="160" y="468"/>
                    <a:pt x="0" y="432"/>
                  </a:cubicBezTo>
                </a:path>
              </a:pathLst>
            </a:custGeom>
            <a:noFill/>
            <a:ln w="38100" cap="sq" cmpd="sng">
              <a:solidFill>
                <a:srgbClr val="0000FF"/>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6" name="Freeform 34">
              <a:extLst>
                <a:ext uri="{FF2B5EF4-FFF2-40B4-BE49-F238E27FC236}">
                  <a16:creationId xmlns:a16="http://schemas.microsoft.com/office/drawing/2014/main" id="{A179D2C4-65B7-483B-8AB9-B9800A9F131F}"/>
                </a:ext>
              </a:extLst>
            </p:cNvPr>
            <p:cNvSpPr>
              <a:spLocks/>
            </p:cNvSpPr>
            <p:nvPr/>
          </p:nvSpPr>
          <p:spPr bwMode="auto">
            <a:xfrm>
              <a:off x="576" y="1982"/>
              <a:ext cx="720" cy="344"/>
            </a:xfrm>
            <a:custGeom>
              <a:avLst/>
              <a:gdLst>
                <a:gd name="T0" fmla="*/ 720 w 1104"/>
                <a:gd name="T1" fmla="*/ 0 h 592"/>
                <a:gd name="T2" fmla="*/ 501 w 1104"/>
                <a:gd name="T3" fmla="*/ 112 h 592"/>
                <a:gd name="T4" fmla="*/ 470 w 1104"/>
                <a:gd name="T5" fmla="*/ 251 h 592"/>
                <a:gd name="T6" fmla="*/ 282 w 1104"/>
                <a:gd name="T7" fmla="*/ 223 h 592"/>
                <a:gd name="T8" fmla="*/ 250 w 1104"/>
                <a:gd name="T9" fmla="*/ 335 h 592"/>
                <a:gd name="T10" fmla="*/ 0 w 1104"/>
                <a:gd name="T11" fmla="*/ 279 h 59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04" h="592">
                  <a:moveTo>
                    <a:pt x="1104" y="0"/>
                  </a:moveTo>
                  <a:cubicBezTo>
                    <a:pt x="968" y="60"/>
                    <a:pt x="832" y="120"/>
                    <a:pt x="768" y="192"/>
                  </a:cubicBezTo>
                  <a:cubicBezTo>
                    <a:pt x="704" y="264"/>
                    <a:pt x="776" y="400"/>
                    <a:pt x="720" y="432"/>
                  </a:cubicBezTo>
                  <a:cubicBezTo>
                    <a:pt x="664" y="464"/>
                    <a:pt x="488" y="360"/>
                    <a:pt x="432" y="384"/>
                  </a:cubicBezTo>
                  <a:cubicBezTo>
                    <a:pt x="376" y="408"/>
                    <a:pt x="456" y="560"/>
                    <a:pt x="384" y="576"/>
                  </a:cubicBezTo>
                  <a:cubicBezTo>
                    <a:pt x="312" y="592"/>
                    <a:pt x="156" y="536"/>
                    <a:pt x="0" y="480"/>
                  </a:cubicBezTo>
                </a:path>
              </a:pathLst>
            </a:custGeom>
            <a:noFill/>
            <a:ln w="38100" cap="sq" cmpd="sng">
              <a:solidFill>
                <a:srgbClr val="0000FF"/>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7" name="Text Box 35">
              <a:extLst>
                <a:ext uri="{FF2B5EF4-FFF2-40B4-BE49-F238E27FC236}">
                  <a16:creationId xmlns:a16="http://schemas.microsoft.com/office/drawing/2014/main" id="{CCC4CE4B-11F5-47A8-8B76-5A3430A9CB1B}"/>
                </a:ext>
              </a:extLst>
            </p:cNvPr>
            <p:cNvSpPr txBox="1">
              <a:spLocks noChangeArrowheads="1"/>
            </p:cNvSpPr>
            <p:nvPr/>
          </p:nvSpPr>
          <p:spPr bwMode="auto">
            <a:xfrm>
              <a:off x="4896" y="960"/>
              <a:ext cx="68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sz="2400">
                  <a:solidFill>
                    <a:srgbClr val="0066FF"/>
                  </a:solidFill>
                  <a:latin typeface="Courier New" panose="02070309020205020404" pitchFamily="49" charset="0"/>
                </a:defRPr>
              </a:lvl1pPr>
              <a:lvl2pPr marL="742950" indent="-285750">
                <a:spcBef>
                  <a:spcPct val="50000"/>
                </a:spcBef>
                <a:defRPr sz="2400">
                  <a:solidFill>
                    <a:srgbClr val="0066FF"/>
                  </a:solidFill>
                  <a:latin typeface="Courier New" panose="02070309020205020404" pitchFamily="49" charset="0"/>
                </a:defRPr>
              </a:lvl2pPr>
              <a:lvl3pPr marL="1143000" indent="-228600">
                <a:spcBef>
                  <a:spcPct val="50000"/>
                </a:spcBef>
                <a:defRPr sz="2400">
                  <a:solidFill>
                    <a:srgbClr val="0066FF"/>
                  </a:solidFill>
                  <a:latin typeface="Courier New" panose="02070309020205020404" pitchFamily="49" charset="0"/>
                </a:defRPr>
              </a:lvl3pPr>
              <a:lvl4pPr marL="1600200" indent="-228600">
                <a:spcBef>
                  <a:spcPct val="50000"/>
                </a:spcBef>
                <a:defRPr sz="2400">
                  <a:solidFill>
                    <a:srgbClr val="0066FF"/>
                  </a:solidFill>
                  <a:latin typeface="Courier New" panose="02070309020205020404" pitchFamily="49" charset="0"/>
                </a:defRPr>
              </a:lvl4pPr>
              <a:lvl5pPr marL="2057400" indent="-228600">
                <a:spcBef>
                  <a:spcPct val="50000"/>
                </a:spcBef>
                <a:defRPr sz="2400">
                  <a:solidFill>
                    <a:srgbClr val="0066FF"/>
                  </a:solidFill>
                  <a:latin typeface="Courier New" panose="02070309020205020404" pitchFamily="49" charset="0"/>
                </a:defRPr>
              </a:lvl5pPr>
              <a:lvl6pPr marL="2514600" indent="-228600" eaLnBrk="0" fontAlgn="base" hangingPunct="0">
                <a:spcBef>
                  <a:spcPct val="50000"/>
                </a:spcBef>
                <a:spcAft>
                  <a:spcPct val="0"/>
                </a:spcAft>
                <a:defRPr sz="2400">
                  <a:solidFill>
                    <a:srgbClr val="0066FF"/>
                  </a:solidFill>
                  <a:latin typeface="Courier New" panose="02070309020205020404" pitchFamily="49" charset="0"/>
                </a:defRPr>
              </a:lvl6pPr>
              <a:lvl7pPr marL="2971800" indent="-228600" eaLnBrk="0" fontAlgn="base" hangingPunct="0">
                <a:spcBef>
                  <a:spcPct val="50000"/>
                </a:spcBef>
                <a:spcAft>
                  <a:spcPct val="0"/>
                </a:spcAft>
                <a:defRPr sz="2400">
                  <a:solidFill>
                    <a:srgbClr val="0066FF"/>
                  </a:solidFill>
                  <a:latin typeface="Courier New" panose="02070309020205020404" pitchFamily="49" charset="0"/>
                </a:defRPr>
              </a:lvl7pPr>
              <a:lvl8pPr marL="3429000" indent="-228600" eaLnBrk="0" fontAlgn="base" hangingPunct="0">
                <a:spcBef>
                  <a:spcPct val="50000"/>
                </a:spcBef>
                <a:spcAft>
                  <a:spcPct val="0"/>
                </a:spcAft>
                <a:defRPr sz="2400">
                  <a:solidFill>
                    <a:srgbClr val="0066FF"/>
                  </a:solidFill>
                  <a:latin typeface="Courier New" panose="02070309020205020404" pitchFamily="49" charset="0"/>
                </a:defRPr>
              </a:lvl8pPr>
              <a:lvl9pPr marL="3886200" indent="-228600" eaLnBrk="0" fontAlgn="base" hangingPunct="0">
                <a:spcBef>
                  <a:spcPct val="50000"/>
                </a:spcBef>
                <a:spcAft>
                  <a:spcPct val="0"/>
                </a:spcAft>
                <a:defRPr sz="2400">
                  <a:solidFill>
                    <a:srgbClr val="0066FF"/>
                  </a:solidFill>
                  <a:latin typeface="Courier New" panose="02070309020205020404" pitchFamily="49" charset="0"/>
                </a:defRPr>
              </a:lvl9pPr>
            </a:lstStyle>
            <a:p>
              <a:r>
                <a:rPr lang="en-US" altLang="en-US" sz="1800">
                  <a:solidFill>
                    <a:schemeClr val="tx1"/>
                  </a:solidFill>
                  <a:latin typeface="Arial" panose="020B0604020202020204" pitchFamily="34" charset="0"/>
                </a:rPr>
                <a:t>Web Server</a:t>
              </a:r>
            </a:p>
          </p:txBody>
        </p:sp>
        <p:sp>
          <p:nvSpPr>
            <p:cNvPr id="58" name="Text Box 36">
              <a:extLst>
                <a:ext uri="{FF2B5EF4-FFF2-40B4-BE49-F238E27FC236}">
                  <a16:creationId xmlns:a16="http://schemas.microsoft.com/office/drawing/2014/main" id="{5AAF4CBF-626F-43DC-91A6-47D992BFC291}"/>
                </a:ext>
              </a:extLst>
            </p:cNvPr>
            <p:cNvSpPr txBox="1">
              <a:spLocks noChangeArrowheads="1"/>
            </p:cNvSpPr>
            <p:nvPr/>
          </p:nvSpPr>
          <p:spPr bwMode="auto">
            <a:xfrm>
              <a:off x="360" y="1610"/>
              <a:ext cx="7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sz="2400">
                  <a:solidFill>
                    <a:srgbClr val="0066FF"/>
                  </a:solidFill>
                  <a:latin typeface="Courier New" panose="02070309020205020404" pitchFamily="49" charset="0"/>
                </a:defRPr>
              </a:lvl1pPr>
              <a:lvl2pPr marL="742950" indent="-285750">
                <a:spcBef>
                  <a:spcPct val="50000"/>
                </a:spcBef>
                <a:defRPr sz="2400">
                  <a:solidFill>
                    <a:srgbClr val="0066FF"/>
                  </a:solidFill>
                  <a:latin typeface="Courier New" panose="02070309020205020404" pitchFamily="49" charset="0"/>
                </a:defRPr>
              </a:lvl2pPr>
              <a:lvl3pPr marL="1143000" indent="-228600">
                <a:spcBef>
                  <a:spcPct val="50000"/>
                </a:spcBef>
                <a:defRPr sz="2400">
                  <a:solidFill>
                    <a:srgbClr val="0066FF"/>
                  </a:solidFill>
                  <a:latin typeface="Courier New" panose="02070309020205020404" pitchFamily="49" charset="0"/>
                </a:defRPr>
              </a:lvl3pPr>
              <a:lvl4pPr marL="1600200" indent="-228600">
                <a:spcBef>
                  <a:spcPct val="50000"/>
                </a:spcBef>
                <a:defRPr sz="2400">
                  <a:solidFill>
                    <a:srgbClr val="0066FF"/>
                  </a:solidFill>
                  <a:latin typeface="Courier New" panose="02070309020205020404" pitchFamily="49" charset="0"/>
                </a:defRPr>
              </a:lvl4pPr>
              <a:lvl5pPr marL="2057400" indent="-228600">
                <a:spcBef>
                  <a:spcPct val="50000"/>
                </a:spcBef>
                <a:defRPr sz="2400">
                  <a:solidFill>
                    <a:srgbClr val="0066FF"/>
                  </a:solidFill>
                  <a:latin typeface="Courier New" panose="02070309020205020404" pitchFamily="49" charset="0"/>
                </a:defRPr>
              </a:lvl5pPr>
              <a:lvl6pPr marL="2514600" indent="-228600" eaLnBrk="0" fontAlgn="base" hangingPunct="0">
                <a:spcBef>
                  <a:spcPct val="50000"/>
                </a:spcBef>
                <a:spcAft>
                  <a:spcPct val="0"/>
                </a:spcAft>
                <a:defRPr sz="2400">
                  <a:solidFill>
                    <a:srgbClr val="0066FF"/>
                  </a:solidFill>
                  <a:latin typeface="Courier New" panose="02070309020205020404" pitchFamily="49" charset="0"/>
                </a:defRPr>
              </a:lvl6pPr>
              <a:lvl7pPr marL="2971800" indent="-228600" eaLnBrk="0" fontAlgn="base" hangingPunct="0">
                <a:spcBef>
                  <a:spcPct val="50000"/>
                </a:spcBef>
                <a:spcAft>
                  <a:spcPct val="0"/>
                </a:spcAft>
                <a:defRPr sz="2400">
                  <a:solidFill>
                    <a:srgbClr val="0066FF"/>
                  </a:solidFill>
                  <a:latin typeface="Courier New" panose="02070309020205020404" pitchFamily="49" charset="0"/>
                </a:defRPr>
              </a:lvl7pPr>
              <a:lvl8pPr marL="3429000" indent="-228600" eaLnBrk="0" fontAlgn="base" hangingPunct="0">
                <a:spcBef>
                  <a:spcPct val="50000"/>
                </a:spcBef>
                <a:spcAft>
                  <a:spcPct val="0"/>
                </a:spcAft>
                <a:defRPr sz="2400">
                  <a:solidFill>
                    <a:srgbClr val="0066FF"/>
                  </a:solidFill>
                  <a:latin typeface="Courier New" panose="02070309020205020404" pitchFamily="49" charset="0"/>
                </a:defRPr>
              </a:lvl8pPr>
              <a:lvl9pPr marL="3886200" indent="-228600" eaLnBrk="0" fontAlgn="base" hangingPunct="0">
                <a:spcBef>
                  <a:spcPct val="50000"/>
                </a:spcBef>
                <a:spcAft>
                  <a:spcPct val="0"/>
                </a:spcAft>
                <a:defRPr sz="2400">
                  <a:solidFill>
                    <a:srgbClr val="0066FF"/>
                  </a:solidFill>
                  <a:latin typeface="Courier New" panose="02070309020205020404" pitchFamily="49" charset="0"/>
                </a:defRPr>
              </a:lvl9pPr>
            </a:lstStyle>
            <a:p>
              <a:r>
                <a:rPr lang="en-US" altLang="en-US" sz="1400">
                  <a:solidFill>
                    <a:schemeClr val="tx1"/>
                  </a:solidFill>
                  <a:latin typeface="Arial" panose="020B0604020202020204" pitchFamily="34" charset="0"/>
                </a:rPr>
                <a:t>URL yêu cầu</a:t>
              </a:r>
            </a:p>
          </p:txBody>
        </p:sp>
        <p:sp>
          <p:nvSpPr>
            <p:cNvPr id="59" name="Text Box 37">
              <a:extLst>
                <a:ext uri="{FF2B5EF4-FFF2-40B4-BE49-F238E27FC236}">
                  <a16:creationId xmlns:a16="http://schemas.microsoft.com/office/drawing/2014/main" id="{88909F80-BF03-493E-A975-839EFB6A3BD0}"/>
                </a:ext>
              </a:extLst>
            </p:cNvPr>
            <p:cNvSpPr txBox="1">
              <a:spLocks noChangeArrowheads="1"/>
            </p:cNvSpPr>
            <p:nvPr/>
          </p:nvSpPr>
          <p:spPr bwMode="auto">
            <a:xfrm>
              <a:off x="2376" y="700"/>
              <a:ext cx="7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sz="2400">
                  <a:solidFill>
                    <a:srgbClr val="0066FF"/>
                  </a:solidFill>
                  <a:latin typeface="Courier New" panose="02070309020205020404" pitchFamily="49" charset="0"/>
                </a:defRPr>
              </a:lvl1pPr>
              <a:lvl2pPr marL="742950" indent="-285750">
                <a:spcBef>
                  <a:spcPct val="50000"/>
                </a:spcBef>
                <a:defRPr sz="2400">
                  <a:solidFill>
                    <a:srgbClr val="0066FF"/>
                  </a:solidFill>
                  <a:latin typeface="Courier New" panose="02070309020205020404" pitchFamily="49" charset="0"/>
                </a:defRPr>
              </a:lvl2pPr>
              <a:lvl3pPr marL="1143000" indent="-228600">
                <a:spcBef>
                  <a:spcPct val="50000"/>
                </a:spcBef>
                <a:defRPr sz="2400">
                  <a:solidFill>
                    <a:srgbClr val="0066FF"/>
                  </a:solidFill>
                  <a:latin typeface="Courier New" panose="02070309020205020404" pitchFamily="49" charset="0"/>
                </a:defRPr>
              </a:lvl3pPr>
              <a:lvl4pPr marL="1600200" indent="-228600">
                <a:spcBef>
                  <a:spcPct val="50000"/>
                </a:spcBef>
                <a:defRPr sz="2400">
                  <a:solidFill>
                    <a:srgbClr val="0066FF"/>
                  </a:solidFill>
                  <a:latin typeface="Courier New" panose="02070309020205020404" pitchFamily="49" charset="0"/>
                </a:defRPr>
              </a:lvl4pPr>
              <a:lvl5pPr marL="2057400" indent="-228600">
                <a:spcBef>
                  <a:spcPct val="50000"/>
                </a:spcBef>
                <a:defRPr sz="2400">
                  <a:solidFill>
                    <a:srgbClr val="0066FF"/>
                  </a:solidFill>
                  <a:latin typeface="Courier New" panose="02070309020205020404" pitchFamily="49" charset="0"/>
                </a:defRPr>
              </a:lvl5pPr>
              <a:lvl6pPr marL="2514600" indent="-228600" eaLnBrk="0" fontAlgn="base" hangingPunct="0">
                <a:spcBef>
                  <a:spcPct val="50000"/>
                </a:spcBef>
                <a:spcAft>
                  <a:spcPct val="0"/>
                </a:spcAft>
                <a:defRPr sz="2400">
                  <a:solidFill>
                    <a:srgbClr val="0066FF"/>
                  </a:solidFill>
                  <a:latin typeface="Courier New" panose="02070309020205020404" pitchFamily="49" charset="0"/>
                </a:defRPr>
              </a:lvl6pPr>
              <a:lvl7pPr marL="2971800" indent="-228600" eaLnBrk="0" fontAlgn="base" hangingPunct="0">
                <a:spcBef>
                  <a:spcPct val="50000"/>
                </a:spcBef>
                <a:spcAft>
                  <a:spcPct val="0"/>
                </a:spcAft>
                <a:defRPr sz="2400">
                  <a:solidFill>
                    <a:srgbClr val="0066FF"/>
                  </a:solidFill>
                  <a:latin typeface="Courier New" panose="02070309020205020404" pitchFamily="49" charset="0"/>
                </a:defRPr>
              </a:lvl7pPr>
              <a:lvl8pPr marL="3429000" indent="-228600" eaLnBrk="0" fontAlgn="base" hangingPunct="0">
                <a:spcBef>
                  <a:spcPct val="50000"/>
                </a:spcBef>
                <a:spcAft>
                  <a:spcPct val="0"/>
                </a:spcAft>
                <a:defRPr sz="2400">
                  <a:solidFill>
                    <a:srgbClr val="0066FF"/>
                  </a:solidFill>
                  <a:latin typeface="Courier New" panose="02070309020205020404" pitchFamily="49" charset="0"/>
                </a:defRPr>
              </a:lvl8pPr>
              <a:lvl9pPr marL="3886200" indent="-228600" eaLnBrk="0" fontAlgn="base" hangingPunct="0">
                <a:spcBef>
                  <a:spcPct val="50000"/>
                </a:spcBef>
                <a:spcAft>
                  <a:spcPct val="0"/>
                </a:spcAft>
                <a:defRPr sz="2400">
                  <a:solidFill>
                    <a:srgbClr val="0066FF"/>
                  </a:solidFill>
                  <a:latin typeface="Courier New" panose="02070309020205020404" pitchFamily="49" charset="0"/>
                </a:defRPr>
              </a:lvl9pPr>
            </a:lstStyle>
            <a:p>
              <a:r>
                <a:rPr lang="en-US" altLang="en-US" sz="1400">
                  <a:solidFill>
                    <a:schemeClr val="tx1"/>
                  </a:solidFill>
                  <a:latin typeface="Arial" panose="020B0604020202020204" pitchFamily="34" charset="0"/>
                </a:rPr>
                <a:t>URL yêu cầu</a:t>
              </a:r>
            </a:p>
          </p:txBody>
        </p:sp>
        <p:sp>
          <p:nvSpPr>
            <p:cNvPr id="60" name="Text Box 38">
              <a:extLst>
                <a:ext uri="{FF2B5EF4-FFF2-40B4-BE49-F238E27FC236}">
                  <a16:creationId xmlns:a16="http://schemas.microsoft.com/office/drawing/2014/main" id="{A4654DA7-3B98-4E46-AEDF-3FF84E477DC5}"/>
                </a:ext>
              </a:extLst>
            </p:cNvPr>
            <p:cNvSpPr txBox="1">
              <a:spLocks noChangeArrowheads="1"/>
            </p:cNvSpPr>
            <p:nvPr/>
          </p:nvSpPr>
          <p:spPr bwMode="auto">
            <a:xfrm>
              <a:off x="2664" y="1527"/>
              <a:ext cx="50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sz="2400">
                  <a:solidFill>
                    <a:srgbClr val="0066FF"/>
                  </a:solidFill>
                  <a:latin typeface="Courier New" panose="02070309020205020404" pitchFamily="49" charset="0"/>
                </a:defRPr>
              </a:lvl1pPr>
              <a:lvl2pPr marL="742950" indent="-285750">
                <a:spcBef>
                  <a:spcPct val="50000"/>
                </a:spcBef>
                <a:defRPr sz="2400">
                  <a:solidFill>
                    <a:srgbClr val="0066FF"/>
                  </a:solidFill>
                  <a:latin typeface="Courier New" panose="02070309020205020404" pitchFamily="49" charset="0"/>
                </a:defRPr>
              </a:lvl2pPr>
              <a:lvl3pPr marL="1143000" indent="-228600">
                <a:spcBef>
                  <a:spcPct val="50000"/>
                </a:spcBef>
                <a:defRPr sz="2400">
                  <a:solidFill>
                    <a:srgbClr val="0066FF"/>
                  </a:solidFill>
                  <a:latin typeface="Courier New" panose="02070309020205020404" pitchFamily="49" charset="0"/>
                </a:defRPr>
              </a:lvl3pPr>
              <a:lvl4pPr marL="1600200" indent="-228600">
                <a:spcBef>
                  <a:spcPct val="50000"/>
                </a:spcBef>
                <a:defRPr sz="2400">
                  <a:solidFill>
                    <a:srgbClr val="0066FF"/>
                  </a:solidFill>
                  <a:latin typeface="Courier New" panose="02070309020205020404" pitchFamily="49" charset="0"/>
                </a:defRPr>
              </a:lvl4pPr>
              <a:lvl5pPr marL="2057400" indent="-228600">
                <a:spcBef>
                  <a:spcPct val="50000"/>
                </a:spcBef>
                <a:defRPr sz="2400">
                  <a:solidFill>
                    <a:srgbClr val="0066FF"/>
                  </a:solidFill>
                  <a:latin typeface="Courier New" panose="02070309020205020404" pitchFamily="49" charset="0"/>
                </a:defRPr>
              </a:lvl5pPr>
              <a:lvl6pPr marL="2514600" indent="-228600" eaLnBrk="0" fontAlgn="base" hangingPunct="0">
                <a:spcBef>
                  <a:spcPct val="50000"/>
                </a:spcBef>
                <a:spcAft>
                  <a:spcPct val="0"/>
                </a:spcAft>
                <a:defRPr sz="2400">
                  <a:solidFill>
                    <a:srgbClr val="0066FF"/>
                  </a:solidFill>
                  <a:latin typeface="Courier New" panose="02070309020205020404" pitchFamily="49" charset="0"/>
                </a:defRPr>
              </a:lvl6pPr>
              <a:lvl7pPr marL="2971800" indent="-228600" eaLnBrk="0" fontAlgn="base" hangingPunct="0">
                <a:spcBef>
                  <a:spcPct val="50000"/>
                </a:spcBef>
                <a:spcAft>
                  <a:spcPct val="0"/>
                </a:spcAft>
                <a:defRPr sz="2400">
                  <a:solidFill>
                    <a:srgbClr val="0066FF"/>
                  </a:solidFill>
                  <a:latin typeface="Courier New" panose="02070309020205020404" pitchFamily="49" charset="0"/>
                </a:defRPr>
              </a:lvl7pPr>
              <a:lvl8pPr marL="3429000" indent="-228600" eaLnBrk="0" fontAlgn="base" hangingPunct="0">
                <a:spcBef>
                  <a:spcPct val="50000"/>
                </a:spcBef>
                <a:spcAft>
                  <a:spcPct val="0"/>
                </a:spcAft>
                <a:defRPr sz="2400">
                  <a:solidFill>
                    <a:srgbClr val="0066FF"/>
                  </a:solidFill>
                  <a:latin typeface="Courier New" panose="02070309020205020404" pitchFamily="49" charset="0"/>
                </a:defRPr>
              </a:lvl8pPr>
              <a:lvl9pPr marL="3886200" indent="-228600" eaLnBrk="0" fontAlgn="base" hangingPunct="0">
                <a:spcBef>
                  <a:spcPct val="50000"/>
                </a:spcBef>
                <a:spcAft>
                  <a:spcPct val="0"/>
                </a:spcAft>
                <a:defRPr sz="2400">
                  <a:solidFill>
                    <a:srgbClr val="0066FF"/>
                  </a:solidFill>
                  <a:latin typeface="Courier New" panose="02070309020205020404" pitchFamily="49" charset="0"/>
                </a:defRPr>
              </a:lvl9pPr>
            </a:lstStyle>
            <a:p>
              <a:r>
                <a:rPr lang="en-US" altLang="en-US" sz="1600" dirty="0">
                  <a:solidFill>
                    <a:schemeClr val="tx1"/>
                  </a:solidFill>
                  <a:latin typeface="Arial" panose="020B0604020202020204" pitchFamily="34" charset="0"/>
                </a:rPr>
                <a:t>HTML</a:t>
              </a:r>
            </a:p>
          </p:txBody>
        </p:sp>
        <p:sp>
          <p:nvSpPr>
            <p:cNvPr id="61" name="Text Box 39">
              <a:extLst>
                <a:ext uri="{FF2B5EF4-FFF2-40B4-BE49-F238E27FC236}">
                  <a16:creationId xmlns:a16="http://schemas.microsoft.com/office/drawing/2014/main" id="{4E3CAA6D-6C83-4ABA-89BA-859F567B25B1}"/>
                </a:ext>
              </a:extLst>
            </p:cNvPr>
            <p:cNvSpPr txBox="1">
              <a:spLocks noChangeArrowheads="1"/>
            </p:cNvSpPr>
            <p:nvPr/>
          </p:nvSpPr>
          <p:spPr bwMode="auto">
            <a:xfrm>
              <a:off x="612" y="2023"/>
              <a:ext cx="46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sz="2400">
                  <a:solidFill>
                    <a:srgbClr val="0066FF"/>
                  </a:solidFill>
                  <a:latin typeface="Courier New" panose="02070309020205020404" pitchFamily="49" charset="0"/>
                </a:defRPr>
              </a:lvl1pPr>
              <a:lvl2pPr marL="742950" indent="-285750">
                <a:spcBef>
                  <a:spcPct val="50000"/>
                </a:spcBef>
                <a:defRPr sz="2400">
                  <a:solidFill>
                    <a:srgbClr val="0066FF"/>
                  </a:solidFill>
                  <a:latin typeface="Courier New" panose="02070309020205020404" pitchFamily="49" charset="0"/>
                </a:defRPr>
              </a:lvl2pPr>
              <a:lvl3pPr marL="1143000" indent="-228600">
                <a:spcBef>
                  <a:spcPct val="50000"/>
                </a:spcBef>
                <a:defRPr sz="2400">
                  <a:solidFill>
                    <a:srgbClr val="0066FF"/>
                  </a:solidFill>
                  <a:latin typeface="Courier New" panose="02070309020205020404" pitchFamily="49" charset="0"/>
                </a:defRPr>
              </a:lvl3pPr>
              <a:lvl4pPr marL="1600200" indent="-228600">
                <a:spcBef>
                  <a:spcPct val="50000"/>
                </a:spcBef>
                <a:defRPr sz="2400">
                  <a:solidFill>
                    <a:srgbClr val="0066FF"/>
                  </a:solidFill>
                  <a:latin typeface="Courier New" panose="02070309020205020404" pitchFamily="49" charset="0"/>
                </a:defRPr>
              </a:lvl4pPr>
              <a:lvl5pPr marL="2057400" indent="-228600">
                <a:spcBef>
                  <a:spcPct val="50000"/>
                </a:spcBef>
                <a:defRPr sz="2400">
                  <a:solidFill>
                    <a:srgbClr val="0066FF"/>
                  </a:solidFill>
                  <a:latin typeface="Courier New" panose="02070309020205020404" pitchFamily="49" charset="0"/>
                </a:defRPr>
              </a:lvl5pPr>
              <a:lvl6pPr marL="2514600" indent="-228600" eaLnBrk="0" fontAlgn="base" hangingPunct="0">
                <a:spcBef>
                  <a:spcPct val="50000"/>
                </a:spcBef>
                <a:spcAft>
                  <a:spcPct val="0"/>
                </a:spcAft>
                <a:defRPr sz="2400">
                  <a:solidFill>
                    <a:srgbClr val="0066FF"/>
                  </a:solidFill>
                  <a:latin typeface="Courier New" panose="02070309020205020404" pitchFamily="49" charset="0"/>
                </a:defRPr>
              </a:lvl6pPr>
              <a:lvl7pPr marL="2971800" indent="-228600" eaLnBrk="0" fontAlgn="base" hangingPunct="0">
                <a:spcBef>
                  <a:spcPct val="50000"/>
                </a:spcBef>
                <a:spcAft>
                  <a:spcPct val="0"/>
                </a:spcAft>
                <a:defRPr sz="2400">
                  <a:solidFill>
                    <a:srgbClr val="0066FF"/>
                  </a:solidFill>
                  <a:latin typeface="Courier New" panose="02070309020205020404" pitchFamily="49" charset="0"/>
                </a:defRPr>
              </a:lvl7pPr>
              <a:lvl8pPr marL="3429000" indent="-228600" eaLnBrk="0" fontAlgn="base" hangingPunct="0">
                <a:spcBef>
                  <a:spcPct val="50000"/>
                </a:spcBef>
                <a:spcAft>
                  <a:spcPct val="0"/>
                </a:spcAft>
                <a:defRPr sz="2400">
                  <a:solidFill>
                    <a:srgbClr val="0066FF"/>
                  </a:solidFill>
                  <a:latin typeface="Courier New" panose="02070309020205020404" pitchFamily="49" charset="0"/>
                </a:defRPr>
              </a:lvl8pPr>
              <a:lvl9pPr marL="3886200" indent="-228600" eaLnBrk="0" fontAlgn="base" hangingPunct="0">
                <a:spcBef>
                  <a:spcPct val="50000"/>
                </a:spcBef>
                <a:spcAft>
                  <a:spcPct val="0"/>
                </a:spcAft>
                <a:defRPr sz="2400">
                  <a:solidFill>
                    <a:srgbClr val="0066FF"/>
                  </a:solidFill>
                  <a:latin typeface="Courier New" panose="02070309020205020404" pitchFamily="49" charset="0"/>
                </a:defRPr>
              </a:lvl9pPr>
            </a:lstStyle>
            <a:p>
              <a:pPr algn="r"/>
              <a:r>
                <a:rPr lang="en-US" altLang="en-US" sz="1600">
                  <a:solidFill>
                    <a:schemeClr val="tx1"/>
                  </a:solidFill>
                  <a:latin typeface="Arial" panose="020B0604020202020204" pitchFamily="34" charset="0"/>
                </a:rPr>
                <a:t>HTML</a:t>
              </a:r>
            </a:p>
          </p:txBody>
        </p:sp>
        <p:sp>
          <p:nvSpPr>
            <p:cNvPr id="62" name="Text Box 40">
              <a:extLst>
                <a:ext uri="{FF2B5EF4-FFF2-40B4-BE49-F238E27FC236}">
                  <a16:creationId xmlns:a16="http://schemas.microsoft.com/office/drawing/2014/main" id="{41117F0C-314A-4E57-9D70-32CD2885EA04}"/>
                </a:ext>
              </a:extLst>
            </p:cNvPr>
            <p:cNvSpPr txBox="1">
              <a:spLocks noChangeArrowheads="1"/>
            </p:cNvSpPr>
            <p:nvPr/>
          </p:nvSpPr>
          <p:spPr bwMode="auto">
            <a:xfrm>
              <a:off x="0" y="2643"/>
              <a:ext cx="7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sz="2400">
                  <a:solidFill>
                    <a:srgbClr val="0066FF"/>
                  </a:solidFill>
                  <a:latin typeface="Courier New" panose="02070309020205020404" pitchFamily="49" charset="0"/>
                </a:defRPr>
              </a:lvl1pPr>
              <a:lvl2pPr marL="742950" indent="-285750">
                <a:spcBef>
                  <a:spcPct val="50000"/>
                </a:spcBef>
                <a:defRPr sz="2400">
                  <a:solidFill>
                    <a:srgbClr val="0066FF"/>
                  </a:solidFill>
                  <a:latin typeface="Courier New" panose="02070309020205020404" pitchFamily="49" charset="0"/>
                </a:defRPr>
              </a:lvl2pPr>
              <a:lvl3pPr marL="1143000" indent="-228600">
                <a:spcBef>
                  <a:spcPct val="50000"/>
                </a:spcBef>
                <a:defRPr sz="2400">
                  <a:solidFill>
                    <a:srgbClr val="0066FF"/>
                  </a:solidFill>
                  <a:latin typeface="Courier New" panose="02070309020205020404" pitchFamily="49" charset="0"/>
                </a:defRPr>
              </a:lvl3pPr>
              <a:lvl4pPr marL="1600200" indent="-228600">
                <a:spcBef>
                  <a:spcPct val="50000"/>
                </a:spcBef>
                <a:defRPr sz="2400">
                  <a:solidFill>
                    <a:srgbClr val="0066FF"/>
                  </a:solidFill>
                  <a:latin typeface="Courier New" panose="02070309020205020404" pitchFamily="49" charset="0"/>
                </a:defRPr>
              </a:lvl4pPr>
              <a:lvl5pPr marL="2057400" indent="-228600">
                <a:spcBef>
                  <a:spcPct val="50000"/>
                </a:spcBef>
                <a:defRPr sz="2400">
                  <a:solidFill>
                    <a:srgbClr val="0066FF"/>
                  </a:solidFill>
                  <a:latin typeface="Courier New" panose="02070309020205020404" pitchFamily="49" charset="0"/>
                </a:defRPr>
              </a:lvl5pPr>
              <a:lvl6pPr marL="2514600" indent="-228600" eaLnBrk="0" fontAlgn="base" hangingPunct="0">
                <a:spcBef>
                  <a:spcPct val="50000"/>
                </a:spcBef>
                <a:spcAft>
                  <a:spcPct val="0"/>
                </a:spcAft>
                <a:defRPr sz="2400">
                  <a:solidFill>
                    <a:srgbClr val="0066FF"/>
                  </a:solidFill>
                  <a:latin typeface="Courier New" panose="02070309020205020404" pitchFamily="49" charset="0"/>
                </a:defRPr>
              </a:lvl6pPr>
              <a:lvl7pPr marL="2971800" indent="-228600" eaLnBrk="0" fontAlgn="base" hangingPunct="0">
                <a:spcBef>
                  <a:spcPct val="50000"/>
                </a:spcBef>
                <a:spcAft>
                  <a:spcPct val="0"/>
                </a:spcAft>
                <a:defRPr sz="2400">
                  <a:solidFill>
                    <a:srgbClr val="0066FF"/>
                  </a:solidFill>
                  <a:latin typeface="Courier New" panose="02070309020205020404" pitchFamily="49" charset="0"/>
                </a:defRPr>
              </a:lvl7pPr>
              <a:lvl8pPr marL="3429000" indent="-228600" eaLnBrk="0" fontAlgn="base" hangingPunct="0">
                <a:spcBef>
                  <a:spcPct val="50000"/>
                </a:spcBef>
                <a:spcAft>
                  <a:spcPct val="0"/>
                </a:spcAft>
                <a:defRPr sz="2400">
                  <a:solidFill>
                    <a:srgbClr val="0066FF"/>
                  </a:solidFill>
                  <a:latin typeface="Courier New" panose="02070309020205020404" pitchFamily="49" charset="0"/>
                </a:defRPr>
              </a:lvl8pPr>
              <a:lvl9pPr marL="3886200" indent="-228600" eaLnBrk="0" fontAlgn="base" hangingPunct="0">
                <a:spcBef>
                  <a:spcPct val="50000"/>
                </a:spcBef>
                <a:spcAft>
                  <a:spcPct val="0"/>
                </a:spcAft>
                <a:defRPr sz="2400">
                  <a:solidFill>
                    <a:srgbClr val="0066FF"/>
                  </a:solidFill>
                  <a:latin typeface="Courier New" panose="02070309020205020404" pitchFamily="49" charset="0"/>
                </a:defRPr>
              </a:lvl9pPr>
            </a:lstStyle>
            <a:p>
              <a:r>
                <a:rPr lang="en-US" altLang="en-US" sz="1800">
                  <a:solidFill>
                    <a:schemeClr val="tx1"/>
                  </a:solidFill>
                  <a:latin typeface="Arial" panose="020B0604020202020204" pitchFamily="34" charset="0"/>
                </a:rPr>
                <a:t>Client</a:t>
              </a:r>
            </a:p>
          </p:txBody>
        </p:sp>
        <p:sp>
          <p:nvSpPr>
            <p:cNvPr id="63" name="Text Box 42">
              <a:extLst>
                <a:ext uri="{FF2B5EF4-FFF2-40B4-BE49-F238E27FC236}">
                  <a16:creationId xmlns:a16="http://schemas.microsoft.com/office/drawing/2014/main" id="{6B5481CE-CC7A-49F4-AE5E-84E16570AEA7}"/>
                </a:ext>
              </a:extLst>
            </p:cNvPr>
            <p:cNvSpPr txBox="1">
              <a:spLocks noChangeArrowheads="1"/>
            </p:cNvSpPr>
            <p:nvPr/>
          </p:nvSpPr>
          <p:spPr bwMode="auto">
            <a:xfrm>
              <a:off x="1476" y="1486"/>
              <a:ext cx="7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sz="2400">
                  <a:solidFill>
                    <a:srgbClr val="0066FF"/>
                  </a:solidFill>
                  <a:latin typeface="Courier New" panose="02070309020205020404" pitchFamily="49" charset="0"/>
                </a:defRPr>
              </a:lvl1pPr>
              <a:lvl2pPr marL="742950" indent="-285750">
                <a:spcBef>
                  <a:spcPct val="50000"/>
                </a:spcBef>
                <a:defRPr sz="2400">
                  <a:solidFill>
                    <a:srgbClr val="0066FF"/>
                  </a:solidFill>
                  <a:latin typeface="Courier New" panose="02070309020205020404" pitchFamily="49" charset="0"/>
                </a:defRPr>
              </a:lvl2pPr>
              <a:lvl3pPr marL="1143000" indent="-228600">
                <a:spcBef>
                  <a:spcPct val="50000"/>
                </a:spcBef>
                <a:defRPr sz="2400">
                  <a:solidFill>
                    <a:srgbClr val="0066FF"/>
                  </a:solidFill>
                  <a:latin typeface="Courier New" panose="02070309020205020404" pitchFamily="49" charset="0"/>
                </a:defRPr>
              </a:lvl3pPr>
              <a:lvl4pPr marL="1600200" indent="-228600">
                <a:spcBef>
                  <a:spcPct val="50000"/>
                </a:spcBef>
                <a:defRPr sz="2400">
                  <a:solidFill>
                    <a:srgbClr val="0066FF"/>
                  </a:solidFill>
                  <a:latin typeface="Courier New" panose="02070309020205020404" pitchFamily="49" charset="0"/>
                </a:defRPr>
              </a:lvl4pPr>
              <a:lvl5pPr marL="2057400" indent="-228600">
                <a:spcBef>
                  <a:spcPct val="50000"/>
                </a:spcBef>
                <a:defRPr sz="2400">
                  <a:solidFill>
                    <a:srgbClr val="0066FF"/>
                  </a:solidFill>
                  <a:latin typeface="Courier New" panose="02070309020205020404" pitchFamily="49" charset="0"/>
                </a:defRPr>
              </a:lvl5pPr>
              <a:lvl6pPr marL="2514600" indent="-228600" eaLnBrk="0" fontAlgn="base" hangingPunct="0">
                <a:spcBef>
                  <a:spcPct val="50000"/>
                </a:spcBef>
                <a:spcAft>
                  <a:spcPct val="0"/>
                </a:spcAft>
                <a:defRPr sz="2400">
                  <a:solidFill>
                    <a:srgbClr val="0066FF"/>
                  </a:solidFill>
                  <a:latin typeface="Courier New" panose="02070309020205020404" pitchFamily="49" charset="0"/>
                </a:defRPr>
              </a:lvl6pPr>
              <a:lvl7pPr marL="2971800" indent="-228600" eaLnBrk="0" fontAlgn="base" hangingPunct="0">
                <a:spcBef>
                  <a:spcPct val="50000"/>
                </a:spcBef>
                <a:spcAft>
                  <a:spcPct val="0"/>
                </a:spcAft>
                <a:defRPr sz="2400">
                  <a:solidFill>
                    <a:srgbClr val="0066FF"/>
                  </a:solidFill>
                  <a:latin typeface="Courier New" panose="02070309020205020404" pitchFamily="49" charset="0"/>
                </a:defRPr>
              </a:lvl7pPr>
              <a:lvl8pPr marL="3429000" indent="-228600" eaLnBrk="0" fontAlgn="base" hangingPunct="0">
                <a:spcBef>
                  <a:spcPct val="50000"/>
                </a:spcBef>
                <a:spcAft>
                  <a:spcPct val="0"/>
                </a:spcAft>
                <a:defRPr sz="2400">
                  <a:solidFill>
                    <a:srgbClr val="0066FF"/>
                  </a:solidFill>
                  <a:latin typeface="Courier New" panose="02070309020205020404" pitchFamily="49" charset="0"/>
                </a:defRPr>
              </a:lvl8pPr>
              <a:lvl9pPr marL="3886200" indent="-228600" eaLnBrk="0" fontAlgn="base" hangingPunct="0">
                <a:spcBef>
                  <a:spcPct val="50000"/>
                </a:spcBef>
                <a:spcAft>
                  <a:spcPct val="0"/>
                </a:spcAft>
                <a:defRPr sz="2400">
                  <a:solidFill>
                    <a:srgbClr val="0066FF"/>
                  </a:solidFill>
                  <a:latin typeface="Courier New" panose="02070309020205020404" pitchFamily="49" charset="0"/>
                </a:defRPr>
              </a:lvl9pPr>
            </a:lstStyle>
            <a:p>
              <a:pPr algn="ctr"/>
              <a:r>
                <a:rPr lang="en-US" altLang="en-US" sz="1800" b="1">
                  <a:solidFill>
                    <a:schemeClr val="tx1"/>
                  </a:solidFill>
                  <a:latin typeface="Arial" panose="020B0604020202020204" pitchFamily="34" charset="0"/>
                </a:rPr>
                <a:t>Network</a:t>
              </a:r>
            </a:p>
          </p:txBody>
        </p:sp>
        <p:sp>
          <p:nvSpPr>
            <p:cNvPr id="64" name="Rectangle 43">
              <a:extLst>
                <a:ext uri="{FF2B5EF4-FFF2-40B4-BE49-F238E27FC236}">
                  <a16:creationId xmlns:a16="http://schemas.microsoft.com/office/drawing/2014/main" id="{111F2B44-8381-4338-B55A-DDEA38E1AED7}"/>
                </a:ext>
              </a:extLst>
            </p:cNvPr>
            <p:cNvSpPr>
              <a:spLocks noChangeArrowheads="1"/>
            </p:cNvSpPr>
            <p:nvPr/>
          </p:nvSpPr>
          <p:spPr bwMode="auto">
            <a:xfrm>
              <a:off x="3051" y="1536"/>
              <a:ext cx="667" cy="344"/>
            </a:xfrm>
            <a:prstGeom prst="rect">
              <a:avLst/>
            </a:prstGeom>
            <a:solidFill>
              <a:srgbClr val="FAEABC"/>
            </a:solidFill>
            <a:ln w="28575" algn="ctr">
              <a:solidFill>
                <a:srgbClr val="0066FF"/>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spAutoFit/>
            </a:bodyPr>
            <a:lstStyle>
              <a:lvl1pPr>
                <a:spcBef>
                  <a:spcPct val="50000"/>
                </a:spcBef>
                <a:defRPr sz="2400">
                  <a:solidFill>
                    <a:srgbClr val="0066FF"/>
                  </a:solidFill>
                  <a:latin typeface="Courier New" panose="02070309020205020404" pitchFamily="49" charset="0"/>
                </a:defRPr>
              </a:lvl1pPr>
              <a:lvl2pPr marL="742950" indent="-285750">
                <a:spcBef>
                  <a:spcPct val="50000"/>
                </a:spcBef>
                <a:defRPr sz="2400">
                  <a:solidFill>
                    <a:srgbClr val="0066FF"/>
                  </a:solidFill>
                  <a:latin typeface="Courier New" panose="02070309020205020404" pitchFamily="49" charset="0"/>
                </a:defRPr>
              </a:lvl2pPr>
              <a:lvl3pPr marL="1143000" indent="-228600">
                <a:spcBef>
                  <a:spcPct val="50000"/>
                </a:spcBef>
                <a:defRPr sz="2400">
                  <a:solidFill>
                    <a:srgbClr val="0066FF"/>
                  </a:solidFill>
                  <a:latin typeface="Courier New" panose="02070309020205020404" pitchFamily="49" charset="0"/>
                </a:defRPr>
              </a:lvl3pPr>
              <a:lvl4pPr marL="1600200" indent="-228600">
                <a:spcBef>
                  <a:spcPct val="50000"/>
                </a:spcBef>
                <a:defRPr sz="2400">
                  <a:solidFill>
                    <a:srgbClr val="0066FF"/>
                  </a:solidFill>
                  <a:latin typeface="Courier New" panose="02070309020205020404" pitchFamily="49" charset="0"/>
                </a:defRPr>
              </a:lvl4pPr>
              <a:lvl5pPr marL="2057400" indent="-228600">
                <a:spcBef>
                  <a:spcPct val="50000"/>
                </a:spcBef>
                <a:defRPr sz="2400">
                  <a:solidFill>
                    <a:srgbClr val="0066FF"/>
                  </a:solidFill>
                  <a:latin typeface="Courier New" panose="02070309020205020404" pitchFamily="49" charset="0"/>
                </a:defRPr>
              </a:lvl5pPr>
              <a:lvl6pPr marL="2514600" indent="-228600" eaLnBrk="0" fontAlgn="base" hangingPunct="0">
                <a:spcBef>
                  <a:spcPct val="50000"/>
                </a:spcBef>
                <a:spcAft>
                  <a:spcPct val="0"/>
                </a:spcAft>
                <a:defRPr sz="2400">
                  <a:solidFill>
                    <a:srgbClr val="0066FF"/>
                  </a:solidFill>
                  <a:latin typeface="Courier New" panose="02070309020205020404" pitchFamily="49" charset="0"/>
                </a:defRPr>
              </a:lvl6pPr>
              <a:lvl7pPr marL="2971800" indent="-228600" eaLnBrk="0" fontAlgn="base" hangingPunct="0">
                <a:spcBef>
                  <a:spcPct val="50000"/>
                </a:spcBef>
                <a:spcAft>
                  <a:spcPct val="0"/>
                </a:spcAft>
                <a:defRPr sz="2400">
                  <a:solidFill>
                    <a:srgbClr val="0066FF"/>
                  </a:solidFill>
                  <a:latin typeface="Courier New" panose="02070309020205020404" pitchFamily="49" charset="0"/>
                </a:defRPr>
              </a:lvl7pPr>
              <a:lvl8pPr marL="3429000" indent="-228600" eaLnBrk="0" fontAlgn="base" hangingPunct="0">
                <a:spcBef>
                  <a:spcPct val="50000"/>
                </a:spcBef>
                <a:spcAft>
                  <a:spcPct val="0"/>
                </a:spcAft>
                <a:defRPr sz="2400">
                  <a:solidFill>
                    <a:srgbClr val="0066FF"/>
                  </a:solidFill>
                  <a:latin typeface="Courier New" panose="02070309020205020404" pitchFamily="49" charset="0"/>
                </a:defRPr>
              </a:lvl8pPr>
              <a:lvl9pPr marL="3886200" indent="-228600" eaLnBrk="0" fontAlgn="base" hangingPunct="0">
                <a:spcBef>
                  <a:spcPct val="50000"/>
                </a:spcBef>
                <a:spcAft>
                  <a:spcPct val="0"/>
                </a:spcAft>
                <a:defRPr sz="2400">
                  <a:solidFill>
                    <a:srgbClr val="0066FF"/>
                  </a:solidFill>
                  <a:latin typeface="Courier New" panose="02070309020205020404" pitchFamily="49" charset="0"/>
                </a:defRPr>
              </a:lvl9pPr>
            </a:lstStyle>
            <a:p>
              <a:pPr algn="ctr" eaLnBrk="1" hangingPunct="1">
                <a:spcBef>
                  <a:spcPct val="0"/>
                </a:spcBef>
              </a:pPr>
              <a:r>
                <a:rPr lang="en-US" altLang="en-US" sz="1400" b="1" dirty="0" err="1">
                  <a:latin typeface="Arial" panose="020B0604020202020204" pitchFamily="34" charset="0"/>
                </a:rPr>
                <a:t>Biên</a:t>
              </a:r>
              <a:r>
                <a:rPr lang="en-US" altLang="en-US" sz="1400" b="1" dirty="0">
                  <a:latin typeface="Arial" panose="020B0604020202020204" pitchFamily="34" charset="0"/>
                </a:rPr>
                <a:t> </a:t>
              </a:r>
              <a:r>
                <a:rPr lang="en-US" altLang="en-US" sz="1400" b="1" dirty="0" err="1">
                  <a:latin typeface="Arial" panose="020B0604020202020204" pitchFamily="34" charset="0"/>
                </a:rPr>
                <a:t>dịch</a:t>
              </a:r>
              <a:r>
                <a:rPr lang="en-US" altLang="en-US" sz="1400" b="1" dirty="0">
                  <a:latin typeface="Arial" panose="020B0604020202020204" pitchFamily="34" charset="0"/>
                </a:rPr>
                <a:t>,</a:t>
              </a:r>
            </a:p>
            <a:p>
              <a:pPr algn="ctr" eaLnBrk="1" hangingPunct="1">
                <a:spcBef>
                  <a:spcPct val="0"/>
                </a:spcBef>
              </a:pPr>
              <a:r>
                <a:rPr lang="en-US" altLang="en-US" sz="1400" b="1" dirty="0" err="1">
                  <a:latin typeface="Arial" panose="020B0604020202020204" pitchFamily="34" charset="0"/>
                </a:rPr>
                <a:t>Thực</a:t>
              </a:r>
              <a:r>
                <a:rPr lang="en-US" altLang="en-US" sz="1400" b="1" dirty="0">
                  <a:latin typeface="Arial" panose="020B0604020202020204" pitchFamily="34" charset="0"/>
                </a:rPr>
                <a:t> </a:t>
              </a:r>
              <a:r>
                <a:rPr lang="en-US" altLang="en-US" sz="1400" b="1" dirty="0" err="1">
                  <a:latin typeface="Arial" panose="020B0604020202020204" pitchFamily="34" charset="0"/>
                </a:rPr>
                <a:t>thi</a:t>
              </a:r>
              <a:endParaRPr lang="en-US" altLang="en-US" sz="1400" b="1" dirty="0">
                <a:latin typeface="Arial" panose="020B0604020202020204" pitchFamily="34" charset="0"/>
              </a:endParaRPr>
            </a:p>
          </p:txBody>
        </p:sp>
        <p:sp>
          <p:nvSpPr>
            <p:cNvPr id="65" name="Freeform 46">
              <a:extLst>
                <a:ext uri="{FF2B5EF4-FFF2-40B4-BE49-F238E27FC236}">
                  <a16:creationId xmlns:a16="http://schemas.microsoft.com/office/drawing/2014/main" id="{1D0946E6-11E5-4946-9207-3C6E0C43966D}"/>
                </a:ext>
              </a:extLst>
            </p:cNvPr>
            <p:cNvSpPr>
              <a:spLocks/>
            </p:cNvSpPr>
            <p:nvPr/>
          </p:nvSpPr>
          <p:spPr bwMode="auto">
            <a:xfrm>
              <a:off x="3704" y="1550"/>
              <a:ext cx="576" cy="153"/>
            </a:xfrm>
            <a:custGeom>
              <a:avLst/>
              <a:gdLst>
                <a:gd name="T0" fmla="*/ 576 w 576"/>
                <a:gd name="T1" fmla="*/ 1 h 153"/>
                <a:gd name="T2" fmla="*/ 479 w 576"/>
                <a:gd name="T3" fmla="*/ 10 h 153"/>
                <a:gd name="T4" fmla="*/ 452 w 576"/>
                <a:gd name="T5" fmla="*/ 98 h 153"/>
                <a:gd name="T6" fmla="*/ 355 w 576"/>
                <a:gd name="T7" fmla="*/ 107 h 153"/>
                <a:gd name="T8" fmla="*/ 248 w 576"/>
                <a:gd name="T9" fmla="*/ 134 h 153"/>
                <a:gd name="T10" fmla="*/ 80 w 576"/>
                <a:gd name="T11" fmla="*/ 143 h 153"/>
                <a:gd name="T12" fmla="*/ 0 w 576"/>
                <a:gd name="T13" fmla="*/ 143 h 1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6" h="153">
                  <a:moveTo>
                    <a:pt x="576" y="1"/>
                  </a:moveTo>
                  <a:cubicBezTo>
                    <a:pt x="544" y="4"/>
                    <a:pt x="510" y="0"/>
                    <a:pt x="479" y="10"/>
                  </a:cubicBezTo>
                  <a:cubicBezTo>
                    <a:pt x="459" y="17"/>
                    <a:pt x="472" y="91"/>
                    <a:pt x="452" y="98"/>
                  </a:cubicBezTo>
                  <a:cubicBezTo>
                    <a:pt x="421" y="108"/>
                    <a:pt x="387" y="104"/>
                    <a:pt x="355" y="107"/>
                  </a:cubicBezTo>
                  <a:cubicBezTo>
                    <a:pt x="286" y="153"/>
                    <a:pt x="322" y="147"/>
                    <a:pt x="248" y="134"/>
                  </a:cubicBezTo>
                  <a:cubicBezTo>
                    <a:pt x="195" y="97"/>
                    <a:pt x="136" y="124"/>
                    <a:pt x="80" y="143"/>
                  </a:cubicBezTo>
                  <a:cubicBezTo>
                    <a:pt x="55" y="152"/>
                    <a:pt x="27" y="143"/>
                    <a:pt x="0" y="143"/>
                  </a:cubicBezTo>
                </a:path>
              </a:pathLst>
            </a:custGeom>
            <a:noFill/>
            <a:ln w="38100" cap="sq" cmpd="sng">
              <a:solidFill>
                <a:srgbClr val="CC00CC"/>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6" name="Text Box 47">
              <a:extLst>
                <a:ext uri="{FF2B5EF4-FFF2-40B4-BE49-F238E27FC236}">
                  <a16:creationId xmlns:a16="http://schemas.microsoft.com/office/drawing/2014/main" id="{925B9509-421D-4B53-BB14-34576B164880}"/>
                </a:ext>
              </a:extLst>
            </p:cNvPr>
            <p:cNvSpPr txBox="1">
              <a:spLocks noChangeArrowheads="1"/>
            </p:cNvSpPr>
            <p:nvPr/>
          </p:nvSpPr>
          <p:spPr bwMode="auto">
            <a:xfrm>
              <a:off x="3792" y="1680"/>
              <a:ext cx="115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sz="2400">
                  <a:solidFill>
                    <a:srgbClr val="0066FF"/>
                  </a:solidFill>
                  <a:latin typeface="Courier New" panose="02070309020205020404" pitchFamily="49" charset="0"/>
                </a:defRPr>
              </a:lvl1pPr>
              <a:lvl2pPr marL="742950" indent="-285750">
                <a:spcBef>
                  <a:spcPct val="50000"/>
                </a:spcBef>
                <a:defRPr sz="2400">
                  <a:solidFill>
                    <a:srgbClr val="0066FF"/>
                  </a:solidFill>
                  <a:latin typeface="Courier New" panose="02070309020205020404" pitchFamily="49" charset="0"/>
                </a:defRPr>
              </a:lvl2pPr>
              <a:lvl3pPr marL="1143000" indent="-228600">
                <a:spcBef>
                  <a:spcPct val="50000"/>
                </a:spcBef>
                <a:defRPr sz="2400">
                  <a:solidFill>
                    <a:srgbClr val="0066FF"/>
                  </a:solidFill>
                  <a:latin typeface="Courier New" panose="02070309020205020404" pitchFamily="49" charset="0"/>
                </a:defRPr>
              </a:lvl3pPr>
              <a:lvl4pPr marL="1600200" indent="-228600">
                <a:spcBef>
                  <a:spcPct val="50000"/>
                </a:spcBef>
                <a:defRPr sz="2400">
                  <a:solidFill>
                    <a:srgbClr val="0066FF"/>
                  </a:solidFill>
                  <a:latin typeface="Courier New" panose="02070309020205020404" pitchFamily="49" charset="0"/>
                </a:defRPr>
              </a:lvl4pPr>
              <a:lvl5pPr marL="2057400" indent="-228600">
                <a:spcBef>
                  <a:spcPct val="50000"/>
                </a:spcBef>
                <a:defRPr sz="2400">
                  <a:solidFill>
                    <a:srgbClr val="0066FF"/>
                  </a:solidFill>
                  <a:latin typeface="Courier New" panose="02070309020205020404" pitchFamily="49" charset="0"/>
                </a:defRPr>
              </a:lvl5pPr>
              <a:lvl6pPr marL="2514600" indent="-228600" eaLnBrk="0" fontAlgn="base" hangingPunct="0">
                <a:spcBef>
                  <a:spcPct val="50000"/>
                </a:spcBef>
                <a:spcAft>
                  <a:spcPct val="0"/>
                </a:spcAft>
                <a:defRPr sz="2400">
                  <a:solidFill>
                    <a:srgbClr val="0066FF"/>
                  </a:solidFill>
                  <a:latin typeface="Courier New" panose="02070309020205020404" pitchFamily="49" charset="0"/>
                </a:defRPr>
              </a:lvl6pPr>
              <a:lvl7pPr marL="2971800" indent="-228600" eaLnBrk="0" fontAlgn="base" hangingPunct="0">
                <a:spcBef>
                  <a:spcPct val="50000"/>
                </a:spcBef>
                <a:spcAft>
                  <a:spcPct val="0"/>
                </a:spcAft>
                <a:defRPr sz="2400">
                  <a:solidFill>
                    <a:srgbClr val="0066FF"/>
                  </a:solidFill>
                  <a:latin typeface="Courier New" panose="02070309020205020404" pitchFamily="49" charset="0"/>
                </a:defRPr>
              </a:lvl7pPr>
              <a:lvl8pPr marL="3429000" indent="-228600" eaLnBrk="0" fontAlgn="base" hangingPunct="0">
                <a:spcBef>
                  <a:spcPct val="50000"/>
                </a:spcBef>
                <a:spcAft>
                  <a:spcPct val="0"/>
                </a:spcAft>
                <a:defRPr sz="2400">
                  <a:solidFill>
                    <a:srgbClr val="0066FF"/>
                  </a:solidFill>
                  <a:latin typeface="Courier New" panose="02070309020205020404" pitchFamily="49" charset="0"/>
                </a:defRPr>
              </a:lvl8pPr>
              <a:lvl9pPr marL="3886200" indent="-228600" eaLnBrk="0" fontAlgn="base" hangingPunct="0">
                <a:spcBef>
                  <a:spcPct val="50000"/>
                </a:spcBef>
                <a:spcAft>
                  <a:spcPct val="0"/>
                </a:spcAft>
                <a:defRPr sz="2400">
                  <a:solidFill>
                    <a:srgbClr val="0066FF"/>
                  </a:solidFill>
                  <a:latin typeface="Courier New" panose="02070309020205020404" pitchFamily="49" charset="0"/>
                </a:defRPr>
              </a:lvl9pPr>
            </a:lstStyle>
            <a:p>
              <a:r>
                <a:rPr lang="en-US" altLang="en-US" sz="1600">
                  <a:solidFill>
                    <a:schemeClr val="tx1"/>
                  </a:solidFill>
                  <a:latin typeface="Arial" panose="020B0604020202020204" pitchFamily="34" charset="0"/>
                </a:rPr>
                <a:t>Trang web động</a:t>
              </a:r>
            </a:p>
          </p:txBody>
        </p:sp>
      </p:grpSp>
    </p:spTree>
    <p:extLst>
      <p:ext uri="{BB962C8B-B14F-4D97-AF65-F5344CB8AC3E}">
        <p14:creationId xmlns:p14="http://schemas.microsoft.com/office/powerpoint/2010/main" val="29556720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smtClean="0">
                <a:solidFill>
                  <a:srgbClr val="FF0000"/>
                </a:solidFill>
                <a:latin typeface="+mn-lt"/>
              </a:rPr>
              <a:t>M</a:t>
            </a:r>
            <a:r>
              <a:rPr lang="vi-VN" sz="4800" b="1" dirty="0" smtClean="0">
                <a:solidFill>
                  <a:srgbClr val="FF0000"/>
                </a:solidFill>
                <a:latin typeface="+mn-lt"/>
              </a:rPr>
              <a:t>ột số công nghệ phía server</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6</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80000"/>
              </a:lnSpc>
            </a:pPr>
            <a:r>
              <a:rPr lang="en-US" sz="2000" dirty="0" err="1">
                <a:ea typeface="Segoe UI" pitchFamily="34" charset="0"/>
              </a:rPr>
              <a:t>Asp.Net</a:t>
            </a:r>
            <a:r>
              <a:rPr lang="en-US" sz="2000" dirty="0">
                <a:ea typeface="Segoe UI" pitchFamily="34" charset="0"/>
              </a:rPr>
              <a:t> web form</a:t>
            </a:r>
          </a:p>
          <a:p>
            <a:pPr algn="just">
              <a:lnSpc>
                <a:spcPct val="80000"/>
              </a:lnSpc>
            </a:pPr>
            <a:r>
              <a:rPr lang="en-US" sz="2000" dirty="0" err="1">
                <a:ea typeface="Segoe UI" pitchFamily="34" charset="0"/>
              </a:rPr>
              <a:t>Asp.Net</a:t>
            </a:r>
            <a:r>
              <a:rPr lang="en-US" sz="2000" dirty="0">
                <a:ea typeface="Segoe UI" pitchFamily="34" charset="0"/>
              </a:rPr>
              <a:t> MVC</a:t>
            </a:r>
            <a:endParaRPr lang="vi-VN" sz="2000" dirty="0">
              <a:ea typeface="Segoe UI" pitchFamily="34" charset="0"/>
            </a:endParaRPr>
          </a:p>
          <a:p>
            <a:pPr algn="just">
              <a:lnSpc>
                <a:spcPct val="80000"/>
              </a:lnSpc>
            </a:pPr>
            <a:r>
              <a:rPr lang="en-US" sz="2000" dirty="0" err="1">
                <a:ea typeface="Segoe UI" pitchFamily="34" charset="0"/>
              </a:rPr>
              <a:t>Asp.Net</a:t>
            </a:r>
            <a:r>
              <a:rPr lang="en-US" sz="2000" dirty="0">
                <a:ea typeface="Segoe UI" pitchFamily="34" charset="0"/>
              </a:rPr>
              <a:t> Core</a:t>
            </a:r>
            <a:endParaRPr lang="vi-VN" sz="2000" dirty="0">
              <a:ea typeface="Segoe UI" pitchFamily="34" charset="0"/>
            </a:endParaRPr>
          </a:p>
          <a:p>
            <a:pPr algn="just">
              <a:lnSpc>
                <a:spcPct val="80000"/>
              </a:lnSpc>
            </a:pPr>
            <a:r>
              <a:rPr lang="vi-VN" sz="2000" dirty="0">
                <a:ea typeface="Segoe UI" pitchFamily="34" charset="0"/>
              </a:rPr>
              <a:t>PHP – Personal Home Page</a:t>
            </a:r>
          </a:p>
          <a:p>
            <a:pPr algn="just">
              <a:lnSpc>
                <a:spcPct val="80000"/>
              </a:lnSpc>
            </a:pPr>
            <a:r>
              <a:rPr lang="vi-VN" sz="2000" dirty="0">
                <a:ea typeface="Segoe UI" pitchFamily="34" charset="0"/>
              </a:rPr>
              <a:t>Java Servlet</a:t>
            </a:r>
          </a:p>
          <a:p>
            <a:pPr algn="just">
              <a:lnSpc>
                <a:spcPct val="80000"/>
              </a:lnSpc>
            </a:pPr>
            <a:r>
              <a:rPr lang="vi-VN" sz="2000" dirty="0">
                <a:ea typeface="Segoe UI" pitchFamily="34" charset="0"/>
              </a:rPr>
              <a:t>JSP – Java Server Page</a:t>
            </a:r>
            <a:endParaRPr lang="en-US" sz="2000" dirty="0">
              <a:ea typeface="Segoe UI" pitchFamily="34" charset="0"/>
            </a:endParaRPr>
          </a:p>
          <a:p>
            <a:pPr algn="just">
              <a:lnSpc>
                <a:spcPct val="80000"/>
              </a:lnSpc>
            </a:pPr>
            <a:r>
              <a:rPr lang="en-US" sz="2000" dirty="0">
                <a:ea typeface="Segoe UI" pitchFamily="34" charset="0"/>
              </a:rPr>
              <a:t>Python</a:t>
            </a:r>
          </a:p>
          <a:p>
            <a:pPr algn="just">
              <a:lnSpc>
                <a:spcPct val="80000"/>
              </a:lnSpc>
            </a:pPr>
            <a:r>
              <a:rPr lang="en-US" sz="2000" dirty="0">
                <a:ea typeface="Segoe UI" pitchFamily="34" charset="0"/>
              </a:rPr>
              <a:t>…</a:t>
            </a:r>
            <a:endParaRPr lang="en-US" altLang="en-US" sz="2000"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1" name="Picture 90">
            <a:extLst>
              <a:ext uri="{FF2B5EF4-FFF2-40B4-BE49-F238E27FC236}">
                <a16:creationId xmlns:a16="http://schemas.microsoft.com/office/drawing/2014/main" id="{C92FC42A-DEA9-8835-FBCB-D6BF3D83FF06}"/>
              </a:ext>
            </a:extLst>
          </p:cNvPr>
          <p:cNvPicPr>
            <a:picLocks noChangeAspect="1"/>
          </p:cNvPicPr>
          <p:nvPr/>
        </p:nvPicPr>
        <p:blipFill>
          <a:blip r:embed="rId3"/>
          <a:stretch>
            <a:fillRect/>
          </a:stretch>
        </p:blipFill>
        <p:spPr>
          <a:xfrm>
            <a:off x="4720939" y="1573588"/>
            <a:ext cx="6019800" cy="3077439"/>
          </a:xfrm>
          <a:prstGeom prst="rect">
            <a:avLst/>
          </a:prstGeom>
        </p:spPr>
      </p:pic>
    </p:spTree>
    <p:extLst>
      <p:ext uri="{BB962C8B-B14F-4D97-AF65-F5344CB8AC3E}">
        <p14:creationId xmlns:p14="http://schemas.microsoft.com/office/powerpoint/2010/main" val="11876395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nl-NL" sz="4800" dirty="0" smtClean="0">
                <a:solidFill>
                  <a:srgbClr val="FF0000"/>
                </a:solidFill>
                <a:latin typeface="+mn-lt"/>
              </a:rPr>
              <a:t>.NET Core và .Net Framework</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7</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80000"/>
              </a:lnSpc>
            </a:pPr>
            <a:r>
              <a:rPr lang="vi-VN" sz="2400" dirty="0"/>
              <a:t>.NET Framework chỉ hoạt động trên Windows. Những nền tảng ứng dụng như WPF, Winforms, ASP.NET(1-4) hoạt động dựa trên .NET Framework</a:t>
            </a:r>
            <a:r>
              <a:rPr lang="vi-VN" sz="2400" dirty="0" smtClean="0"/>
              <a:t>.</a:t>
            </a:r>
            <a:endParaRPr lang="en-US" sz="2400" dirty="0" smtClean="0"/>
          </a:p>
          <a:p>
            <a:pPr algn="just">
              <a:lnSpc>
                <a:spcPct val="80000"/>
              </a:lnSpc>
            </a:pPr>
            <a:endParaRPr lang="en-US" sz="2400" dirty="0">
              <a:ea typeface="Segoe UI" pitchFamily="34" charset="0"/>
            </a:endParaRPr>
          </a:p>
          <a:p>
            <a:pPr algn="just">
              <a:lnSpc>
                <a:spcPct val="80000"/>
              </a:lnSpc>
            </a:pPr>
            <a:r>
              <a:rPr lang="en-US" sz="2400" dirty="0" err="1"/>
              <a:t>.Net</a:t>
            </a:r>
            <a:r>
              <a:rPr lang="en-US" sz="2400" dirty="0"/>
              <a:t> </a:t>
            </a:r>
            <a:r>
              <a:rPr lang="vi-VN" sz="2400" dirty="0"/>
              <a:t>Core là một open-source mới và framework đa nền tảng (cross-platform) cho việc xây dựng những ứng dụng hiện tại dựa trên kết nối đám mây, giống như web apps, IoT và backend cho mobile. Do là một framework đa nền tảng nên .NET hỗ trợ hầu hết các hệ điều hành như Windows, Linux, macOS.</a:t>
            </a:r>
            <a:endParaRPr lang="vi-VN" sz="2400" dirty="0">
              <a:ea typeface="Segoe UI" pitchFamily="34"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4" descr=".NET Components">
            <a:extLst>
              <a:ext uri="{FF2B5EF4-FFF2-40B4-BE49-F238E27FC236}">
                <a16:creationId xmlns:a16="http://schemas.microsoft.com/office/drawing/2014/main" id="{654F18A0-323F-4FFE-B29A-C1A5F74283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0819" y="3733800"/>
            <a:ext cx="5638800" cy="2699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8492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nl-NL" sz="4800" dirty="0" smtClean="0">
                <a:solidFill>
                  <a:srgbClr val="FF0000"/>
                </a:solidFill>
                <a:latin typeface="+mn-lt"/>
              </a:rPr>
              <a:t>.NET Core và .Net Framework</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8</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nl-NL" dirty="0">
                <a:solidFill>
                  <a:srgbClr val="111111"/>
                </a:solidFill>
                <a:latin typeface="Roboto" panose="02000000000000000000" pitchFamily="2" charset="0"/>
              </a:rPr>
              <a:t>Sử dụng .NET Core khi ?</a:t>
            </a:r>
          </a:p>
          <a:p>
            <a:pPr lvl="1"/>
            <a:r>
              <a:rPr lang="en-US" dirty="0" err="1"/>
              <a:t>Cần</a:t>
            </a:r>
            <a:r>
              <a:rPr lang="en-US" dirty="0"/>
              <a:t> </a:t>
            </a:r>
            <a:r>
              <a:rPr lang="en-US" dirty="0" err="1"/>
              <a:t>đa</a:t>
            </a:r>
            <a:r>
              <a:rPr lang="en-US" dirty="0"/>
              <a:t> </a:t>
            </a:r>
            <a:r>
              <a:rPr lang="en-US" dirty="0" err="1"/>
              <a:t>nền</a:t>
            </a:r>
            <a:r>
              <a:rPr lang="en-US" dirty="0"/>
              <a:t> </a:t>
            </a:r>
            <a:r>
              <a:rPr lang="en-US" dirty="0" err="1"/>
              <a:t>tảng</a:t>
            </a:r>
            <a:r>
              <a:rPr lang="en-US" dirty="0"/>
              <a:t> (Cross-platform)</a:t>
            </a:r>
          </a:p>
          <a:p>
            <a:pPr lvl="1"/>
            <a:r>
              <a:rPr lang="en-US" dirty="0"/>
              <a:t>Targeting </a:t>
            </a:r>
            <a:r>
              <a:rPr lang="en-US" dirty="0" err="1"/>
              <a:t>microservices</a:t>
            </a:r>
            <a:endParaRPr lang="en-US" dirty="0"/>
          </a:p>
          <a:p>
            <a:pPr lvl="1"/>
            <a:r>
              <a:rPr lang="en-US" dirty="0" err="1"/>
              <a:t>Sử</a:t>
            </a:r>
            <a:r>
              <a:rPr lang="en-US" dirty="0"/>
              <a:t> </a:t>
            </a:r>
            <a:r>
              <a:rPr lang="en-US" dirty="0" err="1"/>
              <a:t>dụng</a:t>
            </a:r>
            <a:r>
              <a:rPr lang="en-US" dirty="0"/>
              <a:t>  Docker containers.</a:t>
            </a:r>
          </a:p>
          <a:p>
            <a:pPr lvl="1"/>
            <a:r>
              <a:rPr lang="en-US" dirty="0" err="1"/>
              <a:t>Cần</a:t>
            </a:r>
            <a:r>
              <a:rPr lang="en-US" dirty="0"/>
              <a:t> </a:t>
            </a:r>
            <a:r>
              <a:rPr lang="en-US" dirty="0" err="1"/>
              <a:t>xây</a:t>
            </a:r>
            <a:r>
              <a:rPr lang="en-US" dirty="0"/>
              <a:t> </a:t>
            </a:r>
            <a:r>
              <a:rPr lang="en-US" dirty="0" err="1"/>
              <a:t>dựng</a:t>
            </a:r>
            <a:r>
              <a:rPr lang="en-US" dirty="0"/>
              <a:t> </a:t>
            </a:r>
            <a:r>
              <a:rPr lang="en-US" dirty="0" err="1"/>
              <a:t>ứng</a:t>
            </a:r>
            <a:r>
              <a:rPr lang="en-US" dirty="0"/>
              <a:t> </a:t>
            </a:r>
            <a:r>
              <a:rPr lang="en-US" dirty="0" err="1"/>
              <a:t>dụng</a:t>
            </a:r>
            <a:r>
              <a:rPr lang="en-US" dirty="0"/>
              <a:t> Machine learning </a:t>
            </a:r>
            <a:r>
              <a:rPr lang="en-US" dirty="0" err="1"/>
              <a:t>với</a:t>
            </a:r>
            <a:r>
              <a:rPr lang="en-US" dirty="0"/>
              <a:t> </a:t>
            </a:r>
            <a:r>
              <a:rPr lang="en-US" dirty="0" err="1"/>
              <a:t>kiến</a:t>
            </a:r>
            <a:r>
              <a:rPr lang="en-US" dirty="0"/>
              <a:t> </a:t>
            </a:r>
            <a:r>
              <a:rPr lang="en-US" dirty="0" err="1"/>
              <a:t>thức</a:t>
            </a:r>
            <a:r>
              <a:rPr lang="en-US" dirty="0"/>
              <a:t> C#</a:t>
            </a:r>
          </a:p>
          <a:p>
            <a:pPr lvl="1"/>
            <a:r>
              <a:rPr lang="en-US" dirty="0" err="1"/>
              <a:t>Cần</a:t>
            </a:r>
            <a:r>
              <a:rPr lang="en-US" dirty="0"/>
              <a:t> </a:t>
            </a:r>
            <a:r>
              <a:rPr lang="en-US" dirty="0" err="1"/>
              <a:t>cho</a:t>
            </a:r>
            <a:r>
              <a:rPr lang="en-US" dirty="0"/>
              <a:t> </a:t>
            </a:r>
            <a:r>
              <a:rPr lang="en-US" dirty="0" err="1"/>
              <a:t>các</a:t>
            </a:r>
            <a:r>
              <a:rPr lang="en-US" dirty="0"/>
              <a:t> </a:t>
            </a:r>
            <a:r>
              <a:rPr lang="en-US" dirty="0" err="1"/>
              <a:t>hệ</a:t>
            </a:r>
            <a:r>
              <a:rPr lang="en-US" dirty="0"/>
              <a:t> </a:t>
            </a:r>
            <a:r>
              <a:rPr lang="en-US" dirty="0" err="1"/>
              <a:t>thống</a:t>
            </a:r>
            <a:r>
              <a:rPr lang="en-US" dirty="0"/>
              <a:t> </a:t>
            </a:r>
            <a:r>
              <a:rPr lang="en-US" dirty="0" err="1"/>
              <a:t>hiệu</a:t>
            </a:r>
            <a:r>
              <a:rPr lang="en-US" dirty="0"/>
              <a:t> </a:t>
            </a:r>
            <a:r>
              <a:rPr lang="en-US" dirty="0" err="1"/>
              <a:t>suất</a:t>
            </a:r>
            <a:r>
              <a:rPr lang="en-US" dirty="0"/>
              <a:t> </a:t>
            </a:r>
            <a:r>
              <a:rPr lang="en-US" dirty="0" err="1"/>
              <a:t>cao</a:t>
            </a:r>
            <a:r>
              <a:rPr lang="en-US" dirty="0"/>
              <a:t> </a:t>
            </a:r>
            <a:r>
              <a:rPr lang="en-US" dirty="0" err="1"/>
              <a:t>và</a:t>
            </a:r>
            <a:r>
              <a:rPr lang="en-US" dirty="0"/>
              <a:t> </a:t>
            </a:r>
            <a:r>
              <a:rPr lang="en-US" dirty="0" err="1"/>
              <a:t>có</a:t>
            </a:r>
            <a:r>
              <a:rPr lang="en-US" dirty="0"/>
              <a:t> </a:t>
            </a:r>
            <a:r>
              <a:rPr lang="en-US" dirty="0" err="1"/>
              <a:t>thể</a:t>
            </a:r>
            <a:r>
              <a:rPr lang="en-US" dirty="0"/>
              <a:t> </a:t>
            </a:r>
            <a:r>
              <a:rPr lang="en-US" dirty="0" err="1"/>
              <a:t>mở</a:t>
            </a:r>
            <a:r>
              <a:rPr lang="en-US" dirty="0"/>
              <a:t> </a:t>
            </a:r>
            <a:r>
              <a:rPr lang="en-US" dirty="0" err="1"/>
              <a:t>rộng</a:t>
            </a:r>
            <a:endParaRPr lang="en-US" dirty="0"/>
          </a:p>
          <a:p>
            <a:pPr lvl="1"/>
            <a:r>
              <a:rPr lang="en-US" dirty="0" err="1"/>
              <a:t>Các</a:t>
            </a:r>
            <a:r>
              <a:rPr lang="en-US" dirty="0"/>
              <a:t> </a:t>
            </a:r>
            <a:r>
              <a:rPr lang="en-US" dirty="0" err="1"/>
              <a:t>phiên</a:t>
            </a:r>
            <a:r>
              <a:rPr lang="en-US" dirty="0"/>
              <a:t> </a:t>
            </a:r>
            <a:r>
              <a:rPr lang="en-US" dirty="0" err="1"/>
              <a:t>bản</a:t>
            </a:r>
            <a:r>
              <a:rPr lang="en-US" dirty="0"/>
              <a:t> </a:t>
            </a:r>
            <a:r>
              <a:rPr lang="en-US" dirty="0" err="1"/>
              <a:t>cần</a:t>
            </a:r>
            <a:r>
              <a:rPr lang="en-US" dirty="0"/>
              <a:t> </a:t>
            </a:r>
            <a:r>
              <a:rPr lang="en-US" dirty="0" err="1"/>
              <a:t>chạy</a:t>
            </a:r>
            <a:r>
              <a:rPr lang="en-US" dirty="0"/>
              <a:t> </a:t>
            </a:r>
            <a:r>
              <a:rPr lang="en-US" dirty="0" err="1"/>
              <a:t>đa</a:t>
            </a:r>
            <a:r>
              <a:rPr lang="en-US" dirty="0"/>
              <a:t> </a:t>
            </a:r>
            <a:r>
              <a:rPr lang="en-US" dirty="0" err="1"/>
              <a:t>luồng</a:t>
            </a:r>
            <a:r>
              <a:rPr lang="en-US" dirty="0"/>
              <a:t> </a:t>
            </a:r>
            <a:r>
              <a:rPr lang="en-US" dirty="0" err="1"/>
              <a:t>khi</a:t>
            </a:r>
            <a:r>
              <a:rPr lang="en-US" dirty="0"/>
              <a:t> </a:t>
            </a:r>
            <a:r>
              <a:rPr lang="en-US" dirty="0" err="1"/>
              <a:t>xử</a:t>
            </a:r>
            <a:r>
              <a:rPr lang="en-US" dirty="0"/>
              <a:t> </a:t>
            </a:r>
            <a:r>
              <a:rPr lang="en-US" dirty="0" err="1"/>
              <a:t>lý</a:t>
            </a:r>
            <a:endParaRPr lang="en-US" dirty="0"/>
          </a:p>
          <a:p>
            <a:pPr lvl="0"/>
            <a:r>
              <a:rPr lang="nl-NL" dirty="0">
                <a:solidFill>
                  <a:srgbClr val="111111"/>
                </a:solidFill>
                <a:latin typeface="Roboto" panose="02000000000000000000" pitchFamily="2" charset="0"/>
              </a:rPr>
              <a:t>Sử dụng .Net framework khi ?</a:t>
            </a:r>
          </a:p>
          <a:p>
            <a:pPr lvl="1"/>
            <a:r>
              <a:rPr lang="en-US" dirty="0" err="1"/>
              <a:t>Nếu</a:t>
            </a:r>
            <a:r>
              <a:rPr lang="en-US" dirty="0"/>
              <a:t> </a:t>
            </a:r>
            <a:r>
              <a:rPr lang="en-US" dirty="0" err="1"/>
              <a:t>ứng</a:t>
            </a:r>
            <a:r>
              <a:rPr lang="en-US" dirty="0"/>
              <a:t> </a:t>
            </a:r>
            <a:r>
              <a:rPr lang="en-US" dirty="0" err="1"/>
              <a:t>dụng</a:t>
            </a:r>
            <a:r>
              <a:rPr lang="en-US" dirty="0"/>
              <a:t> </a:t>
            </a:r>
            <a:r>
              <a:rPr lang="en-US" dirty="0" err="1"/>
              <a:t>của</a:t>
            </a:r>
            <a:r>
              <a:rPr lang="en-US" dirty="0"/>
              <a:t> </a:t>
            </a:r>
            <a:r>
              <a:rPr lang="en-US" dirty="0" err="1"/>
              <a:t>bạn</a:t>
            </a:r>
            <a:r>
              <a:rPr lang="en-US" dirty="0"/>
              <a:t> </a:t>
            </a:r>
            <a:r>
              <a:rPr lang="en-US" dirty="0" err="1"/>
              <a:t>sử</a:t>
            </a:r>
            <a:r>
              <a:rPr lang="en-US" dirty="0"/>
              <a:t> </a:t>
            </a:r>
            <a:r>
              <a:rPr lang="en-US" dirty="0" err="1"/>
              <a:t>dụng</a:t>
            </a:r>
            <a:r>
              <a:rPr lang="en-US" dirty="0"/>
              <a:t> .NET </a:t>
            </a:r>
            <a:r>
              <a:rPr lang="en-US" dirty="0" err="1"/>
              <a:t>và</a:t>
            </a:r>
            <a:r>
              <a:rPr lang="en-US" dirty="0"/>
              <a:t> </a:t>
            </a:r>
            <a:r>
              <a:rPr lang="en-US" dirty="0" err="1"/>
              <a:t>nuget</a:t>
            </a:r>
            <a:r>
              <a:rPr lang="en-US" dirty="0"/>
              <a:t> </a:t>
            </a:r>
            <a:r>
              <a:rPr lang="en-US" dirty="0" err="1"/>
              <a:t>bên</a:t>
            </a:r>
            <a:r>
              <a:rPr lang="en-US" dirty="0"/>
              <a:t> </a:t>
            </a:r>
            <a:r>
              <a:rPr lang="en-US" dirty="0" err="1"/>
              <a:t>thứ</a:t>
            </a:r>
            <a:r>
              <a:rPr lang="en-US" dirty="0"/>
              <a:t> 3 </a:t>
            </a:r>
            <a:r>
              <a:rPr lang="en-US" dirty="0" err="1"/>
              <a:t>mà</a:t>
            </a:r>
            <a:r>
              <a:rPr lang="en-US" dirty="0"/>
              <a:t> </a:t>
            </a:r>
            <a:r>
              <a:rPr lang="en-US" dirty="0" err="1"/>
              <a:t>không</a:t>
            </a:r>
            <a:r>
              <a:rPr lang="en-US" dirty="0"/>
              <a:t> </a:t>
            </a:r>
            <a:r>
              <a:rPr lang="en-US" dirty="0" err="1"/>
              <a:t>hỗ</a:t>
            </a:r>
            <a:r>
              <a:rPr lang="en-US" dirty="0"/>
              <a:t> </a:t>
            </a:r>
            <a:r>
              <a:rPr lang="en-US" dirty="0" err="1"/>
              <a:t>trợ</a:t>
            </a:r>
            <a:r>
              <a:rPr lang="en-US" dirty="0"/>
              <a:t> .NET Core.</a:t>
            </a:r>
          </a:p>
          <a:p>
            <a:pPr lvl="1"/>
            <a:r>
              <a:rPr lang="en-US" dirty="0" err="1"/>
              <a:t>Nếu</a:t>
            </a:r>
            <a:r>
              <a:rPr lang="en-US" dirty="0"/>
              <a:t> </a:t>
            </a:r>
            <a:r>
              <a:rPr lang="en-US" dirty="0" err="1"/>
              <a:t>ứng</a:t>
            </a:r>
            <a:r>
              <a:rPr lang="en-US" dirty="0"/>
              <a:t> </a:t>
            </a:r>
            <a:r>
              <a:rPr lang="en-US" dirty="0" err="1"/>
              <a:t>dụng</a:t>
            </a:r>
            <a:r>
              <a:rPr lang="en-US" dirty="0"/>
              <a:t> </a:t>
            </a:r>
            <a:r>
              <a:rPr lang="en-US" dirty="0" err="1"/>
              <a:t>của</a:t>
            </a:r>
            <a:r>
              <a:rPr lang="en-US" dirty="0"/>
              <a:t> </a:t>
            </a:r>
            <a:r>
              <a:rPr lang="en-US" dirty="0" err="1"/>
              <a:t>bạn</a:t>
            </a:r>
            <a:r>
              <a:rPr lang="en-US" dirty="0"/>
              <a:t> </a:t>
            </a:r>
            <a:r>
              <a:rPr lang="en-US" dirty="0" err="1"/>
              <a:t>sử</a:t>
            </a:r>
            <a:r>
              <a:rPr lang="en-US" dirty="0"/>
              <a:t> </a:t>
            </a:r>
            <a:r>
              <a:rPr lang="en-US" dirty="0" err="1"/>
              <a:t>dụng</a:t>
            </a:r>
            <a:r>
              <a:rPr lang="en-US" dirty="0"/>
              <a:t> </a:t>
            </a:r>
            <a:r>
              <a:rPr lang="en-US" dirty="0" err="1"/>
              <a:t>công</a:t>
            </a:r>
            <a:r>
              <a:rPr lang="en-US" dirty="0"/>
              <a:t> </a:t>
            </a:r>
            <a:r>
              <a:rPr lang="en-US" dirty="0" err="1"/>
              <a:t>nghệ</a:t>
            </a:r>
            <a:r>
              <a:rPr lang="en-US" dirty="0"/>
              <a:t> .NET </a:t>
            </a:r>
            <a:r>
              <a:rPr lang="en-US" dirty="0" err="1"/>
              <a:t>và</a:t>
            </a:r>
            <a:r>
              <a:rPr lang="en-US" dirty="0"/>
              <a:t> </a:t>
            </a:r>
            <a:r>
              <a:rPr lang="en-US" dirty="0" err="1"/>
              <a:t>không</a:t>
            </a:r>
            <a:r>
              <a:rPr lang="en-US" dirty="0"/>
              <a:t> </a:t>
            </a:r>
            <a:r>
              <a:rPr lang="en-US" dirty="0" err="1"/>
              <a:t>hỗ</a:t>
            </a:r>
            <a:r>
              <a:rPr lang="en-US" dirty="0"/>
              <a:t> </a:t>
            </a:r>
            <a:r>
              <a:rPr lang="en-US" dirty="0" err="1"/>
              <a:t>trợ</a:t>
            </a:r>
            <a:r>
              <a:rPr lang="en-US" dirty="0"/>
              <a:t> .NET Core.</a:t>
            </a:r>
          </a:p>
          <a:p>
            <a:pPr lvl="1"/>
            <a:r>
              <a:rPr lang="en-US" dirty="0" err="1"/>
              <a:t>Nếu</a:t>
            </a:r>
            <a:r>
              <a:rPr lang="en-US" dirty="0"/>
              <a:t> </a:t>
            </a:r>
            <a:r>
              <a:rPr lang="en-US" dirty="0" err="1"/>
              <a:t>ứng</a:t>
            </a:r>
            <a:r>
              <a:rPr lang="en-US" dirty="0"/>
              <a:t> </a:t>
            </a:r>
            <a:r>
              <a:rPr lang="en-US" dirty="0" err="1"/>
              <a:t>dụng</a:t>
            </a:r>
            <a:r>
              <a:rPr lang="en-US" dirty="0"/>
              <a:t> </a:t>
            </a:r>
            <a:r>
              <a:rPr lang="en-US" dirty="0" err="1"/>
              <a:t>của</a:t>
            </a:r>
            <a:r>
              <a:rPr lang="en-US" dirty="0"/>
              <a:t> </a:t>
            </a:r>
            <a:r>
              <a:rPr lang="en-US" dirty="0" err="1"/>
              <a:t>bạn</a:t>
            </a:r>
            <a:r>
              <a:rPr lang="en-US" dirty="0"/>
              <a:t> </a:t>
            </a:r>
            <a:r>
              <a:rPr lang="en-US" dirty="0" err="1"/>
              <a:t>sử</a:t>
            </a:r>
            <a:r>
              <a:rPr lang="en-US" dirty="0"/>
              <a:t> platform </a:t>
            </a:r>
            <a:r>
              <a:rPr lang="en-US" dirty="0" err="1"/>
              <a:t>và</a:t>
            </a:r>
            <a:r>
              <a:rPr lang="en-US" dirty="0"/>
              <a:t> </a:t>
            </a:r>
            <a:r>
              <a:rPr lang="en-US" dirty="0" err="1"/>
              <a:t>không</a:t>
            </a:r>
            <a:r>
              <a:rPr lang="en-US" dirty="0"/>
              <a:t> </a:t>
            </a:r>
            <a:r>
              <a:rPr lang="en-US" dirty="0" err="1"/>
              <a:t>hỗ</a:t>
            </a:r>
            <a:r>
              <a:rPr lang="en-US" dirty="0"/>
              <a:t> </a:t>
            </a:r>
            <a:r>
              <a:rPr lang="en-US" dirty="0" err="1"/>
              <a:t>trợ</a:t>
            </a:r>
            <a:r>
              <a:rPr lang="en-US" dirty="0"/>
              <a:t> .NET Core.</a:t>
            </a:r>
            <a:endParaRPr lang="nl-NL" dirty="0">
              <a:solidFill>
                <a:srgbClr val="111111"/>
              </a:solidFill>
              <a:latin typeface="Roboto" panose="02000000000000000000" pitchFamily="2"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7760823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nl-NL" sz="4800" dirty="0" smtClean="0">
                <a:solidFill>
                  <a:srgbClr val="FF0000"/>
                </a:solidFill>
                <a:latin typeface="+mn-lt"/>
              </a:rPr>
              <a:t>ASP.NET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9</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ASP.NET </a:t>
            </a:r>
            <a:r>
              <a:rPr lang="en-US" dirty="0" err="1"/>
              <a:t>ra</a:t>
            </a:r>
            <a:r>
              <a:rPr lang="en-US" dirty="0"/>
              <a:t> </a:t>
            </a:r>
            <a:r>
              <a:rPr lang="en-US" dirty="0" err="1"/>
              <a:t>đời</a:t>
            </a:r>
            <a:r>
              <a:rPr lang="en-US" dirty="0"/>
              <a:t> </a:t>
            </a:r>
            <a:r>
              <a:rPr lang="en-US" dirty="0" err="1"/>
              <a:t>từ</a:t>
            </a:r>
            <a:r>
              <a:rPr lang="en-US" dirty="0"/>
              <a:t> 2002 </a:t>
            </a:r>
            <a:r>
              <a:rPr lang="en-US" dirty="0" err="1"/>
              <a:t>với</a:t>
            </a:r>
            <a:r>
              <a:rPr lang="en-US" dirty="0"/>
              <a:t> </a:t>
            </a:r>
            <a:r>
              <a:rPr lang="en-US" dirty="0" err="1"/>
              <a:t>vai</a:t>
            </a:r>
            <a:r>
              <a:rPr lang="en-US" dirty="0"/>
              <a:t> </a:t>
            </a:r>
            <a:r>
              <a:rPr lang="en-US" dirty="0" err="1"/>
              <a:t>trò</a:t>
            </a:r>
            <a:r>
              <a:rPr lang="en-US" dirty="0"/>
              <a:t> </a:t>
            </a:r>
            <a:r>
              <a:rPr lang="en-US" dirty="0" err="1"/>
              <a:t>là</a:t>
            </a:r>
            <a:r>
              <a:rPr lang="en-US" dirty="0"/>
              <a:t> </a:t>
            </a:r>
            <a:r>
              <a:rPr lang="en-US" dirty="0" err="1"/>
              <a:t>một</a:t>
            </a:r>
            <a:r>
              <a:rPr lang="en-US" dirty="0"/>
              <a:t> </a:t>
            </a:r>
            <a:r>
              <a:rPr lang="en-US" dirty="0" err="1"/>
              <a:t>bộ</a:t>
            </a:r>
            <a:r>
              <a:rPr lang="en-US" dirty="0"/>
              <a:t> </a:t>
            </a:r>
            <a:r>
              <a:rPr lang="en-US" dirty="0" err="1"/>
              <a:t>phận</a:t>
            </a:r>
            <a:r>
              <a:rPr lang="en-US" dirty="0"/>
              <a:t> </a:t>
            </a:r>
            <a:r>
              <a:rPr lang="en-US" dirty="0" err="1"/>
              <a:t>của</a:t>
            </a:r>
            <a:r>
              <a:rPr lang="en-US" dirty="0"/>
              <a:t> .NET Framework 1.0 </a:t>
            </a:r>
            <a:r>
              <a:rPr lang="en-US" dirty="0" err="1"/>
              <a:t>nhằm</a:t>
            </a:r>
            <a:r>
              <a:rPr lang="en-US" dirty="0"/>
              <a:t> </a:t>
            </a:r>
            <a:r>
              <a:rPr lang="en-US" dirty="0" err="1"/>
              <a:t>thay</a:t>
            </a:r>
            <a:r>
              <a:rPr lang="en-US" dirty="0"/>
              <a:t> </a:t>
            </a:r>
            <a:r>
              <a:rPr lang="en-US" dirty="0" err="1"/>
              <a:t>thế</a:t>
            </a:r>
            <a:r>
              <a:rPr lang="en-US" dirty="0"/>
              <a:t> </a:t>
            </a:r>
            <a:r>
              <a:rPr lang="en-US" dirty="0" err="1"/>
              <a:t>cho</a:t>
            </a:r>
            <a:r>
              <a:rPr lang="en-US" dirty="0"/>
              <a:t> ASP</a:t>
            </a:r>
          </a:p>
          <a:p>
            <a:r>
              <a:rPr lang="en-US" dirty="0"/>
              <a:t>Microsoft </a:t>
            </a:r>
            <a:r>
              <a:rPr lang="en-US" dirty="0" err="1"/>
              <a:t>xây</a:t>
            </a:r>
            <a:r>
              <a:rPr lang="en-US" dirty="0"/>
              <a:t> </a:t>
            </a:r>
            <a:r>
              <a:rPr lang="en-US" dirty="0" err="1"/>
              <a:t>dựng</a:t>
            </a:r>
            <a:r>
              <a:rPr lang="en-US" dirty="0"/>
              <a:t> </a:t>
            </a:r>
            <a:r>
              <a:rPr lang="en-US" dirty="0" err="1"/>
              <a:t>một</a:t>
            </a:r>
            <a:r>
              <a:rPr lang="en-US" dirty="0"/>
              <a:t> </a:t>
            </a:r>
            <a:r>
              <a:rPr lang="en-US" dirty="0" err="1"/>
              <a:t>số</a:t>
            </a:r>
            <a:r>
              <a:rPr lang="en-US" dirty="0"/>
              <a:t> </a:t>
            </a:r>
            <a:r>
              <a:rPr lang="en-US" dirty="0" err="1"/>
              <a:t>mô</a:t>
            </a:r>
            <a:r>
              <a:rPr lang="en-US" dirty="0"/>
              <a:t> </a:t>
            </a:r>
            <a:r>
              <a:rPr lang="en-US" dirty="0" err="1"/>
              <a:t>hình</a:t>
            </a:r>
            <a:r>
              <a:rPr lang="en-US" dirty="0"/>
              <a:t> </a:t>
            </a:r>
            <a:r>
              <a:rPr lang="en-US" dirty="0" err="1"/>
              <a:t>lập</a:t>
            </a:r>
            <a:r>
              <a:rPr lang="en-US" dirty="0"/>
              <a:t> </a:t>
            </a:r>
            <a:r>
              <a:rPr lang="en-US" dirty="0" err="1"/>
              <a:t>trình</a:t>
            </a:r>
            <a:r>
              <a:rPr lang="en-US" dirty="0"/>
              <a:t> </a:t>
            </a:r>
            <a:r>
              <a:rPr lang="en-US" dirty="0" err="1"/>
              <a:t>khác</a:t>
            </a:r>
            <a:r>
              <a:rPr lang="en-US" dirty="0"/>
              <a:t> </a:t>
            </a:r>
            <a:r>
              <a:rPr lang="en-US" dirty="0" err="1"/>
              <a:t>nhau</a:t>
            </a:r>
            <a:r>
              <a:rPr lang="en-US" dirty="0"/>
              <a:t> </a:t>
            </a:r>
            <a:r>
              <a:rPr lang="en-US" dirty="0" err="1"/>
              <a:t>để</a:t>
            </a:r>
            <a:r>
              <a:rPr lang="en-US" dirty="0"/>
              <a:t> </a:t>
            </a:r>
            <a:r>
              <a:rPr lang="en-US" dirty="0" err="1"/>
              <a:t>hỗ</a:t>
            </a:r>
            <a:r>
              <a:rPr lang="en-US" dirty="0"/>
              <a:t> </a:t>
            </a:r>
            <a:r>
              <a:rPr lang="en-US" dirty="0" err="1"/>
              <a:t>trợ</a:t>
            </a:r>
            <a:r>
              <a:rPr lang="en-US" dirty="0"/>
              <a:t> </a:t>
            </a:r>
            <a:r>
              <a:rPr lang="en-US" dirty="0" err="1"/>
              <a:t>lập</a:t>
            </a:r>
            <a:r>
              <a:rPr lang="en-US" dirty="0"/>
              <a:t> </a:t>
            </a:r>
            <a:r>
              <a:rPr lang="en-US" dirty="0" err="1"/>
              <a:t>trình</a:t>
            </a:r>
            <a:r>
              <a:rPr lang="en-US" dirty="0"/>
              <a:t> </a:t>
            </a:r>
            <a:r>
              <a:rPr lang="en-US" dirty="0" err="1"/>
              <a:t>viên</a:t>
            </a:r>
            <a:r>
              <a:rPr lang="en-US" dirty="0"/>
              <a:t>: (1) Web Forms, (2) MVC.</a:t>
            </a:r>
          </a:p>
          <a:p>
            <a:r>
              <a:rPr lang="en-US" dirty="0"/>
              <a:t>ASP.NET </a:t>
            </a:r>
            <a:r>
              <a:rPr lang="en-US" dirty="0" err="1"/>
              <a:t>gắn</a:t>
            </a:r>
            <a:r>
              <a:rPr lang="en-US" dirty="0"/>
              <a:t> </a:t>
            </a:r>
            <a:r>
              <a:rPr lang="en-US" dirty="0" err="1"/>
              <a:t>chặt</a:t>
            </a:r>
            <a:r>
              <a:rPr lang="en-US" dirty="0"/>
              <a:t> </a:t>
            </a:r>
            <a:r>
              <a:rPr lang="en-US" dirty="0" err="1"/>
              <a:t>với</a:t>
            </a:r>
            <a:r>
              <a:rPr lang="en-US" dirty="0"/>
              <a:t> </a:t>
            </a:r>
            <a:r>
              <a:rPr lang="en-US" dirty="0" err="1"/>
              <a:t>dịch</a:t>
            </a:r>
            <a:r>
              <a:rPr lang="en-US" dirty="0"/>
              <a:t> </a:t>
            </a:r>
            <a:r>
              <a:rPr lang="en-US" dirty="0" err="1"/>
              <a:t>vụ</a:t>
            </a:r>
            <a:r>
              <a:rPr lang="en-US" dirty="0"/>
              <a:t> hosting </a:t>
            </a:r>
            <a:r>
              <a:rPr lang="en-US" dirty="0" err="1"/>
              <a:t>của</a:t>
            </a:r>
            <a:r>
              <a:rPr lang="en-US" dirty="0"/>
              <a:t> Windows </a:t>
            </a:r>
            <a:r>
              <a:rPr lang="en-US" dirty="0" err="1"/>
              <a:t>sử</a:t>
            </a:r>
            <a:r>
              <a:rPr lang="en-US" dirty="0"/>
              <a:t> </a:t>
            </a:r>
            <a:r>
              <a:rPr lang="en-US" dirty="0" err="1"/>
              <a:t>dụng</a:t>
            </a:r>
            <a:r>
              <a:rPr lang="en-US" dirty="0"/>
              <a:t> IIS (Internet Information Service). </a:t>
            </a:r>
            <a:r>
              <a:rPr lang="en-US" dirty="0" err="1"/>
              <a:t>Điều</a:t>
            </a:r>
            <a:r>
              <a:rPr lang="en-US" dirty="0"/>
              <a:t> </a:t>
            </a:r>
            <a:r>
              <a:rPr lang="en-US" dirty="0" err="1"/>
              <a:t>này</a:t>
            </a:r>
            <a:r>
              <a:rPr lang="en-US" dirty="0"/>
              <a:t> </a:t>
            </a:r>
            <a:r>
              <a:rPr lang="en-US" dirty="0" err="1"/>
              <a:t>khiến</a:t>
            </a:r>
            <a:r>
              <a:rPr lang="en-US" dirty="0"/>
              <a:t> ASP.NET </a:t>
            </a:r>
            <a:r>
              <a:rPr lang="en-US" dirty="0" err="1"/>
              <a:t>không</a:t>
            </a:r>
            <a:r>
              <a:rPr lang="en-US" dirty="0"/>
              <a:t> </a:t>
            </a:r>
            <a:r>
              <a:rPr lang="en-US" dirty="0" err="1"/>
              <a:t>thể</a:t>
            </a:r>
            <a:r>
              <a:rPr lang="en-US" dirty="0"/>
              <a:t> </a:t>
            </a:r>
            <a:r>
              <a:rPr lang="en-US" dirty="0" err="1"/>
              <a:t>mở</a:t>
            </a:r>
            <a:r>
              <a:rPr lang="en-US" dirty="0"/>
              <a:t> </a:t>
            </a:r>
            <a:r>
              <a:rPr lang="en-US" dirty="0" err="1"/>
              <a:t>rộng</a:t>
            </a:r>
            <a:r>
              <a:rPr lang="en-US" dirty="0"/>
              <a:t> </a:t>
            </a:r>
            <a:r>
              <a:rPr lang="en-US" dirty="0" err="1"/>
              <a:t>ra</a:t>
            </a:r>
            <a:r>
              <a:rPr lang="en-US" dirty="0"/>
              <a:t> </a:t>
            </a:r>
            <a:r>
              <a:rPr lang="en-US" dirty="0" err="1"/>
              <a:t>hoạt</a:t>
            </a:r>
            <a:r>
              <a:rPr lang="en-US" dirty="0"/>
              <a:t> </a:t>
            </a:r>
            <a:r>
              <a:rPr lang="en-US" dirty="0" err="1"/>
              <a:t>động</a:t>
            </a:r>
            <a:r>
              <a:rPr lang="en-US" dirty="0"/>
              <a:t> </a:t>
            </a:r>
            <a:r>
              <a:rPr lang="en-US" dirty="0" err="1"/>
              <a:t>trên</a:t>
            </a:r>
            <a:r>
              <a:rPr lang="en-US" dirty="0"/>
              <a:t> </a:t>
            </a:r>
            <a:r>
              <a:rPr lang="en-US" dirty="0" err="1"/>
              <a:t>các</a:t>
            </a:r>
            <a:r>
              <a:rPr lang="en-US" dirty="0"/>
              <a:t> </a:t>
            </a:r>
            <a:r>
              <a:rPr lang="en-US" dirty="0" err="1"/>
              <a:t>hệ</a:t>
            </a:r>
            <a:r>
              <a:rPr lang="en-US" dirty="0"/>
              <a:t> </a:t>
            </a:r>
            <a:r>
              <a:rPr lang="en-US" dirty="0" err="1"/>
              <a:t>điều</a:t>
            </a:r>
            <a:r>
              <a:rPr lang="en-US" dirty="0"/>
              <a:t> </a:t>
            </a:r>
            <a:r>
              <a:rPr lang="en-US" dirty="0" err="1"/>
              <a:t>hành</a:t>
            </a:r>
            <a:r>
              <a:rPr lang="en-US" dirty="0"/>
              <a:t> </a:t>
            </a:r>
            <a:r>
              <a:rPr lang="en-US" dirty="0" err="1"/>
              <a:t>khác</a:t>
            </a:r>
            <a:r>
              <a:rPr lang="en-US" dirty="0"/>
              <a:t> – </a:t>
            </a:r>
            <a:r>
              <a:rPr lang="en-US" dirty="0" err="1"/>
              <a:t>vốn</a:t>
            </a:r>
            <a:r>
              <a:rPr lang="en-US" dirty="0"/>
              <a:t> </a:t>
            </a:r>
            <a:r>
              <a:rPr lang="en-US" dirty="0" err="1"/>
              <a:t>là</a:t>
            </a:r>
            <a:r>
              <a:rPr lang="en-US" dirty="0"/>
              <a:t> </a:t>
            </a:r>
            <a:r>
              <a:rPr lang="en-US" dirty="0" err="1"/>
              <a:t>một</a:t>
            </a:r>
            <a:r>
              <a:rPr lang="en-US" dirty="0"/>
              <a:t> </a:t>
            </a:r>
            <a:r>
              <a:rPr lang="en-US" dirty="0" err="1"/>
              <a:t>yêu</a:t>
            </a:r>
            <a:r>
              <a:rPr lang="en-US" dirty="0"/>
              <a:t> </a:t>
            </a:r>
            <a:r>
              <a:rPr lang="en-US" dirty="0" err="1"/>
              <a:t>cầu</a:t>
            </a:r>
            <a:r>
              <a:rPr lang="en-US" dirty="0"/>
              <a:t> </a:t>
            </a:r>
            <a:r>
              <a:rPr lang="en-US" dirty="0" err="1"/>
              <a:t>rất</a:t>
            </a:r>
            <a:r>
              <a:rPr lang="en-US" dirty="0"/>
              <a:t> </a:t>
            </a:r>
            <a:r>
              <a:rPr lang="en-US" dirty="0" err="1"/>
              <a:t>quan</a:t>
            </a:r>
            <a:r>
              <a:rPr lang="en-US" dirty="0"/>
              <a:t> </a:t>
            </a:r>
            <a:r>
              <a:rPr lang="en-US" dirty="0" err="1"/>
              <a:t>trọng</a:t>
            </a:r>
            <a:r>
              <a:rPr lang="en-US" dirty="0"/>
              <a:t> </a:t>
            </a:r>
            <a:r>
              <a:rPr lang="en-US" dirty="0" err="1"/>
              <a:t>hiện</a:t>
            </a:r>
            <a:r>
              <a:rPr lang="en-US" dirty="0"/>
              <a:t> nay.</a:t>
            </a:r>
          </a:p>
          <a:p>
            <a:r>
              <a:rPr lang="en-US" dirty="0" err="1"/>
              <a:t>Không</a:t>
            </a:r>
            <a:r>
              <a:rPr lang="en-US" dirty="0"/>
              <a:t> </a:t>
            </a:r>
            <a:r>
              <a:rPr lang="en-US" dirty="0" err="1"/>
              <a:t>nên</a:t>
            </a:r>
            <a:r>
              <a:rPr lang="en-US" dirty="0"/>
              <a:t> </a:t>
            </a:r>
            <a:r>
              <a:rPr lang="en-US" dirty="0" err="1"/>
              <a:t>nhầm</a:t>
            </a:r>
            <a:r>
              <a:rPr lang="en-US" dirty="0"/>
              <a:t> </a:t>
            </a:r>
            <a:r>
              <a:rPr lang="en-US" dirty="0" err="1"/>
              <a:t>lẫn</a:t>
            </a:r>
            <a:r>
              <a:rPr lang="en-US" dirty="0"/>
              <a:t> </a:t>
            </a:r>
            <a:r>
              <a:rPr lang="en-US" dirty="0" err="1"/>
              <a:t>giữa</a:t>
            </a:r>
            <a:r>
              <a:rPr lang="en-US" dirty="0"/>
              <a:t> ASP.NET </a:t>
            </a:r>
            <a:r>
              <a:rPr lang="en-US" dirty="0" err="1"/>
              <a:t>và</a:t>
            </a:r>
            <a:r>
              <a:rPr lang="en-US" dirty="0"/>
              <a:t> ASP.NET Core. </a:t>
            </a:r>
            <a:r>
              <a:rPr lang="en-US" dirty="0" err="1"/>
              <a:t>Chúng</a:t>
            </a:r>
            <a:r>
              <a:rPr lang="en-US" dirty="0"/>
              <a:t> </a:t>
            </a:r>
            <a:r>
              <a:rPr lang="en-US" dirty="0" err="1"/>
              <a:t>là</a:t>
            </a:r>
            <a:r>
              <a:rPr lang="en-US" dirty="0"/>
              <a:t> </a:t>
            </a:r>
            <a:r>
              <a:rPr lang="en-US" dirty="0" err="1"/>
              <a:t>hai</a:t>
            </a:r>
            <a:r>
              <a:rPr lang="en-US" dirty="0"/>
              <a:t> framework </a:t>
            </a:r>
            <a:r>
              <a:rPr lang="en-US" dirty="0" err="1"/>
              <a:t>hoàn</a:t>
            </a:r>
            <a:r>
              <a:rPr lang="en-US" dirty="0"/>
              <a:t> </a:t>
            </a:r>
            <a:r>
              <a:rPr lang="en-US" dirty="0" err="1"/>
              <a:t>toàn</a:t>
            </a:r>
            <a:r>
              <a:rPr lang="en-US" dirty="0"/>
              <a:t> </a:t>
            </a:r>
            <a:r>
              <a:rPr lang="en-US" dirty="0" err="1"/>
              <a:t>khác</a:t>
            </a:r>
            <a:r>
              <a:rPr lang="en-US" dirty="0"/>
              <a:t> </a:t>
            </a:r>
            <a:r>
              <a:rPr lang="en-US" dirty="0" err="1"/>
              <a:t>nhau</a:t>
            </a:r>
            <a:endParaRPr lang="nl-NL" dirty="0">
              <a:solidFill>
                <a:srgbClr val="111111"/>
              </a:solidFill>
              <a:latin typeface="Roboto" panose="02000000000000000000" pitchFamily="2"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29954037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nl-NL" sz="4800" dirty="0" smtClean="0">
                <a:solidFill>
                  <a:srgbClr val="FF0000"/>
                </a:solidFill>
                <a:latin typeface="+mn-lt"/>
              </a:rPr>
              <a:t>ASP.NET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10</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Là</a:t>
            </a:r>
            <a:r>
              <a:rPr lang="en-US" dirty="0"/>
              <a:t> framework </a:t>
            </a:r>
            <a:r>
              <a:rPr lang="en-US" dirty="0" err="1"/>
              <a:t>của</a:t>
            </a:r>
            <a:r>
              <a:rPr lang="en-US" dirty="0"/>
              <a:t> Microsoft </a:t>
            </a:r>
            <a:r>
              <a:rPr lang="en-US" dirty="0" err="1"/>
              <a:t>hỗ</a:t>
            </a:r>
            <a:r>
              <a:rPr lang="en-US" dirty="0"/>
              <a:t> </a:t>
            </a:r>
            <a:r>
              <a:rPr lang="en-US" dirty="0" err="1"/>
              <a:t>trợ</a:t>
            </a:r>
            <a:r>
              <a:rPr lang="en-US" dirty="0"/>
              <a:t> </a:t>
            </a:r>
            <a:r>
              <a:rPr lang="en-US" dirty="0" err="1"/>
              <a:t>phát</a:t>
            </a:r>
            <a:r>
              <a:rPr lang="en-US" dirty="0"/>
              <a:t> </a:t>
            </a:r>
            <a:r>
              <a:rPr lang="en-US" dirty="0" err="1"/>
              <a:t>triển</a:t>
            </a:r>
            <a:r>
              <a:rPr lang="en-US" dirty="0"/>
              <a:t> </a:t>
            </a:r>
            <a:r>
              <a:rPr lang="en-US" dirty="0" err="1"/>
              <a:t>các</a:t>
            </a:r>
            <a:r>
              <a:rPr lang="en-US" dirty="0"/>
              <a:t> </a:t>
            </a:r>
            <a:r>
              <a:rPr lang="en-US" dirty="0" err="1"/>
              <a:t>ứng</a:t>
            </a:r>
            <a:r>
              <a:rPr lang="en-US" dirty="0"/>
              <a:t> </a:t>
            </a:r>
            <a:r>
              <a:rPr lang="en-US" dirty="0" err="1"/>
              <a:t>dụng</a:t>
            </a:r>
            <a:r>
              <a:rPr lang="en-US" dirty="0"/>
              <a:t> web. </a:t>
            </a:r>
            <a:r>
              <a:rPr lang="en-US" dirty="0" err="1"/>
              <a:t>Phiên</a:t>
            </a:r>
            <a:r>
              <a:rPr lang="en-US" dirty="0"/>
              <a:t> </a:t>
            </a:r>
            <a:r>
              <a:rPr lang="en-US" dirty="0" err="1"/>
              <a:t>bản</a:t>
            </a:r>
            <a:r>
              <a:rPr lang="en-US" dirty="0"/>
              <a:t> </a:t>
            </a:r>
            <a:r>
              <a:rPr lang="en-US" dirty="0" err="1"/>
              <a:t>đầu</a:t>
            </a:r>
            <a:r>
              <a:rPr lang="en-US" dirty="0"/>
              <a:t> </a:t>
            </a:r>
            <a:r>
              <a:rPr lang="en-US" dirty="0" err="1"/>
              <a:t>tiên</a:t>
            </a:r>
            <a:r>
              <a:rPr lang="en-US" dirty="0"/>
              <a:t> ASP.NET Core </a:t>
            </a:r>
            <a:r>
              <a:rPr lang="en-US" dirty="0" err="1"/>
              <a:t>phát</a:t>
            </a:r>
            <a:r>
              <a:rPr lang="en-US" dirty="0"/>
              <a:t> </a:t>
            </a:r>
            <a:r>
              <a:rPr lang="en-US" dirty="0" err="1"/>
              <a:t>hành</a:t>
            </a:r>
            <a:r>
              <a:rPr lang="en-US" dirty="0"/>
              <a:t> </a:t>
            </a:r>
            <a:r>
              <a:rPr lang="en-US" dirty="0" err="1"/>
              <a:t>tháng</a:t>
            </a:r>
            <a:r>
              <a:rPr lang="en-US" dirty="0"/>
              <a:t> 6 </a:t>
            </a:r>
            <a:r>
              <a:rPr lang="en-US" dirty="0" err="1"/>
              <a:t>năm</a:t>
            </a:r>
            <a:r>
              <a:rPr lang="en-US" dirty="0"/>
              <a:t> 2016.</a:t>
            </a:r>
          </a:p>
          <a:p>
            <a:r>
              <a:rPr lang="en-US" dirty="0"/>
              <a:t>ASP.NET Core </a:t>
            </a:r>
            <a:r>
              <a:rPr lang="en-US" dirty="0" err="1"/>
              <a:t>có</a:t>
            </a:r>
            <a:r>
              <a:rPr lang="en-US" dirty="0"/>
              <a:t> </a:t>
            </a:r>
            <a:r>
              <a:rPr lang="en-US" dirty="0" err="1"/>
              <a:t>thể</a:t>
            </a:r>
            <a:r>
              <a:rPr lang="en-US" dirty="0"/>
              <a:t> </a:t>
            </a:r>
            <a:r>
              <a:rPr lang="en-US" dirty="0" err="1"/>
              <a:t>hoạt</a:t>
            </a:r>
            <a:r>
              <a:rPr lang="en-US" dirty="0"/>
              <a:t> </a:t>
            </a:r>
            <a:r>
              <a:rPr lang="en-US" dirty="0" err="1"/>
              <a:t>động</a:t>
            </a:r>
            <a:r>
              <a:rPr lang="en-US" dirty="0"/>
              <a:t> </a:t>
            </a:r>
            <a:r>
              <a:rPr lang="en-US" dirty="0" err="1"/>
              <a:t>trên</a:t>
            </a:r>
            <a:r>
              <a:rPr lang="en-US" dirty="0"/>
              <a:t> .NET Framework</a:t>
            </a:r>
          </a:p>
          <a:p>
            <a:pPr marL="0" indent="0">
              <a:buNone/>
            </a:pP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2" descr="quan hệ giữa ASP.NET Core với .NET Core và .NET Framework">
            <a:extLst>
              <a:ext uri="{FF2B5EF4-FFF2-40B4-BE49-F238E27FC236}">
                <a16:creationId xmlns:a16="http://schemas.microsoft.com/office/drawing/2014/main" id="{D9187440-F9B3-4711-872F-1BCA8BD815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4119" y="2857500"/>
            <a:ext cx="5372100" cy="3314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39857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nl-NL" sz="4800" dirty="0" smtClean="0">
                <a:solidFill>
                  <a:srgbClr val="FF0000"/>
                </a:solidFill>
                <a:latin typeface="+mn-lt"/>
              </a:rPr>
              <a:t>ASP.NET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11</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Để</a:t>
            </a:r>
            <a:r>
              <a:rPr lang="en-US" dirty="0"/>
              <a:t> </a:t>
            </a:r>
            <a:r>
              <a:rPr lang="en-US" dirty="0" err="1"/>
              <a:t>phát</a:t>
            </a:r>
            <a:r>
              <a:rPr lang="en-US" dirty="0"/>
              <a:t> </a:t>
            </a:r>
            <a:r>
              <a:rPr lang="en-US" dirty="0" err="1"/>
              <a:t>triển</a:t>
            </a:r>
            <a:r>
              <a:rPr lang="en-US" dirty="0"/>
              <a:t> </a:t>
            </a:r>
            <a:r>
              <a:rPr lang="en-US" dirty="0" err="1"/>
              <a:t>ứng</a:t>
            </a:r>
            <a:r>
              <a:rPr lang="en-US" dirty="0"/>
              <a:t> </a:t>
            </a:r>
            <a:r>
              <a:rPr lang="en-US" dirty="0" err="1"/>
              <a:t>dụng</a:t>
            </a:r>
            <a:r>
              <a:rPr lang="en-US" dirty="0"/>
              <a:t> ASP.NET Core </a:t>
            </a:r>
            <a:r>
              <a:rPr lang="en-US" dirty="0" err="1"/>
              <a:t>bạn</a:t>
            </a:r>
            <a:r>
              <a:rPr lang="en-US" dirty="0"/>
              <a:t> </a:t>
            </a:r>
            <a:r>
              <a:rPr lang="en-US" dirty="0" err="1"/>
              <a:t>cần</a:t>
            </a:r>
            <a:r>
              <a:rPr lang="en-US" dirty="0"/>
              <a:t> </a:t>
            </a:r>
            <a:r>
              <a:rPr lang="en-US" dirty="0" err="1"/>
              <a:t>các</a:t>
            </a:r>
            <a:r>
              <a:rPr lang="en-US" dirty="0"/>
              <a:t> </a:t>
            </a:r>
            <a:r>
              <a:rPr lang="en-US" dirty="0" err="1"/>
              <a:t>công</a:t>
            </a:r>
            <a:r>
              <a:rPr lang="en-US" dirty="0"/>
              <a:t> </a:t>
            </a:r>
            <a:r>
              <a:rPr lang="en-US" dirty="0" err="1"/>
              <a:t>cụ</a:t>
            </a:r>
            <a:r>
              <a:rPr lang="en-US" dirty="0"/>
              <a:t> </a:t>
            </a:r>
            <a:r>
              <a:rPr lang="en-US" dirty="0" err="1"/>
              <a:t>sau</a:t>
            </a:r>
            <a:r>
              <a:rPr lang="en-US" dirty="0"/>
              <a:t>:</a:t>
            </a:r>
          </a:p>
          <a:p>
            <a:pPr lvl="1"/>
            <a:r>
              <a:rPr lang="en-US" dirty="0" err="1"/>
              <a:t>Bộ</a:t>
            </a:r>
            <a:r>
              <a:rPr lang="en-US" dirty="0"/>
              <a:t> NET Core SDK(8.x) (</a:t>
            </a:r>
            <a:r>
              <a:rPr lang="en-US" dirty="0">
                <a:hlinkClick r:id="rId2"/>
              </a:rPr>
              <a:t>Download .NET 8.0 (Linux, </a:t>
            </a:r>
            <a:r>
              <a:rPr lang="en-US" dirty="0" err="1">
                <a:hlinkClick r:id="rId2"/>
              </a:rPr>
              <a:t>macOS</a:t>
            </a:r>
            <a:r>
              <a:rPr lang="en-US" dirty="0">
                <a:hlinkClick r:id="rId2"/>
              </a:rPr>
              <a:t>, and Windows) (microsoft.com)</a:t>
            </a:r>
            <a:r>
              <a:rPr lang="en-US" u="sng" dirty="0"/>
              <a:t>)</a:t>
            </a:r>
            <a:endParaRPr lang="en-US" dirty="0"/>
          </a:p>
          <a:p>
            <a:pPr lvl="1"/>
            <a:r>
              <a:rPr lang="vi-VN" dirty="0"/>
              <a:t>Một môi trường phát triển ứng dụng tích hợp như Visual Studio hoặc một code editor như Visual Studio Code</a:t>
            </a:r>
            <a:endParaRPr lang="en-US" dirty="0"/>
          </a:p>
          <a:p>
            <a:r>
              <a:rPr lang="en-US" dirty="0" err="1"/>
              <a:t>Cài</a:t>
            </a:r>
            <a:r>
              <a:rPr lang="en-US" dirty="0"/>
              <a:t> </a:t>
            </a:r>
            <a:r>
              <a:rPr lang="en-US" dirty="0" err="1"/>
              <a:t>đặt</a:t>
            </a:r>
            <a:r>
              <a:rPr lang="en-US" dirty="0"/>
              <a:t> ASP.NET Core SDK </a:t>
            </a:r>
            <a:r>
              <a:rPr lang="en-US" dirty="0" err="1"/>
              <a:t>với</a:t>
            </a:r>
            <a:r>
              <a:rPr lang="en-US" dirty="0"/>
              <a:t> Visual Studio 2022</a:t>
            </a:r>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2">
            <a:extLst>
              <a:ext uri="{FF2B5EF4-FFF2-40B4-BE49-F238E27FC236}">
                <a16:creationId xmlns:a16="http://schemas.microsoft.com/office/drawing/2014/main" id="{1F809C4E-7F6A-43DB-8C20-0D4CB9F16C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2344" y="3827950"/>
            <a:ext cx="4095750" cy="2605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00532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nl-NL" sz="4800" dirty="0" smtClean="0">
                <a:solidFill>
                  <a:srgbClr val="FF0000"/>
                </a:solidFill>
                <a:latin typeface="+mn-lt"/>
              </a:rPr>
              <a:t>Dotnet CLI</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12</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Dotnet</a:t>
            </a:r>
            <a:r>
              <a:rPr lang="en-US" dirty="0"/>
              <a:t> CLI </a:t>
            </a:r>
            <a:r>
              <a:rPr lang="en-US" dirty="0" err="1"/>
              <a:t>là</a:t>
            </a:r>
            <a:r>
              <a:rPr lang="en-US" dirty="0"/>
              <a:t> </a:t>
            </a:r>
            <a:r>
              <a:rPr lang="en-US" dirty="0" err="1"/>
              <a:t>giao</a:t>
            </a:r>
            <a:r>
              <a:rPr lang="en-US" dirty="0"/>
              <a:t> </a:t>
            </a:r>
            <a:r>
              <a:rPr lang="en-US" dirty="0" err="1"/>
              <a:t>diện</a:t>
            </a:r>
            <a:r>
              <a:rPr lang="en-US" dirty="0"/>
              <a:t> </a:t>
            </a:r>
            <a:r>
              <a:rPr lang="en-US" dirty="0" err="1"/>
              <a:t>dòng</a:t>
            </a:r>
            <a:r>
              <a:rPr lang="en-US" dirty="0"/>
              <a:t> </a:t>
            </a:r>
            <a:r>
              <a:rPr lang="en-US" dirty="0" err="1"/>
              <a:t>lệnh</a:t>
            </a:r>
            <a:r>
              <a:rPr lang="en-US" dirty="0"/>
              <a:t> </a:t>
            </a:r>
            <a:r>
              <a:rPr lang="en-US" dirty="0" err="1"/>
              <a:t>trong</a:t>
            </a:r>
            <a:r>
              <a:rPr lang="en-US" dirty="0"/>
              <a:t> ASP.NET Core</a:t>
            </a:r>
          </a:p>
          <a:p>
            <a:r>
              <a:rPr lang="en-US" dirty="0"/>
              <a:t>Đ</a:t>
            </a:r>
            <a:r>
              <a:rPr lang="vi-VN" dirty="0"/>
              <a:t>ược cài đặt như một phần của .NET Cor</a:t>
            </a:r>
            <a:r>
              <a:rPr lang="en-US" dirty="0"/>
              <a:t>e</a:t>
            </a:r>
          </a:p>
          <a:p>
            <a:r>
              <a:rPr lang="en-US" dirty="0" err="1"/>
              <a:t>Cú</a:t>
            </a:r>
            <a:r>
              <a:rPr lang="en-US" dirty="0"/>
              <a:t> </a:t>
            </a:r>
            <a:r>
              <a:rPr lang="en-US" dirty="0" err="1"/>
              <a:t>pháp</a:t>
            </a:r>
            <a:r>
              <a:rPr lang="en-US" dirty="0"/>
              <a:t> .NET CLI </a:t>
            </a:r>
            <a:r>
              <a:rPr lang="en-US" dirty="0" err="1"/>
              <a:t>gồm</a:t>
            </a:r>
            <a:r>
              <a:rPr lang="en-US" dirty="0"/>
              <a:t> 3 </a:t>
            </a:r>
            <a:r>
              <a:rPr lang="en-US" dirty="0" err="1"/>
              <a:t>phần:từ</a:t>
            </a:r>
            <a:r>
              <a:rPr lang="en-US" dirty="0"/>
              <a:t> </a:t>
            </a:r>
            <a:r>
              <a:rPr lang="en-US" dirty="0" err="1"/>
              <a:t>khóa</a:t>
            </a:r>
            <a:r>
              <a:rPr lang="en-US" dirty="0"/>
              <a:t> </a:t>
            </a:r>
            <a:r>
              <a:rPr lang="en-US" dirty="0" err="1"/>
              <a:t>chính</a:t>
            </a:r>
            <a:r>
              <a:rPr lang="en-US" dirty="0"/>
              <a:t>, </a:t>
            </a:r>
            <a:r>
              <a:rPr lang="en-US" dirty="0" err="1"/>
              <a:t>động</a:t>
            </a:r>
            <a:r>
              <a:rPr lang="en-US" dirty="0"/>
              <a:t> </a:t>
            </a:r>
            <a:r>
              <a:rPr lang="en-US" dirty="0" err="1"/>
              <a:t>từ</a:t>
            </a:r>
            <a:r>
              <a:rPr lang="en-US" dirty="0"/>
              <a:t>, </a:t>
            </a:r>
            <a:r>
              <a:rPr lang="en-US" dirty="0" err="1"/>
              <a:t>và</a:t>
            </a:r>
            <a:r>
              <a:rPr lang="en-US" dirty="0"/>
              <a:t> </a:t>
            </a:r>
            <a:r>
              <a:rPr lang="en-US" dirty="0" err="1"/>
              <a:t>các</a:t>
            </a:r>
            <a:r>
              <a:rPr lang="en-US" dirty="0"/>
              <a:t> </a:t>
            </a:r>
            <a:r>
              <a:rPr lang="en-US" dirty="0" err="1"/>
              <a:t>tham</a:t>
            </a:r>
            <a:r>
              <a:rPr lang="en-US" dirty="0"/>
              <a:t> </a:t>
            </a:r>
            <a:r>
              <a:rPr lang="en-US" dirty="0" err="1"/>
              <a:t>số</a:t>
            </a:r>
            <a:r>
              <a:rPr lang="en-US" dirty="0"/>
              <a:t>: </a:t>
            </a:r>
            <a:r>
              <a:rPr lang="en-US" dirty="0" err="1"/>
              <a:t>dotnet</a:t>
            </a:r>
            <a:r>
              <a:rPr lang="en-US" dirty="0"/>
              <a:t> [verb] [arguments], </a:t>
            </a:r>
            <a:r>
              <a:rPr lang="en-US" dirty="0" err="1"/>
              <a:t>ví</a:t>
            </a:r>
            <a:r>
              <a:rPr lang="en-US" dirty="0"/>
              <a:t> </a:t>
            </a:r>
            <a:r>
              <a:rPr lang="en-US" dirty="0" err="1"/>
              <a:t>dụ</a:t>
            </a:r>
            <a:r>
              <a:rPr lang="en-US" dirty="0"/>
              <a:t>: </a:t>
            </a:r>
            <a:r>
              <a:rPr lang="en-US" dirty="0" err="1">
                <a:solidFill>
                  <a:srgbClr val="0101FD"/>
                </a:solidFill>
                <a:highlight>
                  <a:srgbClr val="F2F2F2"/>
                </a:highlight>
                <a:latin typeface="SFMono-Regular"/>
              </a:rPr>
              <a:t>dotnet</a:t>
            </a:r>
            <a:r>
              <a:rPr lang="en-US" dirty="0">
                <a:solidFill>
                  <a:srgbClr val="161616"/>
                </a:solidFill>
                <a:highlight>
                  <a:srgbClr val="F2F2F2"/>
                </a:highlight>
                <a:latin typeface="SFMono-Regular"/>
              </a:rPr>
              <a:t> </a:t>
            </a:r>
            <a:r>
              <a:rPr lang="en-US" dirty="0">
                <a:solidFill>
                  <a:srgbClr val="0101FD"/>
                </a:solidFill>
                <a:highlight>
                  <a:srgbClr val="F2F2F2"/>
                </a:highlight>
                <a:latin typeface="SFMono-Regular"/>
              </a:rPr>
              <a:t>new</a:t>
            </a:r>
            <a:r>
              <a:rPr lang="en-US" dirty="0">
                <a:solidFill>
                  <a:srgbClr val="161616"/>
                </a:solidFill>
                <a:highlight>
                  <a:srgbClr val="F2F2F2"/>
                </a:highlight>
                <a:latin typeface="SFMono-Regular"/>
              </a:rPr>
              <a:t> console</a:t>
            </a:r>
            <a:endParaRPr lang="en-US" dirty="0"/>
          </a:p>
          <a:p>
            <a:pPr lvl="1"/>
            <a:r>
              <a:rPr lang="en-US" dirty="0" err="1"/>
              <a:t>Tên</a:t>
            </a:r>
            <a:r>
              <a:rPr lang="en-US" dirty="0"/>
              <a:t> </a:t>
            </a:r>
            <a:r>
              <a:rPr lang="en-US" dirty="0" err="1"/>
              <a:t>từ</a:t>
            </a:r>
            <a:r>
              <a:rPr lang="en-US" dirty="0"/>
              <a:t> </a:t>
            </a:r>
            <a:r>
              <a:rPr lang="en-US" dirty="0" err="1"/>
              <a:t>khóa</a:t>
            </a:r>
            <a:r>
              <a:rPr lang="en-US" dirty="0"/>
              <a:t> </a:t>
            </a:r>
            <a:r>
              <a:rPr lang="en-US" dirty="0" err="1"/>
              <a:t>chính</a:t>
            </a:r>
            <a:r>
              <a:rPr lang="en-US" dirty="0"/>
              <a:t> </a:t>
            </a:r>
            <a:r>
              <a:rPr lang="en-US" dirty="0" err="1"/>
              <a:t>là</a:t>
            </a:r>
            <a:r>
              <a:rPr lang="en-US" dirty="0"/>
              <a:t> “</a:t>
            </a:r>
            <a:r>
              <a:rPr lang="en-US" dirty="0" err="1"/>
              <a:t>dotnet</a:t>
            </a:r>
            <a:r>
              <a:rPr lang="en-US" dirty="0"/>
              <a:t>”</a:t>
            </a:r>
          </a:p>
          <a:p>
            <a:pPr lvl="1"/>
            <a:r>
              <a:rPr lang="en-US" dirty="0" err="1"/>
              <a:t>Động</a:t>
            </a:r>
            <a:r>
              <a:rPr lang="en-US" dirty="0"/>
              <a:t> </a:t>
            </a:r>
            <a:r>
              <a:rPr lang="en-US" dirty="0" err="1"/>
              <a:t>từ</a:t>
            </a:r>
            <a:r>
              <a:rPr lang="en-US" dirty="0"/>
              <a:t> </a:t>
            </a:r>
            <a:r>
              <a:rPr lang="en-US" dirty="0" err="1"/>
              <a:t>là</a:t>
            </a:r>
            <a:r>
              <a:rPr lang="en-US" dirty="0"/>
              <a:t> </a:t>
            </a:r>
            <a:r>
              <a:rPr lang="en-US" dirty="0" err="1"/>
              <a:t>lệnh</a:t>
            </a:r>
            <a:r>
              <a:rPr lang="en-US" dirty="0"/>
              <a:t> </a:t>
            </a:r>
            <a:r>
              <a:rPr lang="en-US" dirty="0" err="1"/>
              <a:t>mà</a:t>
            </a:r>
            <a:r>
              <a:rPr lang="en-US" dirty="0"/>
              <a:t> </a:t>
            </a:r>
            <a:r>
              <a:rPr lang="en-US" dirty="0" err="1"/>
              <a:t>bạn</a:t>
            </a:r>
            <a:r>
              <a:rPr lang="en-US" dirty="0"/>
              <a:t> </a:t>
            </a:r>
            <a:r>
              <a:rPr lang="en-US" dirty="0" err="1"/>
              <a:t>muốn</a:t>
            </a:r>
            <a:r>
              <a:rPr lang="en-US" dirty="0"/>
              <a:t> </a:t>
            </a:r>
            <a:r>
              <a:rPr lang="en-US" dirty="0" err="1"/>
              <a:t>thực</a:t>
            </a:r>
            <a:r>
              <a:rPr lang="en-US" dirty="0"/>
              <a:t> </a:t>
            </a:r>
            <a:r>
              <a:rPr lang="en-US" dirty="0" err="1"/>
              <a:t>thi</a:t>
            </a:r>
            <a:r>
              <a:rPr lang="en-US" dirty="0"/>
              <a:t>. </a:t>
            </a:r>
            <a:r>
              <a:rPr lang="en-US" dirty="0" err="1"/>
              <a:t>Lệnh</a:t>
            </a:r>
            <a:r>
              <a:rPr lang="en-US" dirty="0"/>
              <a:t> </a:t>
            </a:r>
            <a:r>
              <a:rPr lang="en-US" dirty="0" err="1"/>
              <a:t>thực</a:t>
            </a:r>
            <a:r>
              <a:rPr lang="en-US" dirty="0"/>
              <a:t> </a:t>
            </a:r>
            <a:r>
              <a:rPr lang="en-US" dirty="0" err="1"/>
              <a:t>hiện</a:t>
            </a:r>
            <a:r>
              <a:rPr lang="en-US" dirty="0"/>
              <a:t> </a:t>
            </a:r>
            <a:r>
              <a:rPr lang="en-US" dirty="0" err="1"/>
              <a:t>một</a:t>
            </a:r>
            <a:r>
              <a:rPr lang="en-US" dirty="0"/>
              <a:t> </a:t>
            </a:r>
            <a:r>
              <a:rPr lang="en-US" dirty="0" err="1"/>
              <a:t>hành</a:t>
            </a:r>
            <a:r>
              <a:rPr lang="en-US" dirty="0"/>
              <a:t> </a:t>
            </a:r>
            <a:r>
              <a:rPr lang="en-US" dirty="0" err="1"/>
              <a:t>động</a:t>
            </a:r>
            <a:endParaRPr lang="en-US" dirty="0"/>
          </a:p>
          <a:p>
            <a:pPr lvl="1"/>
            <a:r>
              <a:rPr lang="vi-VN" dirty="0"/>
              <a:t>Các tham số sẽ được pass vào để cung cấp thêm thông tin cho hành động</a:t>
            </a:r>
            <a:endParaRPr lang="en-US" dirty="0"/>
          </a:p>
          <a:p>
            <a:pPr lvl="0"/>
            <a:r>
              <a:rPr lang="en-US" dirty="0" err="1">
                <a:solidFill>
                  <a:prstClr val="black"/>
                </a:solidFill>
              </a:rPr>
              <a:t>Các</a:t>
            </a:r>
            <a:r>
              <a:rPr lang="en-US" dirty="0">
                <a:solidFill>
                  <a:prstClr val="black"/>
                </a:solidFill>
              </a:rPr>
              <a:t> </a:t>
            </a:r>
            <a:r>
              <a:rPr lang="en-US" dirty="0" err="1">
                <a:solidFill>
                  <a:prstClr val="black"/>
                </a:solidFill>
              </a:rPr>
              <a:t>lệnh</a:t>
            </a:r>
            <a:r>
              <a:rPr lang="en-US" dirty="0">
                <a:solidFill>
                  <a:prstClr val="black"/>
                </a:solidFill>
              </a:rPr>
              <a:t> </a:t>
            </a:r>
            <a:r>
              <a:rPr lang="en-US" dirty="0" err="1"/>
              <a:t>Dotnet</a:t>
            </a:r>
            <a:r>
              <a:rPr lang="en-US" dirty="0"/>
              <a:t> CLI: </a:t>
            </a:r>
            <a:r>
              <a:rPr lang="en-US" dirty="0">
                <a:hlinkClick r:id="rId2"/>
              </a:rPr>
              <a:t>https://docs.microsoft.com/en-us/dotnet/core/tools/</a:t>
            </a:r>
            <a:endParaRPr lang="en-US" dirty="0">
              <a:solidFill>
                <a:prstClr val="black"/>
              </a:solidFill>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20675517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nl-NL" sz="4800" dirty="0" smtClean="0">
                <a:solidFill>
                  <a:srgbClr val="FF0000"/>
                </a:solidFill>
                <a:latin typeface="+mn-lt"/>
              </a:rPr>
              <a:t>Dotnet CLI</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13</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M</a:t>
            </a:r>
            <a:r>
              <a:rPr lang="vi-VN" dirty="0"/>
              <a:t>ột số câu lệnh phổ biến thường dùng cho </a:t>
            </a:r>
            <a:r>
              <a:rPr lang="en-US" dirty="0" err="1"/>
              <a:t>Dotnet</a:t>
            </a:r>
            <a:r>
              <a:rPr lang="en-US" dirty="0"/>
              <a:t> CLI</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6">
            <a:extLst>
              <a:ext uri="{FF2B5EF4-FFF2-40B4-BE49-F238E27FC236}">
                <a16:creationId xmlns:a16="http://schemas.microsoft.com/office/drawing/2014/main" id="{04122789-3D97-40E7-9CDA-E0736E59F666}"/>
              </a:ext>
            </a:extLst>
          </p:cNvPr>
          <p:cNvPicPr>
            <a:picLocks noChangeAspect="1"/>
          </p:cNvPicPr>
          <p:nvPr/>
        </p:nvPicPr>
        <p:blipFill>
          <a:blip r:embed="rId3"/>
          <a:stretch>
            <a:fillRect/>
          </a:stretch>
        </p:blipFill>
        <p:spPr>
          <a:xfrm>
            <a:off x="1269022" y="2100874"/>
            <a:ext cx="4276725" cy="3048000"/>
          </a:xfrm>
          <a:prstGeom prst="rect">
            <a:avLst/>
          </a:prstGeom>
        </p:spPr>
      </p:pic>
      <p:pic>
        <p:nvPicPr>
          <p:cNvPr id="8" name="Picture 7">
            <a:extLst>
              <a:ext uri="{FF2B5EF4-FFF2-40B4-BE49-F238E27FC236}">
                <a16:creationId xmlns:a16="http://schemas.microsoft.com/office/drawing/2014/main" id="{AA98B82F-1C3E-4B73-92B2-901C8A3CB547}"/>
              </a:ext>
            </a:extLst>
          </p:cNvPr>
          <p:cNvPicPr>
            <a:picLocks noChangeAspect="1"/>
          </p:cNvPicPr>
          <p:nvPr/>
        </p:nvPicPr>
        <p:blipFill>
          <a:blip r:embed="rId4"/>
          <a:stretch>
            <a:fillRect/>
          </a:stretch>
        </p:blipFill>
        <p:spPr>
          <a:xfrm>
            <a:off x="6675193" y="2133356"/>
            <a:ext cx="3467100" cy="2724150"/>
          </a:xfrm>
          <a:prstGeom prst="rect">
            <a:avLst/>
          </a:prstGeom>
        </p:spPr>
      </p:pic>
    </p:spTree>
    <p:extLst>
      <p:ext uri="{BB962C8B-B14F-4D97-AF65-F5344CB8AC3E}">
        <p14:creationId xmlns:p14="http://schemas.microsoft.com/office/powerpoint/2010/main" val="27784751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dirty="0" err="1" smtClean="0">
                <a:solidFill>
                  <a:srgbClr val="FF0000"/>
                </a:solidFill>
                <a:latin typeface="+mn-lt"/>
              </a:rPr>
              <a:t>Tạo</a:t>
            </a:r>
            <a:r>
              <a:rPr lang="en-US" sz="4800" dirty="0" smtClean="0">
                <a:solidFill>
                  <a:srgbClr val="FF0000"/>
                </a:solidFill>
                <a:latin typeface="+mn-lt"/>
              </a:rPr>
              <a:t> </a:t>
            </a:r>
            <a:r>
              <a:rPr lang="en-US" sz="4800" dirty="0" err="1" smtClean="0">
                <a:solidFill>
                  <a:srgbClr val="FF0000"/>
                </a:solidFill>
                <a:latin typeface="+mn-lt"/>
              </a:rPr>
              <a:t>dự</a:t>
            </a:r>
            <a:r>
              <a:rPr lang="en-US" sz="4800" dirty="0" smtClean="0">
                <a:solidFill>
                  <a:srgbClr val="FF0000"/>
                </a:solidFill>
                <a:latin typeface="+mn-lt"/>
              </a:rPr>
              <a:t> </a:t>
            </a:r>
            <a:r>
              <a:rPr lang="en-US" sz="4800" dirty="0" err="1" smtClean="0">
                <a:solidFill>
                  <a:srgbClr val="FF0000"/>
                </a:solidFill>
                <a:latin typeface="+mn-lt"/>
              </a:rPr>
              <a:t>án</a:t>
            </a:r>
            <a:r>
              <a:rPr lang="en-US" sz="4800" dirty="0" smtClean="0">
                <a:solidFill>
                  <a:srgbClr val="FF0000"/>
                </a:solidFill>
                <a:latin typeface="+mn-lt"/>
              </a:rPr>
              <a:t> ASP.NET Core </a:t>
            </a:r>
            <a:r>
              <a:rPr lang="en-US" sz="4800" dirty="0" err="1" smtClean="0">
                <a:solidFill>
                  <a:srgbClr val="FF0000"/>
                </a:solidFill>
                <a:latin typeface="+mn-lt"/>
              </a:rPr>
              <a:t>từ</a:t>
            </a:r>
            <a:r>
              <a:rPr lang="en-US" sz="4800" dirty="0" smtClean="0">
                <a:solidFill>
                  <a:srgbClr val="FF0000"/>
                </a:solidFill>
                <a:latin typeface="+mn-lt"/>
              </a:rPr>
              <a:t> CLI</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14</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Có</a:t>
            </a:r>
            <a:r>
              <a:rPr lang="en-US" dirty="0"/>
              <a:t> </a:t>
            </a:r>
            <a:r>
              <a:rPr lang="en-US" dirty="0" err="1"/>
              <a:t>thể</a:t>
            </a:r>
            <a:r>
              <a:rPr lang="en-US" dirty="0"/>
              <a:t> </a:t>
            </a:r>
            <a:r>
              <a:rPr lang="en-US" dirty="0" err="1"/>
              <a:t>sử</a:t>
            </a:r>
            <a:r>
              <a:rPr lang="en-US" dirty="0"/>
              <a:t> </a:t>
            </a:r>
            <a:r>
              <a:rPr lang="en-US" dirty="0" err="1"/>
              <a:t>dụng</a:t>
            </a:r>
            <a:r>
              <a:rPr lang="en-US" dirty="0"/>
              <a:t> CLI </a:t>
            </a:r>
            <a:r>
              <a:rPr lang="en-US" dirty="0" err="1"/>
              <a:t>từ</a:t>
            </a:r>
            <a:r>
              <a:rPr lang="en-US" dirty="0"/>
              <a:t> Command Prompt </a:t>
            </a:r>
            <a:r>
              <a:rPr lang="en-US" dirty="0" err="1"/>
              <a:t>hoặc</a:t>
            </a:r>
            <a:r>
              <a:rPr lang="en-US" dirty="0"/>
              <a:t> PowerShell </a:t>
            </a:r>
            <a:r>
              <a:rPr lang="en-US" dirty="0" err="1"/>
              <a:t>của</a:t>
            </a:r>
            <a:r>
              <a:rPr lang="en-US" dirty="0"/>
              <a:t> windows:</a:t>
            </a:r>
          </a:p>
          <a:p>
            <a:pPr lvl="1"/>
            <a:r>
              <a:rPr lang="vi-VN" dirty="0"/>
              <a:t>Chuyển tới thư mục nơi sẽ tạo project</a:t>
            </a:r>
            <a:endParaRPr lang="en-US" dirty="0"/>
          </a:p>
          <a:p>
            <a:pPr lvl="1"/>
            <a:r>
              <a:rPr lang="en-US" dirty="0" err="1"/>
              <a:t>Gõ</a:t>
            </a:r>
            <a:r>
              <a:rPr lang="en-US" dirty="0"/>
              <a:t> </a:t>
            </a:r>
            <a:r>
              <a:rPr lang="en-US" dirty="0" err="1"/>
              <a:t>lệnh</a:t>
            </a:r>
            <a:r>
              <a:rPr lang="en-US" dirty="0"/>
              <a:t> </a:t>
            </a:r>
            <a:r>
              <a:rPr lang="en-US" dirty="0" err="1"/>
              <a:t>dotnet</a:t>
            </a:r>
            <a:r>
              <a:rPr lang="en-US" dirty="0"/>
              <a:t> new </a:t>
            </a:r>
            <a:r>
              <a:rPr lang="en-US" dirty="0" err="1"/>
              <a:t>ProjectName</a:t>
            </a:r>
            <a:r>
              <a:rPr lang="en-US" dirty="0"/>
              <a:t>, enter </a:t>
            </a:r>
            <a:r>
              <a:rPr lang="en-US" dirty="0" err="1"/>
              <a:t>chờ</a:t>
            </a:r>
            <a:r>
              <a:rPr lang="en-US" dirty="0"/>
              <a:t> </a:t>
            </a:r>
            <a:r>
              <a:rPr lang="en-US" dirty="0" err="1"/>
              <a:t>tạo</a:t>
            </a:r>
            <a:r>
              <a:rPr lang="en-US" dirty="0"/>
              <a:t> project</a:t>
            </a:r>
          </a:p>
          <a:p>
            <a:pPr lvl="0"/>
            <a:r>
              <a:rPr lang="en-US" dirty="0" err="1">
                <a:solidFill>
                  <a:prstClr val="black"/>
                </a:solidFill>
              </a:rPr>
              <a:t>Ví</a:t>
            </a:r>
            <a:r>
              <a:rPr lang="en-US" dirty="0">
                <a:solidFill>
                  <a:prstClr val="black"/>
                </a:solidFill>
              </a:rPr>
              <a:t> </a:t>
            </a:r>
            <a:r>
              <a:rPr lang="en-US" dirty="0" err="1">
                <a:solidFill>
                  <a:prstClr val="black"/>
                </a:solidFill>
              </a:rPr>
              <a:t>dụ</a:t>
            </a:r>
            <a:r>
              <a:rPr lang="en-US" dirty="0">
                <a:solidFill>
                  <a:prstClr val="black"/>
                </a:solidFill>
              </a:rPr>
              <a:t> </a:t>
            </a:r>
            <a:r>
              <a:rPr lang="en-US" dirty="0" err="1">
                <a:solidFill>
                  <a:prstClr val="black"/>
                </a:solidFill>
              </a:rPr>
              <a:t>tạo</a:t>
            </a:r>
            <a:r>
              <a:rPr lang="en-US" dirty="0">
                <a:solidFill>
                  <a:prstClr val="black"/>
                </a:solidFill>
              </a:rPr>
              <a:t> </a:t>
            </a:r>
            <a:r>
              <a:rPr lang="en-US" dirty="0" err="1">
                <a:solidFill>
                  <a:prstClr val="black"/>
                </a:solidFill>
              </a:rPr>
              <a:t>dự</a:t>
            </a:r>
            <a:r>
              <a:rPr lang="en-US" dirty="0">
                <a:solidFill>
                  <a:prstClr val="black"/>
                </a:solidFill>
              </a:rPr>
              <a:t> </a:t>
            </a:r>
            <a:r>
              <a:rPr lang="en-US" dirty="0" err="1">
                <a:solidFill>
                  <a:prstClr val="black"/>
                </a:solidFill>
              </a:rPr>
              <a:t>án</a:t>
            </a:r>
            <a:r>
              <a:rPr lang="en-US" dirty="0">
                <a:solidFill>
                  <a:prstClr val="black"/>
                </a:solidFill>
              </a:rPr>
              <a:t> Asp.net core </a:t>
            </a:r>
            <a:r>
              <a:rPr lang="en-US" dirty="0" err="1">
                <a:solidFill>
                  <a:prstClr val="black"/>
                </a:solidFill>
              </a:rPr>
              <a:t>tên</a:t>
            </a:r>
            <a:r>
              <a:rPr lang="en-US" dirty="0">
                <a:solidFill>
                  <a:prstClr val="black"/>
                </a:solidFill>
              </a:rPr>
              <a:t> demo</a:t>
            </a:r>
            <a:endParaRPr lang="en-US" dirty="0">
              <a:solidFill>
                <a:prstClr val="black"/>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3" name="Picture 2"/>
          <p:cNvPicPr>
            <a:picLocks noChangeAspect="1"/>
          </p:cNvPicPr>
          <p:nvPr/>
        </p:nvPicPr>
        <p:blipFill>
          <a:blip r:embed="rId3"/>
          <a:stretch>
            <a:fillRect/>
          </a:stretch>
        </p:blipFill>
        <p:spPr>
          <a:xfrm>
            <a:off x="2536973" y="3543699"/>
            <a:ext cx="5616427" cy="2720576"/>
          </a:xfrm>
          <a:prstGeom prst="rect">
            <a:avLst/>
          </a:prstGeom>
        </p:spPr>
      </p:pic>
    </p:spTree>
    <p:extLst>
      <p:ext uri="{BB962C8B-B14F-4D97-AF65-F5344CB8AC3E}">
        <p14:creationId xmlns:p14="http://schemas.microsoft.com/office/powerpoint/2010/main" val="18353756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dirty="0" err="1" smtClean="0">
                <a:solidFill>
                  <a:srgbClr val="FF0000"/>
                </a:solidFill>
                <a:latin typeface="+mn-lt"/>
              </a:rPr>
              <a:t>Tạo</a:t>
            </a:r>
            <a:r>
              <a:rPr lang="en-US" sz="4800" dirty="0" smtClean="0">
                <a:solidFill>
                  <a:srgbClr val="FF0000"/>
                </a:solidFill>
                <a:latin typeface="+mn-lt"/>
              </a:rPr>
              <a:t> </a:t>
            </a:r>
            <a:r>
              <a:rPr lang="en-US" sz="4800" dirty="0" err="1" smtClean="0">
                <a:solidFill>
                  <a:srgbClr val="FF0000"/>
                </a:solidFill>
                <a:latin typeface="+mn-lt"/>
              </a:rPr>
              <a:t>dự</a:t>
            </a:r>
            <a:r>
              <a:rPr lang="en-US" sz="4800" dirty="0" smtClean="0">
                <a:solidFill>
                  <a:srgbClr val="FF0000"/>
                </a:solidFill>
                <a:latin typeface="+mn-lt"/>
              </a:rPr>
              <a:t> </a:t>
            </a:r>
            <a:r>
              <a:rPr lang="en-US" sz="4800" dirty="0" err="1" smtClean="0">
                <a:solidFill>
                  <a:srgbClr val="FF0000"/>
                </a:solidFill>
                <a:latin typeface="+mn-lt"/>
              </a:rPr>
              <a:t>án</a:t>
            </a:r>
            <a:r>
              <a:rPr lang="en-US" sz="4800" dirty="0" smtClean="0">
                <a:solidFill>
                  <a:srgbClr val="FF0000"/>
                </a:solidFill>
                <a:latin typeface="+mn-lt"/>
              </a:rPr>
              <a:t> ASP.NET Core </a:t>
            </a:r>
            <a:r>
              <a:rPr lang="en-US" sz="4800" dirty="0" err="1" smtClean="0">
                <a:solidFill>
                  <a:srgbClr val="FF0000"/>
                </a:solidFill>
                <a:latin typeface="+mn-lt"/>
              </a:rPr>
              <a:t>từ</a:t>
            </a:r>
            <a:r>
              <a:rPr lang="en-US" sz="4800" dirty="0" smtClean="0">
                <a:solidFill>
                  <a:srgbClr val="FF0000"/>
                </a:solidFill>
                <a:latin typeface="+mn-lt"/>
              </a:rPr>
              <a:t> CLI</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15</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Chạy</a:t>
            </a:r>
            <a:r>
              <a:rPr lang="en-US" dirty="0"/>
              <a:t> </a:t>
            </a:r>
            <a:r>
              <a:rPr lang="en-US" dirty="0" err="1"/>
              <a:t>ứng</a:t>
            </a:r>
            <a:r>
              <a:rPr lang="en-US" dirty="0"/>
              <a:t> </a:t>
            </a:r>
            <a:r>
              <a:rPr lang="en-US" dirty="0" err="1"/>
              <a:t>dụng</a:t>
            </a:r>
            <a:r>
              <a:rPr lang="en-US" dirty="0"/>
              <a:t> </a:t>
            </a:r>
            <a:r>
              <a:rPr lang="en-US" dirty="0" err="1"/>
              <a:t>sử</a:t>
            </a:r>
            <a:r>
              <a:rPr lang="en-US" dirty="0"/>
              <a:t> </a:t>
            </a:r>
            <a:r>
              <a:rPr lang="en-US" dirty="0" err="1"/>
              <a:t>dụng</a:t>
            </a:r>
            <a:r>
              <a:rPr lang="en-US" dirty="0"/>
              <a:t> </a:t>
            </a:r>
            <a:r>
              <a:rPr lang="en-US" dirty="0" err="1"/>
              <a:t>dotnet</a:t>
            </a:r>
            <a:r>
              <a:rPr lang="en-US" dirty="0"/>
              <a:t> run</a:t>
            </a:r>
          </a:p>
          <a:p>
            <a:pPr lvl="1"/>
            <a:r>
              <a:rPr lang="vi-VN" dirty="0"/>
              <a:t>Đặt thư mục chứa project là thư mục làm việc</a:t>
            </a:r>
            <a:endParaRPr lang="en-US" dirty="0"/>
          </a:p>
          <a:p>
            <a:pPr lvl="1"/>
            <a:r>
              <a:rPr lang="en-US" dirty="0" err="1"/>
              <a:t>Gõ</a:t>
            </a:r>
            <a:r>
              <a:rPr lang="en-US" dirty="0"/>
              <a:t> </a:t>
            </a:r>
            <a:r>
              <a:rPr lang="en-US" dirty="0" err="1"/>
              <a:t>lệnh</a:t>
            </a:r>
            <a:r>
              <a:rPr lang="en-US" dirty="0"/>
              <a:t> </a:t>
            </a:r>
            <a:r>
              <a:rPr lang="en-US" dirty="0" err="1"/>
              <a:t>dotnet</a:t>
            </a:r>
            <a:r>
              <a:rPr lang="en-US" dirty="0"/>
              <a:t> run </a:t>
            </a:r>
            <a:r>
              <a:rPr lang="en-US" dirty="0" err="1"/>
              <a:t>và</a:t>
            </a:r>
            <a:r>
              <a:rPr lang="en-US" dirty="0"/>
              <a:t> </a:t>
            </a:r>
            <a:r>
              <a:rPr lang="en-US" dirty="0" err="1"/>
              <a:t>ấn</a:t>
            </a:r>
            <a:r>
              <a:rPr lang="en-US" dirty="0"/>
              <a:t> Enter</a:t>
            </a:r>
          </a:p>
          <a:p>
            <a:pPr lvl="1"/>
            <a:r>
              <a:rPr lang="vi-VN" dirty="0"/>
              <a:t>ASP.NET Core sẽ hoạt động như một Console App, tự lắng nghe truy vấn ở cổng 5</a:t>
            </a:r>
            <a:r>
              <a:rPr lang="en-US" dirty="0"/>
              <a:t>287</a:t>
            </a:r>
          </a:p>
          <a:p>
            <a:pPr lvl="1"/>
            <a:r>
              <a:rPr lang="en-US" dirty="0" err="1"/>
              <a:t>Mở</a:t>
            </a:r>
            <a:r>
              <a:rPr lang="en-US" dirty="0"/>
              <a:t> </a:t>
            </a:r>
            <a:r>
              <a:rPr lang="en-US" dirty="0" err="1"/>
              <a:t>trình</a:t>
            </a:r>
            <a:r>
              <a:rPr lang="en-US" dirty="0"/>
              <a:t> </a:t>
            </a:r>
            <a:r>
              <a:rPr lang="en-US" dirty="0" err="1"/>
              <a:t>duyệt</a:t>
            </a:r>
            <a:r>
              <a:rPr lang="en-US" dirty="0"/>
              <a:t> http://</a:t>
            </a:r>
            <a:r>
              <a:rPr lang="en-US" dirty="0" smtClean="0"/>
              <a:t>localhost:5272 </a:t>
            </a:r>
            <a:r>
              <a:rPr lang="en-US" dirty="0" err="1"/>
              <a:t>xem</a:t>
            </a:r>
            <a:r>
              <a:rPr lang="en-US" dirty="0"/>
              <a:t> </a:t>
            </a:r>
            <a:r>
              <a:rPr lang="en-US" dirty="0" err="1"/>
              <a:t>kết</a:t>
            </a:r>
            <a:r>
              <a:rPr lang="en-US" dirty="0"/>
              <a:t> </a:t>
            </a:r>
            <a:r>
              <a:rPr lang="en-US" dirty="0" err="1"/>
              <a:t>quả</a:t>
            </a:r>
            <a:r>
              <a:rPr lang="en-US" dirty="0"/>
              <a:t>(</a:t>
            </a:r>
            <a:r>
              <a:rPr lang="en-US" dirty="0" err="1"/>
              <a:t>tùy</a:t>
            </a:r>
            <a:r>
              <a:rPr lang="en-US" dirty="0"/>
              <a:t> port)</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6"/>
          <p:cNvPicPr>
            <a:picLocks noChangeAspect="1"/>
          </p:cNvPicPr>
          <p:nvPr/>
        </p:nvPicPr>
        <p:blipFill>
          <a:blip r:embed="rId3"/>
          <a:stretch>
            <a:fillRect/>
          </a:stretch>
        </p:blipFill>
        <p:spPr>
          <a:xfrm>
            <a:off x="1006273" y="4282276"/>
            <a:ext cx="5143946" cy="1889924"/>
          </a:xfrm>
          <a:prstGeom prst="rect">
            <a:avLst/>
          </a:prstGeom>
        </p:spPr>
      </p:pic>
      <p:pic>
        <p:nvPicPr>
          <p:cNvPr id="8" name="Picture 7"/>
          <p:cNvPicPr>
            <a:picLocks noChangeAspect="1"/>
          </p:cNvPicPr>
          <p:nvPr/>
        </p:nvPicPr>
        <p:blipFill>
          <a:blip r:embed="rId4"/>
          <a:stretch>
            <a:fillRect/>
          </a:stretch>
        </p:blipFill>
        <p:spPr>
          <a:xfrm>
            <a:off x="6813592" y="4449113"/>
            <a:ext cx="3071126" cy="1257409"/>
          </a:xfrm>
          <a:prstGeom prst="rect">
            <a:avLst/>
          </a:prstGeom>
        </p:spPr>
      </p:pic>
    </p:spTree>
    <p:extLst>
      <p:ext uri="{BB962C8B-B14F-4D97-AF65-F5344CB8AC3E}">
        <p14:creationId xmlns:p14="http://schemas.microsoft.com/office/powerpoint/2010/main" val="42947471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p:cNvSpPr>
            <a:spLocks noGrp="1"/>
          </p:cNvSpPr>
          <p:nvPr>
            <p:ph type="body" sz="quarter" idx="13"/>
          </p:nvPr>
        </p:nvSpPr>
        <p:spPr/>
        <p:txBody>
          <a:bodyPr/>
          <a:lstStyle/>
          <a:p>
            <a:endParaRPr lang="en-US"/>
          </a:p>
        </p:txBody>
      </p:sp>
      <p:sp>
        <p:nvSpPr>
          <p:cNvPr id="31" name="Text Placeholder 30"/>
          <p:cNvSpPr>
            <a:spLocks noGrp="1"/>
          </p:cNvSpPr>
          <p:nvPr>
            <p:ph type="body" sz="quarter" idx="22"/>
          </p:nvPr>
        </p:nvSpPr>
        <p:spPr/>
        <p:txBody>
          <a:bodyPr/>
          <a:lstStyle/>
          <a:p>
            <a:endParaRPr lang="en-US" dirty="0"/>
          </a:p>
        </p:txBody>
      </p:sp>
      <p:sp>
        <p:nvSpPr>
          <p:cNvPr id="2" name="Title 1"/>
          <p:cNvSpPr>
            <a:spLocks noGrp="1"/>
          </p:cNvSpPr>
          <p:nvPr>
            <p:ph type="title"/>
          </p:nvPr>
        </p:nvSpPr>
        <p:spPr/>
        <p:txBody>
          <a:bodyPr>
            <a:noAutofit/>
          </a:bodyPr>
          <a:lstStyle/>
          <a:p>
            <a:r>
              <a:rPr lang="en-US" sz="4800" dirty="0" smtClean="0">
                <a:solidFill>
                  <a:srgbClr val="FFC000"/>
                </a:solidFill>
                <a:latin typeface="+mn-lt"/>
              </a:rPr>
              <a:t>		</a:t>
            </a:r>
            <a:r>
              <a:rPr lang="en-US" sz="4800" dirty="0" err="1" smtClean="0">
                <a:solidFill>
                  <a:srgbClr val="FFC000"/>
                </a:solidFill>
                <a:latin typeface="+mn-lt"/>
              </a:rPr>
              <a:t>Thực</a:t>
            </a:r>
            <a:r>
              <a:rPr lang="en-US" sz="4800" dirty="0" smtClean="0">
                <a:solidFill>
                  <a:srgbClr val="FFC000"/>
                </a:solidFill>
                <a:latin typeface="+mn-lt"/>
              </a:rPr>
              <a:t> </a:t>
            </a:r>
            <a:r>
              <a:rPr lang="en-US" sz="4800" dirty="0" err="1" smtClean="0">
                <a:solidFill>
                  <a:srgbClr val="FFC000"/>
                </a:solidFill>
                <a:latin typeface="+mn-lt"/>
              </a:rPr>
              <a:t>Hành</a:t>
            </a:r>
            <a:r>
              <a:rPr lang="en-US" sz="4800" dirty="0" smtClean="0">
                <a:solidFill>
                  <a:srgbClr val="FFC000"/>
                </a:solidFill>
                <a:latin typeface="+mn-lt"/>
              </a:rPr>
              <a:t> </a:t>
            </a:r>
            <a:r>
              <a:rPr lang="en-US" sz="4800" dirty="0" err="1" smtClean="0">
                <a:solidFill>
                  <a:srgbClr val="FFC000"/>
                </a:solidFill>
                <a:latin typeface="+mn-lt"/>
              </a:rPr>
              <a:t>các</a:t>
            </a:r>
            <a:r>
              <a:rPr lang="en-US" sz="4800" dirty="0" smtClean="0">
                <a:solidFill>
                  <a:srgbClr val="FFC000"/>
                </a:solidFill>
                <a:latin typeface="+mn-lt"/>
              </a:rPr>
              <a:t> </a:t>
            </a:r>
            <a:r>
              <a:rPr lang="en-US" sz="4800" dirty="0" err="1" smtClean="0">
                <a:solidFill>
                  <a:srgbClr val="FFC000"/>
                </a:solidFill>
                <a:latin typeface="+mn-lt"/>
              </a:rPr>
              <a:t>Ví</a:t>
            </a:r>
            <a:r>
              <a:rPr lang="en-US" sz="4800" dirty="0" smtClean="0">
                <a:solidFill>
                  <a:srgbClr val="FFC000"/>
                </a:solidFill>
                <a:latin typeface="+mn-lt"/>
              </a:rPr>
              <a:t> </a:t>
            </a:r>
            <a:r>
              <a:rPr lang="en-US" sz="4800" dirty="0" err="1" smtClean="0">
                <a:solidFill>
                  <a:srgbClr val="FFC000"/>
                </a:solidFill>
                <a:latin typeface="+mn-lt"/>
              </a:rPr>
              <a:t>Dụ</a:t>
            </a:r>
            <a:endParaRPr lang="en-US" sz="4800" b="1" dirty="0">
              <a:solidFill>
                <a:srgbClr val="FFC000"/>
              </a:solidFill>
              <a:latin typeface="+mn-lt"/>
              <a:ea typeface="Calibri" panose="020F0502020204030204" pitchFamily="34" charset="0"/>
              <a:cs typeface="Calibri" panose="020F0502020204030204" pitchFamily="34" charset="0"/>
            </a:endParaRPr>
          </a:p>
        </p:txBody>
      </p:sp>
      <p:sp>
        <p:nvSpPr>
          <p:cNvPr id="32" name="Text Placeholder 31"/>
          <p:cNvSpPr>
            <a:spLocks noGrp="1"/>
          </p:cNvSpPr>
          <p:nvPr>
            <p:ph type="body" sz="quarter" idx="23"/>
          </p:nvPr>
        </p:nvSpPr>
        <p:spPr/>
        <p:txBody>
          <a:bodyPr/>
          <a:lstStyle/>
          <a:p>
            <a:endParaRPr lang="en-US"/>
          </a:p>
        </p:txBody>
      </p:sp>
      <p:sp>
        <p:nvSpPr>
          <p:cNvPr id="4" name="Footer Placeholder 3"/>
          <p:cNvSpPr>
            <a:spLocks noGrp="1"/>
          </p:cNvSpPr>
          <p:nvPr>
            <p:ph type="ftr" sz="quarter" idx="4294967295"/>
          </p:nvPr>
        </p:nvSpPr>
        <p:spPr>
          <a:xfrm>
            <a:off x="0" y="6432550"/>
            <a:ext cx="4114800" cy="365125"/>
          </a:xfrm>
          <a:prstGeom prst="rect">
            <a:avLst/>
          </a:prstGeom>
        </p:spPr>
        <p:txBody>
          <a:bodyPr/>
          <a:lstStyle/>
          <a:p>
            <a:r>
              <a:rPr lang="vi-VN" dirty="0"/>
              <a:t>Lập trình C#3</a:t>
            </a:r>
            <a:endParaRPr lang="en-US" dirty="0"/>
          </a:p>
        </p:txBody>
      </p:sp>
      <p:sp>
        <p:nvSpPr>
          <p:cNvPr id="5" name="Slide Number Placeholder 4"/>
          <p:cNvSpPr>
            <a:spLocks noGrp="1"/>
          </p:cNvSpPr>
          <p:nvPr>
            <p:ph type="sldNum" sz="quarter" idx="4294967295"/>
          </p:nvPr>
        </p:nvSpPr>
        <p:spPr>
          <a:xfrm>
            <a:off x="0" y="6340475"/>
            <a:ext cx="303213" cy="365125"/>
          </a:xfrm>
          <a:prstGeom prst="rect">
            <a:avLst/>
          </a:prstGeom>
        </p:spPr>
        <p:txBody>
          <a:bodyPr/>
          <a:lstStyle/>
          <a:p>
            <a:fld id="{8AACEE26-D979-411F-B229-D9F26BAEDF07}" type="slidenum">
              <a:rPr lang="en-US" smtClean="0"/>
              <a:t>16</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6000" dirty="0" smtClean="0">
                <a:solidFill>
                  <a:srgbClr val="FF0000"/>
                </a:solidFill>
              </a:rPr>
              <a:t>				  </a:t>
            </a:r>
            <a:r>
              <a:rPr lang="en-US" sz="6000" dirty="0" smtClean="0">
                <a:solidFill>
                  <a:schemeClr val="bg1"/>
                </a:solidFill>
              </a:rPr>
              <a:t>DEMO</a:t>
            </a:r>
            <a:endParaRPr lang="en-US" sz="6000"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4322" y="0"/>
            <a:ext cx="1828919" cy="1312750"/>
          </a:xfrm>
          <a:prstGeom prst="rect">
            <a:avLst/>
          </a:prstGeom>
        </p:spPr>
      </p:pic>
    </p:spTree>
    <p:extLst>
      <p:ext uri="{BB962C8B-B14F-4D97-AF65-F5344CB8AC3E}">
        <p14:creationId xmlns:p14="http://schemas.microsoft.com/office/powerpoint/2010/main" val="31001868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mn-lt"/>
              </a:rPr>
              <a:t>Tạo</a:t>
            </a:r>
            <a:r>
              <a:rPr lang="en-US" sz="4800" b="1" dirty="0" smtClean="0">
                <a:solidFill>
                  <a:srgbClr val="FF0000"/>
                </a:solidFill>
                <a:latin typeface="+mn-lt"/>
              </a:rPr>
              <a:t> </a:t>
            </a:r>
            <a:r>
              <a:rPr lang="en-US" sz="4800" b="1" dirty="0" err="1" smtClean="0">
                <a:solidFill>
                  <a:srgbClr val="FF0000"/>
                </a:solidFill>
                <a:latin typeface="+mn-lt"/>
              </a:rPr>
              <a:t>dự</a:t>
            </a:r>
            <a:r>
              <a:rPr lang="en-US" sz="4800" b="1" dirty="0" smtClean="0">
                <a:solidFill>
                  <a:srgbClr val="FF0000"/>
                </a:solidFill>
                <a:latin typeface="+mn-lt"/>
              </a:rPr>
              <a:t> </a:t>
            </a:r>
            <a:r>
              <a:rPr lang="en-US" sz="4800" b="1" dirty="0" err="1" smtClean="0">
                <a:solidFill>
                  <a:srgbClr val="FF0000"/>
                </a:solidFill>
                <a:latin typeface="+mn-lt"/>
              </a:rPr>
              <a:t>án</a:t>
            </a:r>
            <a:r>
              <a:rPr lang="en-US" sz="4800" b="1" dirty="0" smtClean="0">
                <a:solidFill>
                  <a:srgbClr val="FF0000"/>
                </a:solidFill>
                <a:latin typeface="+mn-lt"/>
              </a:rPr>
              <a:t> ASP.NET Core </a:t>
            </a:r>
            <a:r>
              <a:rPr lang="en-US" sz="4800" b="1" dirty="0" err="1" smtClean="0">
                <a:solidFill>
                  <a:srgbClr val="FF0000"/>
                </a:solidFill>
                <a:latin typeface="+mn-lt"/>
              </a:rPr>
              <a:t>từ</a:t>
            </a:r>
            <a:r>
              <a:rPr lang="en-US" sz="4800" b="1" dirty="0" smtClean="0">
                <a:solidFill>
                  <a:srgbClr val="FF0000"/>
                </a:solidFill>
                <a:latin typeface="+mn-lt"/>
              </a:rPr>
              <a:t> Visual Studio</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17</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Lựa</a:t>
            </a:r>
            <a:r>
              <a:rPr lang="en-US" dirty="0"/>
              <a:t> </a:t>
            </a:r>
            <a:r>
              <a:rPr lang="en-US" dirty="0" err="1"/>
              <a:t>chọn</a:t>
            </a:r>
            <a:r>
              <a:rPr lang="en-US" dirty="0"/>
              <a:t> template ASP.NET Core Empty</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2" descr="Creating ASP.NET Core Web Application using .NET 6">
            <a:extLst>
              <a:ext uri="{FF2B5EF4-FFF2-40B4-BE49-F238E27FC236}">
                <a16:creationId xmlns:a16="http://schemas.microsoft.com/office/drawing/2014/main" id="{D349C7EE-4049-22F3-7BED-4141D5305D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793875"/>
            <a:ext cx="9144000" cy="492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97758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mn-lt"/>
              </a:rPr>
              <a:t>Tạo</a:t>
            </a:r>
            <a:r>
              <a:rPr lang="en-US" sz="4800" b="1" dirty="0" smtClean="0">
                <a:solidFill>
                  <a:srgbClr val="FF0000"/>
                </a:solidFill>
                <a:latin typeface="+mn-lt"/>
              </a:rPr>
              <a:t> </a:t>
            </a:r>
            <a:r>
              <a:rPr lang="en-US" sz="4800" b="1" dirty="0" err="1" smtClean="0">
                <a:solidFill>
                  <a:srgbClr val="FF0000"/>
                </a:solidFill>
                <a:latin typeface="+mn-lt"/>
              </a:rPr>
              <a:t>dự</a:t>
            </a:r>
            <a:r>
              <a:rPr lang="en-US" sz="4800" b="1" dirty="0" smtClean="0">
                <a:solidFill>
                  <a:srgbClr val="FF0000"/>
                </a:solidFill>
                <a:latin typeface="+mn-lt"/>
              </a:rPr>
              <a:t> </a:t>
            </a:r>
            <a:r>
              <a:rPr lang="en-US" sz="4800" b="1" dirty="0" err="1" smtClean="0">
                <a:solidFill>
                  <a:srgbClr val="FF0000"/>
                </a:solidFill>
                <a:latin typeface="+mn-lt"/>
              </a:rPr>
              <a:t>án</a:t>
            </a:r>
            <a:r>
              <a:rPr lang="en-US" sz="4800" b="1" dirty="0" smtClean="0">
                <a:solidFill>
                  <a:srgbClr val="FF0000"/>
                </a:solidFill>
                <a:latin typeface="+mn-lt"/>
              </a:rPr>
              <a:t> ASP.NET Core </a:t>
            </a:r>
            <a:r>
              <a:rPr lang="en-US" sz="4800" b="1" dirty="0" err="1" smtClean="0">
                <a:solidFill>
                  <a:srgbClr val="FF0000"/>
                </a:solidFill>
                <a:latin typeface="+mn-lt"/>
              </a:rPr>
              <a:t>từ</a:t>
            </a:r>
            <a:r>
              <a:rPr lang="en-US" sz="4800" b="1" dirty="0" smtClean="0">
                <a:solidFill>
                  <a:srgbClr val="FF0000"/>
                </a:solidFill>
                <a:latin typeface="+mn-lt"/>
              </a:rPr>
              <a:t> Visual Studio</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18</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Lựa</a:t>
            </a:r>
            <a:r>
              <a:rPr lang="en-US" dirty="0"/>
              <a:t> </a:t>
            </a:r>
            <a:r>
              <a:rPr lang="en-US" dirty="0" err="1"/>
              <a:t>chọn</a:t>
            </a:r>
            <a:r>
              <a:rPr lang="en-US" dirty="0"/>
              <a:t> </a:t>
            </a:r>
            <a:r>
              <a:rPr lang="en-US" dirty="0" err="1"/>
              <a:t>phiên</a:t>
            </a:r>
            <a:r>
              <a:rPr lang="en-US" dirty="0"/>
              <a:t> </a:t>
            </a:r>
            <a:r>
              <a:rPr lang="en-US" dirty="0" err="1"/>
              <a:t>bản</a:t>
            </a:r>
            <a:r>
              <a:rPr lang="en-US" dirty="0"/>
              <a:t> Asp.net core </a:t>
            </a:r>
            <a:r>
              <a:rPr lang="en-US" dirty="0" err="1"/>
              <a:t>và</a:t>
            </a:r>
            <a:r>
              <a:rPr lang="en-US" dirty="0"/>
              <a:t> </a:t>
            </a:r>
            <a:r>
              <a:rPr lang="en-US" dirty="0" err="1"/>
              <a:t>loại</a:t>
            </a:r>
            <a:r>
              <a:rPr lang="en-US" dirty="0"/>
              <a:t> </a:t>
            </a:r>
            <a:r>
              <a:rPr lang="en-US" dirty="0" err="1"/>
              <a:t>ứng</a:t>
            </a:r>
            <a:r>
              <a:rPr lang="en-US" dirty="0"/>
              <a:t> </a:t>
            </a:r>
            <a:r>
              <a:rPr lang="en-US" dirty="0" err="1"/>
              <a:t>dụng</a:t>
            </a:r>
            <a:r>
              <a:rPr lang="en-US" dirty="0"/>
              <a:t> web </a:t>
            </a:r>
            <a:r>
              <a:rPr lang="en-US" dirty="0" err="1"/>
              <a:t>cần</a:t>
            </a:r>
            <a:r>
              <a:rPr lang="en-US" dirty="0"/>
              <a:t> </a:t>
            </a:r>
            <a:r>
              <a:rPr lang="en-US" dirty="0" err="1"/>
              <a:t>tạo</a:t>
            </a:r>
            <a:endParaRPr lang="en-US" dirty="0"/>
          </a:p>
          <a:p>
            <a:pPr lvl="1"/>
            <a:r>
              <a:rPr lang="en-US" dirty="0"/>
              <a:t>Empty: template </a:t>
            </a:r>
            <a:r>
              <a:rPr lang="en-US" dirty="0" err="1"/>
              <a:t>trống</a:t>
            </a:r>
            <a:r>
              <a:rPr lang="en-US" dirty="0"/>
              <a:t>, </a:t>
            </a:r>
            <a:r>
              <a:rPr lang="en-US" dirty="0" err="1"/>
              <a:t>bạn</a:t>
            </a:r>
            <a:r>
              <a:rPr lang="en-US" dirty="0"/>
              <a:t> </a:t>
            </a:r>
            <a:r>
              <a:rPr lang="en-US" dirty="0" err="1"/>
              <a:t>cần</a:t>
            </a:r>
            <a:r>
              <a:rPr lang="en-US" dirty="0"/>
              <a:t> </a:t>
            </a:r>
            <a:r>
              <a:rPr lang="en-US" dirty="0" err="1"/>
              <a:t>tự</a:t>
            </a:r>
            <a:r>
              <a:rPr lang="en-US" dirty="0"/>
              <a:t> </a:t>
            </a:r>
            <a:r>
              <a:rPr lang="en-US" dirty="0" err="1"/>
              <a:t>mình</a:t>
            </a:r>
            <a:r>
              <a:rPr lang="en-US" dirty="0"/>
              <a:t> </a:t>
            </a:r>
            <a:r>
              <a:rPr lang="en-US" dirty="0" err="1"/>
              <a:t>cài</a:t>
            </a:r>
            <a:r>
              <a:rPr lang="en-US" dirty="0"/>
              <a:t> </a:t>
            </a:r>
            <a:r>
              <a:rPr lang="en-US" dirty="0" err="1"/>
              <a:t>đặt</a:t>
            </a:r>
            <a:r>
              <a:rPr lang="en-US" dirty="0"/>
              <a:t> </a:t>
            </a:r>
            <a:r>
              <a:rPr lang="en-US" dirty="0" err="1"/>
              <a:t>các</a:t>
            </a:r>
            <a:r>
              <a:rPr lang="en-US" dirty="0"/>
              <a:t> </a:t>
            </a:r>
            <a:r>
              <a:rPr lang="en-US" dirty="0" err="1"/>
              <a:t>gói</a:t>
            </a:r>
            <a:r>
              <a:rPr lang="en-US" dirty="0"/>
              <a:t> </a:t>
            </a:r>
            <a:r>
              <a:rPr lang="en-US" dirty="0" err="1"/>
              <a:t>cần</a:t>
            </a:r>
            <a:r>
              <a:rPr lang="en-US" dirty="0"/>
              <a:t> </a:t>
            </a:r>
            <a:r>
              <a:rPr lang="en-US" dirty="0" err="1"/>
              <a:t>thiết</a:t>
            </a:r>
            <a:endParaRPr lang="en-US" dirty="0"/>
          </a:p>
          <a:p>
            <a:pPr lvl="1"/>
            <a:r>
              <a:rPr lang="it-IT" dirty="0"/>
              <a:t>API: template cho RESTful HTTP service, chỉ có Model và Controller</a:t>
            </a:r>
          </a:p>
          <a:p>
            <a:pPr lvl="1"/>
            <a:r>
              <a:rPr lang="en-US" dirty="0"/>
              <a:t>Web Application: </a:t>
            </a:r>
            <a:r>
              <a:rPr lang="en-US" dirty="0" err="1"/>
              <a:t>còn</a:t>
            </a:r>
            <a:r>
              <a:rPr lang="en-US" dirty="0"/>
              <a:t> </a:t>
            </a:r>
            <a:r>
              <a:rPr lang="en-US" dirty="0" err="1"/>
              <a:t>gọi</a:t>
            </a:r>
            <a:r>
              <a:rPr lang="en-US" dirty="0"/>
              <a:t> </a:t>
            </a:r>
            <a:r>
              <a:rPr lang="en-US" dirty="0" err="1"/>
              <a:t>là</a:t>
            </a:r>
            <a:r>
              <a:rPr lang="en-US" dirty="0"/>
              <a:t> Razor Pages, </a:t>
            </a:r>
            <a:r>
              <a:rPr lang="en-US" dirty="0" err="1"/>
              <a:t>chỉ</a:t>
            </a:r>
            <a:r>
              <a:rPr lang="en-US" dirty="0"/>
              <a:t> </a:t>
            </a:r>
            <a:r>
              <a:rPr lang="en-US" dirty="0" err="1"/>
              <a:t>có</a:t>
            </a:r>
            <a:r>
              <a:rPr lang="en-US" dirty="0"/>
              <a:t> View</a:t>
            </a:r>
          </a:p>
          <a:p>
            <a:pPr lvl="1"/>
            <a:r>
              <a:rPr lang="en-US" dirty="0"/>
              <a:t>Web Application (Model-View-Controller): template </a:t>
            </a:r>
            <a:r>
              <a:rPr lang="en-US" dirty="0" err="1"/>
              <a:t>cho</a:t>
            </a:r>
            <a:r>
              <a:rPr lang="en-US" dirty="0"/>
              <a:t> </a:t>
            </a:r>
            <a:r>
              <a:rPr lang="en-US" dirty="0" err="1"/>
              <a:t>ứng</a:t>
            </a:r>
            <a:r>
              <a:rPr lang="en-US" dirty="0"/>
              <a:t> </a:t>
            </a:r>
            <a:r>
              <a:rPr lang="en-US" dirty="0" err="1"/>
              <a:t>dụng</a:t>
            </a:r>
            <a:r>
              <a:rPr lang="en-US" dirty="0"/>
              <a:t> </a:t>
            </a:r>
            <a:r>
              <a:rPr lang="en-US" dirty="0" err="1"/>
              <a:t>theo</a:t>
            </a:r>
            <a:r>
              <a:rPr lang="en-US" dirty="0"/>
              <a:t> </a:t>
            </a:r>
            <a:r>
              <a:rPr lang="en-US" dirty="0" err="1"/>
              <a:t>kiến</a:t>
            </a:r>
            <a:r>
              <a:rPr lang="en-US" dirty="0"/>
              <a:t> </a:t>
            </a:r>
            <a:r>
              <a:rPr lang="en-US" dirty="0" err="1"/>
              <a:t>trúc</a:t>
            </a:r>
            <a:r>
              <a:rPr lang="en-US" dirty="0"/>
              <a:t> MVC</a:t>
            </a:r>
          </a:p>
          <a:p>
            <a:pPr lvl="1"/>
            <a:r>
              <a:rPr lang="vi-VN" dirty="0"/>
              <a:t>Angular/React.js: ứng dụng đơn trang (SPA) sử dụng JavaScript framework tương ứng</a:t>
            </a:r>
            <a:endParaRPr lang="en-US" dirty="0"/>
          </a:p>
          <a:p>
            <a:pPr marL="0" indent="0">
              <a:buNone/>
            </a:pP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22761475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mn-lt"/>
              </a:rPr>
              <a:t>Tạo</a:t>
            </a:r>
            <a:r>
              <a:rPr lang="en-US" sz="4800" b="1" dirty="0" smtClean="0">
                <a:solidFill>
                  <a:srgbClr val="FF0000"/>
                </a:solidFill>
                <a:latin typeface="+mn-lt"/>
              </a:rPr>
              <a:t> </a:t>
            </a:r>
            <a:r>
              <a:rPr lang="en-US" sz="4800" b="1" dirty="0" err="1" smtClean="0">
                <a:solidFill>
                  <a:srgbClr val="FF0000"/>
                </a:solidFill>
                <a:latin typeface="+mn-lt"/>
              </a:rPr>
              <a:t>dự</a:t>
            </a:r>
            <a:r>
              <a:rPr lang="en-US" sz="4800" b="1" dirty="0" smtClean="0">
                <a:solidFill>
                  <a:srgbClr val="FF0000"/>
                </a:solidFill>
                <a:latin typeface="+mn-lt"/>
              </a:rPr>
              <a:t> </a:t>
            </a:r>
            <a:r>
              <a:rPr lang="en-US" sz="4800" b="1" dirty="0" err="1" smtClean="0">
                <a:solidFill>
                  <a:srgbClr val="FF0000"/>
                </a:solidFill>
                <a:latin typeface="+mn-lt"/>
              </a:rPr>
              <a:t>án</a:t>
            </a:r>
            <a:r>
              <a:rPr lang="en-US" sz="4800" b="1" dirty="0" smtClean="0">
                <a:solidFill>
                  <a:srgbClr val="FF0000"/>
                </a:solidFill>
                <a:latin typeface="+mn-lt"/>
              </a:rPr>
              <a:t> ASP.NET Core </a:t>
            </a:r>
            <a:r>
              <a:rPr lang="en-US" sz="4800" b="1" dirty="0" err="1" smtClean="0">
                <a:solidFill>
                  <a:srgbClr val="FF0000"/>
                </a:solidFill>
                <a:latin typeface="+mn-lt"/>
              </a:rPr>
              <a:t>từ</a:t>
            </a:r>
            <a:r>
              <a:rPr lang="en-US" sz="4800" b="1" dirty="0" smtClean="0">
                <a:solidFill>
                  <a:srgbClr val="FF0000"/>
                </a:solidFill>
                <a:latin typeface="+mn-lt"/>
              </a:rPr>
              <a:t> Visual Studio</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19</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Lựa</a:t>
            </a:r>
            <a:r>
              <a:rPr lang="en-US" dirty="0"/>
              <a:t> </a:t>
            </a:r>
            <a:r>
              <a:rPr lang="en-US" dirty="0" err="1"/>
              <a:t>chọn</a:t>
            </a:r>
            <a:r>
              <a:rPr lang="en-US" dirty="0"/>
              <a:t> ASP.NET Core 8 </a:t>
            </a:r>
            <a:r>
              <a:rPr lang="en-US" dirty="0" err="1"/>
              <a:t>và</a:t>
            </a:r>
            <a:r>
              <a:rPr lang="en-US" dirty="0"/>
              <a:t> empty template</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2" descr="Screenshot that shows the default settings in the Additional information window where the target framework is set to .NET 8.0.">
            <a:extLst>
              <a:ext uri="{FF2B5EF4-FFF2-40B4-BE49-F238E27FC236}">
                <a16:creationId xmlns:a16="http://schemas.microsoft.com/office/drawing/2014/main" id="{636FC86A-CAE0-86ED-5769-29A50A30F4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3265" y="1764958"/>
            <a:ext cx="6353908" cy="4460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471190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mn-lt"/>
              </a:rPr>
              <a:t>Tạo</a:t>
            </a:r>
            <a:r>
              <a:rPr lang="en-US" sz="4800" b="1" dirty="0" smtClean="0">
                <a:solidFill>
                  <a:srgbClr val="FF0000"/>
                </a:solidFill>
                <a:latin typeface="+mn-lt"/>
              </a:rPr>
              <a:t> </a:t>
            </a:r>
            <a:r>
              <a:rPr lang="en-US" sz="4800" b="1" dirty="0" err="1" smtClean="0">
                <a:solidFill>
                  <a:srgbClr val="FF0000"/>
                </a:solidFill>
                <a:latin typeface="+mn-lt"/>
              </a:rPr>
              <a:t>dự</a:t>
            </a:r>
            <a:r>
              <a:rPr lang="en-US" sz="4800" b="1" dirty="0" smtClean="0">
                <a:solidFill>
                  <a:srgbClr val="FF0000"/>
                </a:solidFill>
                <a:latin typeface="+mn-lt"/>
              </a:rPr>
              <a:t> </a:t>
            </a:r>
            <a:r>
              <a:rPr lang="en-US" sz="4800" b="1" dirty="0" err="1" smtClean="0">
                <a:solidFill>
                  <a:srgbClr val="FF0000"/>
                </a:solidFill>
                <a:latin typeface="+mn-lt"/>
              </a:rPr>
              <a:t>án</a:t>
            </a:r>
            <a:r>
              <a:rPr lang="en-US" sz="4800" b="1" dirty="0" smtClean="0">
                <a:solidFill>
                  <a:srgbClr val="FF0000"/>
                </a:solidFill>
                <a:latin typeface="+mn-lt"/>
              </a:rPr>
              <a:t> ASP.NET Core </a:t>
            </a:r>
            <a:r>
              <a:rPr lang="en-US" sz="4800" b="1" dirty="0" err="1" smtClean="0">
                <a:solidFill>
                  <a:srgbClr val="FF0000"/>
                </a:solidFill>
                <a:latin typeface="+mn-lt"/>
              </a:rPr>
              <a:t>từ</a:t>
            </a:r>
            <a:r>
              <a:rPr lang="en-US" sz="4800" b="1" dirty="0" smtClean="0">
                <a:solidFill>
                  <a:srgbClr val="FF0000"/>
                </a:solidFill>
                <a:latin typeface="+mn-lt"/>
              </a:rPr>
              <a:t> Visual Studio</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20</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Tạo</a:t>
            </a:r>
            <a:r>
              <a:rPr lang="en-US" dirty="0"/>
              <a:t> </a:t>
            </a:r>
            <a:r>
              <a:rPr lang="en-US" dirty="0" err="1"/>
              <a:t>thành</a:t>
            </a:r>
            <a:r>
              <a:rPr lang="en-US" dirty="0"/>
              <a:t> </a:t>
            </a:r>
            <a:r>
              <a:rPr lang="en-US" dirty="0" err="1"/>
              <a:t>công</a:t>
            </a:r>
            <a:r>
              <a:rPr lang="en-US" dirty="0"/>
              <a:t> project </a:t>
            </a:r>
            <a:r>
              <a:rPr lang="en-US" dirty="0" err="1"/>
              <a:t>có</a:t>
            </a:r>
            <a:r>
              <a:rPr lang="en-US" dirty="0"/>
              <a:t> </a:t>
            </a:r>
            <a:r>
              <a:rPr lang="en-US" dirty="0" err="1"/>
              <a:t>cấu</a:t>
            </a:r>
            <a:r>
              <a:rPr lang="en-US" dirty="0"/>
              <a:t> </a:t>
            </a:r>
            <a:r>
              <a:rPr lang="en-US" dirty="0" err="1"/>
              <a:t>trúc</a:t>
            </a:r>
            <a:endParaRPr lang="en-US" dirty="0"/>
          </a:p>
          <a:p>
            <a:r>
              <a:rPr lang="en-US" dirty="0" err="1"/>
              <a:t>Dịch</a:t>
            </a:r>
            <a:r>
              <a:rPr lang="en-US" dirty="0"/>
              <a:t> </a:t>
            </a:r>
            <a:r>
              <a:rPr lang="en-US" dirty="0" err="1"/>
              <a:t>và</a:t>
            </a:r>
            <a:r>
              <a:rPr lang="en-US" dirty="0"/>
              <a:t> </a:t>
            </a:r>
            <a:r>
              <a:rPr lang="en-US" dirty="0" err="1"/>
              <a:t>chạy</a:t>
            </a:r>
            <a:r>
              <a:rPr lang="en-US" dirty="0"/>
              <a:t> </a:t>
            </a:r>
            <a:r>
              <a:rPr lang="en-US" dirty="0" err="1"/>
              <a:t>ứng</a:t>
            </a:r>
            <a:r>
              <a:rPr lang="en-US" dirty="0"/>
              <a:t> </a:t>
            </a:r>
            <a:r>
              <a:rPr lang="en-US" dirty="0" err="1"/>
              <a:t>dụng</a:t>
            </a:r>
            <a:r>
              <a:rPr lang="en-US" dirty="0"/>
              <a:t> ASP.NET </a:t>
            </a:r>
          </a:p>
          <a:p>
            <a:pPr marL="0" indent="0">
              <a:buNone/>
            </a:pPr>
            <a:r>
              <a:rPr lang="en-US" dirty="0"/>
              <a:t>Core </a:t>
            </a:r>
            <a:r>
              <a:rPr lang="en-US" dirty="0" err="1"/>
              <a:t>từ</a:t>
            </a:r>
            <a:r>
              <a:rPr lang="en-US" dirty="0"/>
              <a:t> Visual Studio:</a:t>
            </a:r>
          </a:p>
          <a:p>
            <a:pPr lvl="1"/>
            <a:r>
              <a:rPr lang="en-US" dirty="0" err="1"/>
              <a:t>Chạy</a:t>
            </a:r>
            <a:r>
              <a:rPr lang="en-US" dirty="0"/>
              <a:t> </a:t>
            </a:r>
            <a:r>
              <a:rPr lang="en-US" dirty="0" err="1"/>
              <a:t>ứng</a:t>
            </a:r>
            <a:r>
              <a:rPr lang="en-US" dirty="0"/>
              <a:t> </a:t>
            </a:r>
            <a:r>
              <a:rPr lang="en-US" dirty="0" err="1"/>
              <a:t>dụng</a:t>
            </a:r>
            <a:r>
              <a:rPr lang="en-US" dirty="0"/>
              <a:t> </a:t>
            </a:r>
            <a:r>
              <a:rPr lang="en-US" dirty="0" err="1"/>
              <a:t>với</a:t>
            </a:r>
            <a:r>
              <a:rPr lang="en-US" dirty="0"/>
              <a:t> IIS Express: </a:t>
            </a:r>
            <a:r>
              <a:rPr lang="vi-VN" b="1" dirty="0"/>
              <a:t>IIS</a:t>
            </a:r>
            <a:r>
              <a:rPr lang="vi-VN" dirty="0"/>
              <a:t> là viết tắt của từ (</a:t>
            </a:r>
            <a:r>
              <a:rPr lang="vi-VN" b="1" dirty="0"/>
              <a:t>Internet Information Services</a:t>
            </a:r>
            <a:r>
              <a:rPr lang="vi-VN" dirty="0"/>
              <a:t> ), được đính kèm với các phiên bản của Windows. IIS chính là các dịch vụ dành cho máy chủ chạy trên nền hệ điều hành Window nhằm cung cấp và phân tán các thông tin lên mạng, nó bao gồm nhiều dịch vụ khác nhau như Web Server, FTP Server…</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2" descr="How to Create the ASP.NET Core Web Application using Visual Studio 2022 and .NET 6">
            <a:extLst>
              <a:ext uri="{FF2B5EF4-FFF2-40B4-BE49-F238E27FC236}">
                <a16:creationId xmlns:a16="http://schemas.microsoft.com/office/drawing/2014/main" id="{AECF0BA1-02F8-B78F-0337-26EEF3B6C2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9546" y="958362"/>
            <a:ext cx="2971800" cy="173881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10539EEC-ECF3-D31F-54AB-173B730F7F84}"/>
              </a:ext>
            </a:extLst>
          </p:cNvPr>
          <p:cNvPicPr>
            <a:picLocks noChangeAspect="1"/>
          </p:cNvPicPr>
          <p:nvPr/>
        </p:nvPicPr>
        <p:blipFill>
          <a:blip r:embed="rId4"/>
          <a:stretch>
            <a:fillRect/>
          </a:stretch>
        </p:blipFill>
        <p:spPr>
          <a:xfrm>
            <a:off x="1905000" y="4551616"/>
            <a:ext cx="2133600" cy="1987296"/>
          </a:xfrm>
          <a:prstGeom prst="rect">
            <a:avLst/>
          </a:prstGeom>
        </p:spPr>
      </p:pic>
      <p:pic>
        <p:nvPicPr>
          <p:cNvPr id="10" name="Picture 9">
            <a:extLst>
              <a:ext uri="{FF2B5EF4-FFF2-40B4-BE49-F238E27FC236}">
                <a16:creationId xmlns:a16="http://schemas.microsoft.com/office/drawing/2014/main" id="{598CCBB5-DA49-596C-370F-D78FE6762044}"/>
              </a:ext>
            </a:extLst>
          </p:cNvPr>
          <p:cNvPicPr>
            <a:picLocks noChangeAspect="1"/>
          </p:cNvPicPr>
          <p:nvPr/>
        </p:nvPicPr>
        <p:blipFill>
          <a:blip r:embed="rId5"/>
          <a:stretch>
            <a:fillRect/>
          </a:stretch>
        </p:blipFill>
        <p:spPr>
          <a:xfrm>
            <a:off x="5785999" y="4703762"/>
            <a:ext cx="3991047" cy="1560513"/>
          </a:xfrm>
          <a:prstGeom prst="rect">
            <a:avLst/>
          </a:prstGeom>
        </p:spPr>
      </p:pic>
    </p:spTree>
    <p:extLst>
      <p:ext uri="{BB962C8B-B14F-4D97-AF65-F5344CB8AC3E}">
        <p14:creationId xmlns:p14="http://schemas.microsoft.com/office/powerpoint/2010/main" val="24531102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mn-lt"/>
              </a:rPr>
              <a:t>Tạo</a:t>
            </a:r>
            <a:r>
              <a:rPr lang="en-US" sz="4800" b="1" dirty="0" smtClean="0">
                <a:solidFill>
                  <a:srgbClr val="FF0000"/>
                </a:solidFill>
                <a:latin typeface="+mn-lt"/>
              </a:rPr>
              <a:t> </a:t>
            </a:r>
            <a:r>
              <a:rPr lang="en-US" sz="4800" b="1" dirty="0" err="1" smtClean="0">
                <a:solidFill>
                  <a:srgbClr val="FF0000"/>
                </a:solidFill>
                <a:latin typeface="+mn-lt"/>
              </a:rPr>
              <a:t>dự</a:t>
            </a:r>
            <a:r>
              <a:rPr lang="en-US" sz="4800" b="1" dirty="0" smtClean="0">
                <a:solidFill>
                  <a:srgbClr val="FF0000"/>
                </a:solidFill>
                <a:latin typeface="+mn-lt"/>
              </a:rPr>
              <a:t> </a:t>
            </a:r>
            <a:r>
              <a:rPr lang="en-US" sz="4800" b="1" dirty="0" err="1" smtClean="0">
                <a:solidFill>
                  <a:srgbClr val="FF0000"/>
                </a:solidFill>
                <a:latin typeface="+mn-lt"/>
              </a:rPr>
              <a:t>án</a:t>
            </a:r>
            <a:r>
              <a:rPr lang="en-US" sz="4800" b="1" dirty="0" smtClean="0">
                <a:solidFill>
                  <a:srgbClr val="FF0000"/>
                </a:solidFill>
                <a:latin typeface="+mn-lt"/>
              </a:rPr>
              <a:t> ASP.NET Core </a:t>
            </a:r>
            <a:r>
              <a:rPr lang="en-US" sz="4800" b="1" dirty="0" err="1" smtClean="0">
                <a:solidFill>
                  <a:srgbClr val="FF0000"/>
                </a:solidFill>
                <a:latin typeface="+mn-lt"/>
              </a:rPr>
              <a:t>từ</a:t>
            </a:r>
            <a:r>
              <a:rPr lang="en-US" sz="4800" b="1" dirty="0" smtClean="0">
                <a:solidFill>
                  <a:srgbClr val="FF0000"/>
                </a:solidFill>
                <a:latin typeface="+mn-lt"/>
              </a:rPr>
              <a:t> Visual Studio</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21</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Dịch</a:t>
            </a:r>
            <a:r>
              <a:rPr lang="en-US" dirty="0"/>
              <a:t> </a:t>
            </a:r>
            <a:r>
              <a:rPr lang="en-US" dirty="0" err="1"/>
              <a:t>và</a:t>
            </a:r>
            <a:r>
              <a:rPr lang="en-US" dirty="0"/>
              <a:t> </a:t>
            </a:r>
            <a:r>
              <a:rPr lang="en-US" dirty="0" err="1"/>
              <a:t>chạy</a:t>
            </a:r>
            <a:r>
              <a:rPr lang="en-US" dirty="0"/>
              <a:t> </a:t>
            </a:r>
            <a:r>
              <a:rPr lang="en-US" dirty="0" err="1"/>
              <a:t>ứng</a:t>
            </a:r>
            <a:r>
              <a:rPr lang="en-US" dirty="0"/>
              <a:t> </a:t>
            </a:r>
            <a:r>
              <a:rPr lang="en-US" dirty="0" err="1"/>
              <a:t>dụng</a:t>
            </a:r>
            <a:r>
              <a:rPr lang="en-US" dirty="0"/>
              <a:t> ASP.NET Core </a:t>
            </a:r>
            <a:r>
              <a:rPr lang="en-US" dirty="0" err="1"/>
              <a:t>từ</a:t>
            </a:r>
            <a:r>
              <a:rPr lang="en-US" dirty="0"/>
              <a:t> Visual Studio:</a:t>
            </a:r>
          </a:p>
          <a:p>
            <a:pPr lvl="1"/>
            <a:r>
              <a:rPr lang="en-US" dirty="0" err="1"/>
              <a:t>Chạy</a:t>
            </a:r>
            <a:r>
              <a:rPr lang="en-US" dirty="0"/>
              <a:t> </a:t>
            </a:r>
            <a:r>
              <a:rPr lang="en-US" dirty="0" err="1"/>
              <a:t>ứng</a:t>
            </a:r>
            <a:r>
              <a:rPr lang="en-US" dirty="0"/>
              <a:t> </a:t>
            </a:r>
            <a:r>
              <a:rPr lang="en-US" dirty="0" err="1"/>
              <a:t>dụng</a:t>
            </a:r>
            <a:r>
              <a:rPr lang="en-US" dirty="0"/>
              <a:t> </a:t>
            </a:r>
            <a:r>
              <a:rPr lang="en-US" dirty="0" err="1"/>
              <a:t>với</a:t>
            </a:r>
            <a:r>
              <a:rPr lang="en-US" dirty="0"/>
              <a:t> </a:t>
            </a:r>
            <a:r>
              <a:rPr lang="en-US" dirty="0">
                <a:solidFill>
                  <a:srgbClr val="000000"/>
                </a:solidFill>
                <a:highlight>
                  <a:srgbClr val="FFFFFF"/>
                </a:highlight>
                <a:latin typeface="arial" panose="020B0604020202020204" pitchFamily="34" charset="0"/>
              </a:rPr>
              <a:t>Kestrel Web Server</a:t>
            </a:r>
            <a:r>
              <a:rPr lang="en-US" dirty="0"/>
              <a:t>: </a:t>
            </a:r>
            <a:r>
              <a:rPr lang="vi-VN" dirty="0"/>
              <a:t>ứng dụng ASP.NET Core hoạt động như một web server hoàn toàn độc lập: nó có thể tự tiếp nhận và xử lý truy vấn HTTP từ trình duyệt. Không cần IIS/IIS Express.</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11" name="Picture 10">
            <a:extLst>
              <a:ext uri="{FF2B5EF4-FFF2-40B4-BE49-F238E27FC236}">
                <a16:creationId xmlns:a16="http://schemas.microsoft.com/office/drawing/2014/main" id="{F716FF76-DEF8-00FE-B90C-F9D0A91D6530}"/>
              </a:ext>
            </a:extLst>
          </p:cNvPr>
          <p:cNvPicPr>
            <a:picLocks noChangeAspect="1"/>
          </p:cNvPicPr>
          <p:nvPr/>
        </p:nvPicPr>
        <p:blipFill>
          <a:blip r:embed="rId3"/>
          <a:stretch>
            <a:fillRect/>
          </a:stretch>
        </p:blipFill>
        <p:spPr>
          <a:xfrm>
            <a:off x="1107830" y="3185746"/>
            <a:ext cx="1543050" cy="2128345"/>
          </a:xfrm>
          <a:prstGeom prst="rect">
            <a:avLst/>
          </a:prstGeom>
        </p:spPr>
      </p:pic>
      <p:pic>
        <p:nvPicPr>
          <p:cNvPr id="13" name="Picture 12">
            <a:extLst>
              <a:ext uri="{FF2B5EF4-FFF2-40B4-BE49-F238E27FC236}">
                <a16:creationId xmlns:a16="http://schemas.microsoft.com/office/drawing/2014/main" id="{F594F6A6-0C16-F871-BC06-FA72E8A63496}"/>
              </a:ext>
            </a:extLst>
          </p:cNvPr>
          <p:cNvPicPr>
            <a:picLocks noChangeAspect="1"/>
          </p:cNvPicPr>
          <p:nvPr/>
        </p:nvPicPr>
        <p:blipFill>
          <a:blip r:embed="rId4"/>
          <a:stretch>
            <a:fillRect/>
          </a:stretch>
        </p:blipFill>
        <p:spPr>
          <a:xfrm>
            <a:off x="3813514" y="3080239"/>
            <a:ext cx="4208001" cy="1611805"/>
          </a:xfrm>
          <a:prstGeom prst="rect">
            <a:avLst/>
          </a:prstGeom>
        </p:spPr>
      </p:pic>
      <p:pic>
        <p:nvPicPr>
          <p:cNvPr id="14" name="Picture 13">
            <a:extLst>
              <a:ext uri="{FF2B5EF4-FFF2-40B4-BE49-F238E27FC236}">
                <a16:creationId xmlns:a16="http://schemas.microsoft.com/office/drawing/2014/main" id="{6E42D93C-E4F6-48BC-86F9-0D4DFE0A0021}"/>
              </a:ext>
            </a:extLst>
          </p:cNvPr>
          <p:cNvPicPr>
            <a:picLocks noChangeAspect="1"/>
          </p:cNvPicPr>
          <p:nvPr/>
        </p:nvPicPr>
        <p:blipFill>
          <a:blip r:embed="rId5"/>
          <a:stretch>
            <a:fillRect/>
          </a:stretch>
        </p:blipFill>
        <p:spPr>
          <a:xfrm>
            <a:off x="6096000" y="4893029"/>
            <a:ext cx="3789475" cy="1409590"/>
          </a:xfrm>
          <a:prstGeom prst="rect">
            <a:avLst/>
          </a:prstGeom>
        </p:spPr>
      </p:pic>
    </p:spTree>
    <p:extLst>
      <p:ext uri="{BB962C8B-B14F-4D97-AF65-F5344CB8AC3E}">
        <p14:creationId xmlns:p14="http://schemas.microsoft.com/office/powerpoint/2010/main" val="83733450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mn-lt"/>
              </a:rPr>
              <a:t>Tạo</a:t>
            </a:r>
            <a:r>
              <a:rPr lang="en-US" sz="4800" b="1" dirty="0" smtClean="0">
                <a:solidFill>
                  <a:srgbClr val="FF0000"/>
                </a:solidFill>
                <a:latin typeface="+mn-lt"/>
              </a:rPr>
              <a:t> </a:t>
            </a:r>
            <a:r>
              <a:rPr lang="en-US" sz="4800" b="1" dirty="0" err="1" smtClean="0">
                <a:solidFill>
                  <a:srgbClr val="FF0000"/>
                </a:solidFill>
                <a:latin typeface="+mn-lt"/>
              </a:rPr>
              <a:t>dự</a:t>
            </a:r>
            <a:r>
              <a:rPr lang="en-US" sz="4800" b="1" dirty="0" smtClean="0">
                <a:solidFill>
                  <a:srgbClr val="FF0000"/>
                </a:solidFill>
                <a:latin typeface="+mn-lt"/>
              </a:rPr>
              <a:t> </a:t>
            </a:r>
            <a:r>
              <a:rPr lang="en-US" sz="4800" b="1" dirty="0" err="1" smtClean="0">
                <a:solidFill>
                  <a:srgbClr val="FF0000"/>
                </a:solidFill>
                <a:latin typeface="+mn-lt"/>
              </a:rPr>
              <a:t>án</a:t>
            </a:r>
            <a:r>
              <a:rPr lang="en-US" sz="4800" b="1" dirty="0" smtClean="0">
                <a:solidFill>
                  <a:srgbClr val="FF0000"/>
                </a:solidFill>
                <a:latin typeface="+mn-lt"/>
              </a:rPr>
              <a:t> ASP.NET Core </a:t>
            </a:r>
            <a:r>
              <a:rPr lang="en-US" sz="4800" b="1" dirty="0" err="1" smtClean="0">
                <a:solidFill>
                  <a:srgbClr val="FF0000"/>
                </a:solidFill>
                <a:latin typeface="+mn-lt"/>
              </a:rPr>
              <a:t>từ</a:t>
            </a:r>
            <a:r>
              <a:rPr lang="en-US" sz="4800" b="1" dirty="0" smtClean="0">
                <a:solidFill>
                  <a:srgbClr val="FF0000"/>
                </a:solidFill>
                <a:latin typeface="+mn-lt"/>
              </a:rPr>
              <a:t> Visual Studio</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22</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Cập</a:t>
            </a:r>
            <a:r>
              <a:rPr lang="en-US" dirty="0"/>
              <a:t> </a:t>
            </a:r>
            <a:r>
              <a:rPr lang="en-US" dirty="0" err="1"/>
              <a:t>nhật</a:t>
            </a:r>
            <a:r>
              <a:rPr lang="en-US" dirty="0"/>
              <a:t> </a:t>
            </a:r>
            <a:r>
              <a:rPr lang="en-US" dirty="0" err="1"/>
              <a:t>Program.cs</a:t>
            </a:r>
            <a:r>
              <a:rPr lang="en-US" dirty="0"/>
              <a:t> </a:t>
            </a:r>
            <a:r>
              <a:rPr lang="en-US" dirty="0" err="1"/>
              <a:t>và</a:t>
            </a:r>
            <a:r>
              <a:rPr lang="en-US" dirty="0"/>
              <a:t> run </a:t>
            </a:r>
            <a:r>
              <a:rPr lang="en-US" dirty="0" err="1"/>
              <a:t>lại</a:t>
            </a:r>
            <a:r>
              <a:rPr lang="en-US" dirty="0"/>
              <a:t> </a:t>
            </a:r>
            <a:r>
              <a:rPr lang="en-US" dirty="0" err="1"/>
              <a:t>ứng</a:t>
            </a:r>
            <a:r>
              <a:rPr lang="en-US" dirty="0"/>
              <a:t> </a:t>
            </a:r>
            <a:r>
              <a:rPr lang="en-US" dirty="0" err="1"/>
              <a:t>dụng</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3" name="Picture 2"/>
          <p:cNvPicPr>
            <a:picLocks noChangeAspect="1"/>
          </p:cNvPicPr>
          <p:nvPr/>
        </p:nvPicPr>
        <p:blipFill>
          <a:blip r:embed="rId3"/>
          <a:stretch>
            <a:fillRect/>
          </a:stretch>
        </p:blipFill>
        <p:spPr>
          <a:xfrm>
            <a:off x="2083585" y="2100874"/>
            <a:ext cx="4419983" cy="1120237"/>
          </a:xfrm>
          <a:prstGeom prst="rect">
            <a:avLst/>
          </a:prstGeom>
        </p:spPr>
      </p:pic>
      <p:pic>
        <p:nvPicPr>
          <p:cNvPr id="15" name="Picture 14">
            <a:extLst>
              <a:ext uri="{FF2B5EF4-FFF2-40B4-BE49-F238E27FC236}">
                <a16:creationId xmlns:a16="http://schemas.microsoft.com/office/drawing/2014/main" id="{F716FF76-DEF8-00FE-B90C-F9D0A91D6530}"/>
              </a:ext>
            </a:extLst>
          </p:cNvPr>
          <p:cNvPicPr>
            <a:picLocks noChangeAspect="1"/>
          </p:cNvPicPr>
          <p:nvPr/>
        </p:nvPicPr>
        <p:blipFill>
          <a:blip r:embed="rId4"/>
          <a:stretch>
            <a:fillRect/>
          </a:stretch>
        </p:blipFill>
        <p:spPr>
          <a:xfrm>
            <a:off x="2295928" y="3657356"/>
            <a:ext cx="1543050" cy="2128345"/>
          </a:xfrm>
          <a:prstGeom prst="rect">
            <a:avLst/>
          </a:prstGeom>
        </p:spPr>
      </p:pic>
      <p:pic>
        <p:nvPicPr>
          <p:cNvPr id="7" name="Picture 6"/>
          <p:cNvPicPr>
            <a:picLocks noChangeAspect="1"/>
          </p:cNvPicPr>
          <p:nvPr/>
        </p:nvPicPr>
        <p:blipFill>
          <a:blip r:embed="rId5"/>
          <a:stretch>
            <a:fillRect/>
          </a:stretch>
        </p:blipFill>
        <p:spPr>
          <a:xfrm>
            <a:off x="5209426" y="4047099"/>
            <a:ext cx="3368332" cy="1348857"/>
          </a:xfrm>
          <a:prstGeom prst="rect">
            <a:avLst/>
          </a:prstGeom>
        </p:spPr>
      </p:pic>
    </p:spTree>
    <p:extLst>
      <p:ext uri="{BB962C8B-B14F-4D97-AF65-F5344CB8AC3E}">
        <p14:creationId xmlns:p14="http://schemas.microsoft.com/office/powerpoint/2010/main" val="72495445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mn-lt"/>
              </a:rPr>
              <a:t>Cấu</a:t>
            </a:r>
            <a:r>
              <a:rPr lang="en-US" sz="4800" b="1" dirty="0" smtClean="0">
                <a:solidFill>
                  <a:srgbClr val="FF0000"/>
                </a:solidFill>
                <a:latin typeface="+mn-lt"/>
              </a:rPr>
              <a:t> </a:t>
            </a:r>
            <a:r>
              <a:rPr lang="en-US" sz="4800" b="1" dirty="0" err="1" smtClean="0">
                <a:solidFill>
                  <a:srgbClr val="FF0000"/>
                </a:solidFill>
                <a:latin typeface="+mn-lt"/>
              </a:rPr>
              <a:t>trúc</a:t>
            </a:r>
            <a:r>
              <a:rPr lang="en-US" sz="4800" b="1" dirty="0" smtClean="0">
                <a:solidFill>
                  <a:srgbClr val="FF0000"/>
                </a:solidFill>
                <a:latin typeface="+mn-lt"/>
              </a:rPr>
              <a:t> </a:t>
            </a:r>
            <a:r>
              <a:rPr lang="en-US" sz="4800" b="1" dirty="0" err="1" smtClean="0">
                <a:solidFill>
                  <a:srgbClr val="FF0000"/>
                </a:solidFill>
                <a:latin typeface="+mn-lt"/>
              </a:rPr>
              <a:t>dự</a:t>
            </a:r>
            <a:r>
              <a:rPr lang="en-US" sz="4800" b="1" dirty="0" smtClean="0">
                <a:solidFill>
                  <a:srgbClr val="FF0000"/>
                </a:solidFill>
                <a:latin typeface="+mn-lt"/>
              </a:rPr>
              <a:t> </a:t>
            </a:r>
            <a:r>
              <a:rPr lang="en-US" sz="4800" b="1" dirty="0" err="1" smtClean="0">
                <a:solidFill>
                  <a:srgbClr val="FF0000"/>
                </a:solidFill>
                <a:latin typeface="+mn-lt"/>
              </a:rPr>
              <a:t>án</a:t>
            </a:r>
            <a:r>
              <a:rPr lang="en-US" sz="4800" b="1" dirty="0" smtClean="0">
                <a:solidFill>
                  <a:srgbClr val="FF0000"/>
                </a:solidFill>
                <a:latin typeface="+mn-lt"/>
              </a:rPr>
              <a:t> ASP.NET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23</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M</a:t>
            </a:r>
            <a:r>
              <a:rPr lang="vi-VN" dirty="0"/>
              <a:t>ột solution ASP.NET Core sử dụng Empty template</a:t>
            </a:r>
            <a:r>
              <a:rPr lang="en-US" dirty="0"/>
              <a:t>  </a:t>
            </a:r>
            <a:r>
              <a:rPr lang="en-US" dirty="0" err="1"/>
              <a:t>có</a:t>
            </a:r>
            <a:r>
              <a:rPr lang="en-US" dirty="0"/>
              <a:t> </a:t>
            </a:r>
            <a:r>
              <a:rPr lang="vi-VN" dirty="0"/>
              <a:t>cấu trúc</a:t>
            </a:r>
            <a:r>
              <a:rPr lang="en-US" dirty="0"/>
              <a:t>:</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10" name="Picture 9">
            <a:extLst>
              <a:ext uri="{FF2B5EF4-FFF2-40B4-BE49-F238E27FC236}">
                <a16:creationId xmlns:a16="http://schemas.microsoft.com/office/drawing/2014/main" id="{16A5D93B-2E13-2271-CEAE-550DA65BD326}"/>
              </a:ext>
            </a:extLst>
          </p:cNvPr>
          <p:cNvPicPr>
            <a:picLocks noChangeAspect="1"/>
          </p:cNvPicPr>
          <p:nvPr/>
        </p:nvPicPr>
        <p:blipFill>
          <a:blip r:embed="rId3"/>
          <a:stretch>
            <a:fillRect/>
          </a:stretch>
        </p:blipFill>
        <p:spPr>
          <a:xfrm>
            <a:off x="3382652" y="2100874"/>
            <a:ext cx="4430235" cy="3633788"/>
          </a:xfrm>
          <a:prstGeom prst="rect">
            <a:avLst/>
          </a:prstGeom>
        </p:spPr>
      </p:pic>
    </p:spTree>
    <p:extLst>
      <p:ext uri="{BB962C8B-B14F-4D97-AF65-F5344CB8AC3E}">
        <p14:creationId xmlns:p14="http://schemas.microsoft.com/office/powerpoint/2010/main" val="38026382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vi-VN"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Thư mục Properties</a:t>
            </a:r>
            <a:endPar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24</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vi-VN" dirty="0"/>
              <a:t>file </a:t>
            </a:r>
            <a:r>
              <a:rPr lang="vi-VN" b="1" dirty="0"/>
              <a:t>launchSettings.json</a:t>
            </a:r>
            <a:r>
              <a:rPr lang="en-US" dirty="0"/>
              <a:t> </a:t>
            </a:r>
            <a:r>
              <a:rPr lang="vi-VN" dirty="0"/>
              <a:t>chứa tất cả thông tin cụ thể cài đặt project để có thể chạy được ứng dụng</a:t>
            </a:r>
            <a:r>
              <a:rPr lang="en-US" dirty="0"/>
              <a:t> </a:t>
            </a:r>
            <a:r>
              <a:rPr lang="en-US" dirty="0" err="1"/>
              <a:t>và</a:t>
            </a:r>
            <a:r>
              <a:rPr lang="en-US" dirty="0"/>
              <a:t> </a:t>
            </a:r>
            <a:r>
              <a:rPr lang="en-US" dirty="0" err="1"/>
              <a:t>được</a:t>
            </a:r>
            <a:r>
              <a:rPr lang="en-US" dirty="0"/>
              <a:t> chia </a:t>
            </a:r>
            <a:r>
              <a:rPr lang="en-US" dirty="0" err="1"/>
              <a:t>thành</a:t>
            </a:r>
            <a:r>
              <a:rPr lang="en-US" dirty="0"/>
              <a:t> </a:t>
            </a:r>
            <a:r>
              <a:rPr lang="en-US" dirty="0" err="1"/>
              <a:t>nhiều</a:t>
            </a:r>
            <a:r>
              <a:rPr lang="en-US" dirty="0"/>
              <a:t> profile </a:t>
            </a:r>
            <a:r>
              <a:rPr lang="en-US" dirty="0" err="1"/>
              <a:t>khác</a:t>
            </a:r>
            <a:r>
              <a:rPr lang="en-US" dirty="0"/>
              <a:t> </a:t>
            </a:r>
            <a:r>
              <a:rPr lang="en-US" dirty="0" err="1"/>
              <a:t>nhau</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9962ABBE-E0A7-D6F4-6D6F-B08A4FD65DB8}"/>
              </a:ext>
            </a:extLst>
          </p:cNvPr>
          <p:cNvPicPr>
            <a:picLocks noChangeAspect="1"/>
          </p:cNvPicPr>
          <p:nvPr/>
        </p:nvPicPr>
        <p:blipFill>
          <a:blip r:embed="rId3"/>
          <a:stretch>
            <a:fillRect/>
          </a:stretch>
        </p:blipFill>
        <p:spPr>
          <a:xfrm>
            <a:off x="2763715" y="2129005"/>
            <a:ext cx="5514975" cy="4592470"/>
          </a:xfrm>
          <a:prstGeom prst="rect">
            <a:avLst/>
          </a:prstGeom>
        </p:spPr>
      </p:pic>
    </p:spTree>
    <p:extLst>
      <p:ext uri="{BB962C8B-B14F-4D97-AF65-F5344CB8AC3E}">
        <p14:creationId xmlns:p14="http://schemas.microsoft.com/office/powerpoint/2010/main" val="39180444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vi-VN"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appsettings.json</a:t>
            </a:r>
            <a:endPar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25</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Có</a:t>
            </a:r>
            <a:r>
              <a:rPr lang="en-US" dirty="0"/>
              <a:t> </a:t>
            </a:r>
            <a:r>
              <a:rPr lang="en-US" dirty="0" err="1"/>
              <a:t>thể</a:t>
            </a:r>
            <a:r>
              <a:rPr lang="en-US" dirty="0"/>
              <a:t> </a:t>
            </a:r>
            <a:r>
              <a:rPr lang="en-US" dirty="0" err="1"/>
              <a:t>thiết</a:t>
            </a:r>
            <a:r>
              <a:rPr lang="en-US" dirty="0"/>
              <a:t> </a:t>
            </a:r>
            <a:r>
              <a:rPr lang="en-US" dirty="0" err="1"/>
              <a:t>lập</a:t>
            </a:r>
            <a:r>
              <a:rPr lang="en-US" dirty="0"/>
              <a:t> </a:t>
            </a:r>
            <a:r>
              <a:rPr lang="en-US" dirty="0" err="1"/>
              <a:t>cho</a:t>
            </a:r>
            <a:r>
              <a:rPr lang="en-US" dirty="0"/>
              <a:t> </a:t>
            </a:r>
            <a:r>
              <a:rPr lang="en-US" dirty="0" err="1"/>
              <a:t>một</a:t>
            </a:r>
            <a:r>
              <a:rPr lang="en-US" dirty="0"/>
              <a:t> </a:t>
            </a:r>
            <a:r>
              <a:rPr lang="en-US" dirty="0" err="1"/>
              <a:t>số</a:t>
            </a:r>
            <a:r>
              <a:rPr lang="en-US" dirty="0"/>
              <a:t> </a:t>
            </a:r>
            <a:r>
              <a:rPr lang="en-US" dirty="0" err="1"/>
              <a:t>môi</a:t>
            </a:r>
            <a:r>
              <a:rPr lang="en-US" dirty="0"/>
              <a:t> </a:t>
            </a:r>
            <a:r>
              <a:rPr lang="en-US" dirty="0" err="1"/>
              <a:t>trường</a:t>
            </a:r>
            <a:r>
              <a:rPr lang="en-US" dirty="0"/>
              <a:t> </a:t>
            </a:r>
            <a:r>
              <a:rPr lang="en-US" dirty="0" err="1"/>
              <a:t>phát</a:t>
            </a:r>
            <a:r>
              <a:rPr lang="en-US" dirty="0"/>
              <a:t> </a:t>
            </a:r>
            <a:r>
              <a:rPr lang="en-US" dirty="0" err="1"/>
              <a:t>triển</a:t>
            </a:r>
            <a:r>
              <a:rPr lang="en-US" dirty="0"/>
              <a:t>: Development, Staging, Production, …</a:t>
            </a:r>
          </a:p>
          <a:p>
            <a:r>
              <a:rPr lang="en-US" dirty="0" err="1"/>
              <a:t>Cấu</a:t>
            </a:r>
            <a:r>
              <a:rPr lang="en-US" dirty="0"/>
              <a:t> </a:t>
            </a:r>
            <a:r>
              <a:rPr lang="en-US" dirty="0" err="1"/>
              <a:t>hình</a:t>
            </a:r>
            <a:r>
              <a:rPr lang="en-US" dirty="0"/>
              <a:t> </a:t>
            </a:r>
            <a:r>
              <a:rPr lang="en-US" dirty="0" err="1"/>
              <a:t>cho</a:t>
            </a:r>
            <a:r>
              <a:rPr lang="en-US" dirty="0"/>
              <a:t> </a:t>
            </a:r>
            <a:r>
              <a:rPr lang="en-US" dirty="0" err="1"/>
              <a:t>các</a:t>
            </a:r>
            <a:r>
              <a:rPr lang="en-US" dirty="0"/>
              <a:t> </a:t>
            </a:r>
            <a:r>
              <a:rPr lang="en-US" dirty="0" err="1"/>
              <a:t>thông</a:t>
            </a:r>
            <a:r>
              <a:rPr lang="en-US" dirty="0"/>
              <a:t> tin </a:t>
            </a:r>
            <a:r>
              <a:rPr lang="en-US" dirty="0" err="1"/>
              <a:t>như</a:t>
            </a:r>
            <a:r>
              <a:rPr lang="en-US" dirty="0"/>
              <a:t> : database connection strings, logging options, API keys, …</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a:extLst>
              <a:ext uri="{FF2B5EF4-FFF2-40B4-BE49-F238E27FC236}">
                <a16:creationId xmlns:a16="http://schemas.microsoft.com/office/drawing/2014/main" id="{648619B3-FDB2-A0D6-A75A-CAFE7F7B5649}"/>
              </a:ext>
            </a:extLst>
          </p:cNvPr>
          <p:cNvPicPr>
            <a:picLocks noChangeAspect="1"/>
          </p:cNvPicPr>
          <p:nvPr/>
        </p:nvPicPr>
        <p:blipFill>
          <a:blip r:embed="rId3"/>
          <a:stretch>
            <a:fillRect/>
          </a:stretch>
        </p:blipFill>
        <p:spPr>
          <a:xfrm>
            <a:off x="2971800" y="3361593"/>
            <a:ext cx="5369339" cy="2514600"/>
          </a:xfrm>
          <a:prstGeom prst="rect">
            <a:avLst/>
          </a:prstGeom>
        </p:spPr>
      </p:pic>
    </p:spTree>
    <p:extLst>
      <p:ext uri="{BB962C8B-B14F-4D97-AF65-F5344CB8AC3E}">
        <p14:creationId xmlns:p14="http://schemas.microsoft.com/office/powerpoint/2010/main" val="287015982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vi-VN"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Program Class</a:t>
            </a:r>
            <a:endPar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26</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Là</a:t>
            </a:r>
            <a:r>
              <a:rPr lang="en-US" dirty="0"/>
              <a:t> entry point </a:t>
            </a:r>
            <a:r>
              <a:rPr lang="en-US" dirty="0" err="1"/>
              <a:t>chứa</a:t>
            </a:r>
            <a:r>
              <a:rPr lang="en-US" dirty="0"/>
              <a:t> </a:t>
            </a:r>
            <a:r>
              <a:rPr lang="en-US" dirty="0" err="1"/>
              <a:t>các</a:t>
            </a:r>
            <a:r>
              <a:rPr lang="en-US" dirty="0"/>
              <a:t> services </a:t>
            </a:r>
            <a:r>
              <a:rPr lang="en-US" dirty="0" err="1"/>
              <a:t>và</a:t>
            </a:r>
            <a:r>
              <a:rPr lang="en-US" dirty="0"/>
              <a:t> middleware components </a:t>
            </a:r>
            <a:r>
              <a:rPr lang="en-US" dirty="0" err="1"/>
              <a:t>của</a:t>
            </a:r>
            <a:r>
              <a:rPr lang="en-US" dirty="0"/>
              <a:t> ASP.NET Core app</a:t>
            </a:r>
          </a:p>
          <a:p>
            <a:pPr marL="0" indent="0">
              <a:buNone/>
            </a:pPr>
            <a:endParaRPr lang="en-US" dirty="0"/>
          </a:p>
          <a:p>
            <a:endParaRPr lang="en-US" dirty="0"/>
          </a:p>
          <a:p>
            <a:endParaRPr lang="en-US" dirty="0"/>
          </a:p>
          <a:p>
            <a:endParaRPr lang="en-US" dirty="0"/>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2" descr="Program file Create Build and Run">
            <a:extLst>
              <a:ext uri="{FF2B5EF4-FFF2-40B4-BE49-F238E27FC236}">
                <a16:creationId xmlns:a16="http://schemas.microsoft.com/office/drawing/2014/main" id="{7D0B0B6A-BB85-80A4-A3C4-AA365E87B8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3373" y="2100874"/>
            <a:ext cx="5819775" cy="438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627594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vi-VN"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Thư mục Dependencies</a:t>
            </a:r>
            <a:endPar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27</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Chứa</a:t>
            </a:r>
            <a:r>
              <a:rPr lang="en-US" dirty="0"/>
              <a:t> </a:t>
            </a:r>
            <a:r>
              <a:rPr lang="en-US" dirty="0" err="1"/>
              <a:t>toàn</a:t>
            </a:r>
            <a:r>
              <a:rPr lang="en-US" dirty="0"/>
              <a:t> </a:t>
            </a:r>
            <a:r>
              <a:rPr lang="en-US" dirty="0" err="1"/>
              <a:t>bộ</a:t>
            </a:r>
            <a:r>
              <a:rPr lang="en-US" dirty="0"/>
              <a:t> </a:t>
            </a:r>
            <a:r>
              <a:rPr lang="en-US" dirty="0" err="1"/>
              <a:t>các</a:t>
            </a:r>
            <a:r>
              <a:rPr lang="en-US" dirty="0"/>
              <a:t> </a:t>
            </a:r>
            <a:r>
              <a:rPr lang="en-US" dirty="0" err="1"/>
              <a:t>thành</a:t>
            </a:r>
            <a:r>
              <a:rPr lang="en-US" dirty="0"/>
              <a:t> </a:t>
            </a:r>
            <a:r>
              <a:rPr lang="en-US" dirty="0" err="1"/>
              <a:t>phần</a:t>
            </a:r>
            <a:r>
              <a:rPr lang="en-US" dirty="0"/>
              <a:t> </a:t>
            </a:r>
            <a:r>
              <a:rPr lang="en-US" dirty="0" err="1"/>
              <a:t>phụ</a:t>
            </a:r>
            <a:r>
              <a:rPr lang="en-US" dirty="0"/>
              <a:t> </a:t>
            </a:r>
            <a:r>
              <a:rPr lang="en-US" dirty="0" err="1"/>
              <a:t>thuộc</a:t>
            </a:r>
            <a:r>
              <a:rPr lang="en-US" dirty="0"/>
              <a:t> </a:t>
            </a:r>
            <a:r>
              <a:rPr lang="en-US" dirty="0" err="1"/>
              <a:t>dùng</a:t>
            </a:r>
            <a:r>
              <a:rPr lang="en-US" dirty="0"/>
              <a:t> </a:t>
            </a:r>
            <a:r>
              <a:rPr lang="en-US" dirty="0" err="1"/>
              <a:t>cho</a:t>
            </a:r>
            <a:r>
              <a:rPr lang="en-US" dirty="0"/>
              <a:t> </a:t>
            </a:r>
            <a:r>
              <a:rPr lang="en-US" dirty="0" err="1"/>
              <a:t>ứng</a:t>
            </a:r>
            <a:r>
              <a:rPr lang="en-US" dirty="0"/>
              <a:t> </a:t>
            </a:r>
            <a:r>
              <a:rPr lang="en-US" dirty="0" err="1"/>
              <a:t>dụng</a:t>
            </a:r>
            <a:r>
              <a:rPr lang="en-US" dirty="0"/>
              <a:t>, </a:t>
            </a:r>
            <a:r>
              <a:rPr lang="en-US" dirty="0" err="1"/>
              <a:t>chúng</a:t>
            </a:r>
            <a:r>
              <a:rPr lang="en-US" dirty="0"/>
              <a:t> ta </a:t>
            </a:r>
            <a:r>
              <a:rPr lang="en-US" dirty="0" err="1"/>
              <a:t>gọi</a:t>
            </a:r>
            <a:r>
              <a:rPr lang="en-US" dirty="0"/>
              <a:t> </a:t>
            </a:r>
            <a:r>
              <a:rPr lang="en-US" dirty="0" err="1"/>
              <a:t>là</a:t>
            </a:r>
            <a:r>
              <a:rPr lang="en-US" dirty="0"/>
              <a:t> Dependencies.</a:t>
            </a:r>
          </a:p>
          <a:p>
            <a:r>
              <a:rPr lang="en-US" dirty="0"/>
              <a:t>Visual Studio </a:t>
            </a:r>
            <a:r>
              <a:rPr lang="en-US" dirty="0" err="1"/>
              <a:t>sử</a:t>
            </a:r>
            <a:r>
              <a:rPr lang="en-US" dirty="0"/>
              <a:t> </a:t>
            </a:r>
            <a:r>
              <a:rPr lang="en-US" dirty="0" err="1"/>
              <a:t>dụng</a:t>
            </a:r>
            <a:r>
              <a:rPr lang="en-US" dirty="0"/>
              <a:t> </a:t>
            </a:r>
            <a:r>
              <a:rPr lang="en-US" dirty="0" err="1"/>
              <a:t>Nuget</a:t>
            </a:r>
            <a:r>
              <a:rPr lang="en-US" dirty="0"/>
              <a:t> Packages </a:t>
            </a:r>
            <a:r>
              <a:rPr lang="en-US" dirty="0" err="1"/>
              <a:t>để</a:t>
            </a:r>
            <a:r>
              <a:rPr lang="en-US" dirty="0"/>
              <a:t> </a:t>
            </a:r>
            <a:r>
              <a:rPr lang="en-US" dirty="0" err="1"/>
              <a:t>quản</a:t>
            </a:r>
            <a:r>
              <a:rPr lang="en-US" dirty="0"/>
              <a:t> </a:t>
            </a:r>
            <a:r>
              <a:rPr lang="en-US" dirty="0" err="1"/>
              <a:t>lý</a:t>
            </a:r>
            <a:r>
              <a:rPr lang="en-US" dirty="0"/>
              <a:t> </a:t>
            </a:r>
            <a:r>
              <a:rPr lang="en-US" dirty="0" err="1"/>
              <a:t>tất</a:t>
            </a:r>
            <a:r>
              <a:rPr lang="en-US" dirty="0"/>
              <a:t> </a:t>
            </a:r>
            <a:r>
              <a:rPr lang="en-US" dirty="0" err="1"/>
              <a:t>cả</a:t>
            </a:r>
            <a:r>
              <a:rPr lang="en-US" dirty="0"/>
              <a:t> </a:t>
            </a:r>
            <a:r>
              <a:rPr lang="en-US" dirty="0" err="1"/>
              <a:t>các</a:t>
            </a:r>
            <a:r>
              <a:rPr lang="en-US" dirty="0"/>
              <a:t> dependencies </a:t>
            </a:r>
            <a:r>
              <a:rPr lang="en-US" dirty="0" err="1"/>
              <a:t>phía</a:t>
            </a:r>
            <a:r>
              <a:rPr lang="en-US" dirty="0"/>
              <a:t> server.</a:t>
            </a:r>
          </a:p>
          <a:p>
            <a:r>
              <a:rPr lang="vi-VN" dirty="0"/>
              <a:t>Với Client tức là các thư viện JS thì chúng ta sử dụng Client-side Libraries</a:t>
            </a:r>
            <a:endParaRPr lang="en-US" dirty="0"/>
          </a:p>
          <a:p>
            <a:endParaRPr lang="en-US" dirty="0"/>
          </a:p>
          <a:p>
            <a:endParaRPr lang="en-US" dirty="0"/>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110857530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vi-VN"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Thư mục wwwroot</a:t>
            </a:r>
            <a:endPar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28</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Có</a:t>
            </a:r>
            <a:r>
              <a:rPr lang="en-US" dirty="0"/>
              <a:t> </a:t>
            </a:r>
            <a:r>
              <a:rPr lang="en-US" dirty="0" err="1"/>
              <a:t>thể</a:t>
            </a:r>
            <a:r>
              <a:rPr lang="en-US" dirty="0"/>
              <a:t> </a:t>
            </a:r>
            <a:r>
              <a:rPr lang="en-US" dirty="0" err="1"/>
              <a:t>thêm</a:t>
            </a:r>
            <a:r>
              <a:rPr lang="en-US" dirty="0"/>
              <a:t> </a:t>
            </a:r>
            <a:r>
              <a:rPr lang="en-US" dirty="0" err="1"/>
              <a:t>wwwroot</a:t>
            </a:r>
            <a:r>
              <a:rPr lang="en-US" dirty="0"/>
              <a:t> </a:t>
            </a:r>
            <a:r>
              <a:rPr lang="en-US" dirty="0" err="1"/>
              <a:t>vào</a:t>
            </a:r>
            <a:r>
              <a:rPr lang="en-US" dirty="0"/>
              <a:t> project </a:t>
            </a:r>
            <a:r>
              <a:rPr lang="en-US" dirty="0" err="1"/>
              <a:t>quản</a:t>
            </a:r>
            <a:r>
              <a:rPr lang="en-US" dirty="0"/>
              <a:t> </a:t>
            </a:r>
            <a:r>
              <a:rPr lang="en-US" dirty="0" err="1"/>
              <a:t>lý</a:t>
            </a:r>
            <a:r>
              <a:rPr lang="en-US" dirty="0"/>
              <a:t> F</a:t>
            </a:r>
            <a:r>
              <a:rPr lang="vi-VN" dirty="0"/>
              <a:t>ile tĩnh như HTML, CSS, Javascript hay hình ảnh sẽ đặt trong này hoặc các thư mục con của nó.</a:t>
            </a:r>
            <a:endParaRPr lang="en-US" dirty="0"/>
          </a:p>
          <a:p>
            <a:r>
              <a:rPr lang="vi-VN" dirty="0"/>
              <a:t>Chỉ đặt các file mà bạn muốn publish ra internet vào thư mục này</a:t>
            </a:r>
            <a:endParaRPr lang="en-US" dirty="0"/>
          </a:p>
          <a:p>
            <a:endParaRPr lang="en-US" dirty="0"/>
          </a:p>
          <a:p>
            <a:endParaRPr lang="en-US" dirty="0"/>
          </a:p>
          <a:p>
            <a:endParaRPr lang="en-US" dirty="0"/>
          </a:p>
          <a:p>
            <a:endParaRPr lang="en-US" dirty="0"/>
          </a:p>
          <a:p>
            <a:endParaRPr lang="en-US" dirty="0" smtClean="0"/>
          </a:p>
          <a:p>
            <a:r>
              <a:rPr lang="en-US" dirty="0" err="1" smtClean="0"/>
              <a:t>Ngoài</a:t>
            </a:r>
            <a:r>
              <a:rPr lang="en-US" dirty="0" smtClean="0"/>
              <a:t> </a:t>
            </a:r>
            <a:r>
              <a:rPr lang="en-US" dirty="0" err="1"/>
              <a:t>ra</a:t>
            </a:r>
            <a:r>
              <a:rPr lang="en-US" dirty="0"/>
              <a:t> </a:t>
            </a:r>
            <a:r>
              <a:rPr lang="en-US" dirty="0" err="1"/>
              <a:t>có</a:t>
            </a:r>
            <a:r>
              <a:rPr lang="en-US" dirty="0"/>
              <a:t> </a:t>
            </a:r>
            <a:r>
              <a:rPr lang="en-US" dirty="0" err="1"/>
              <a:t>thể</a:t>
            </a:r>
            <a:r>
              <a:rPr lang="en-US" dirty="0"/>
              <a:t> c</a:t>
            </a:r>
            <a:r>
              <a:rPr lang="vi-VN" dirty="0"/>
              <a:t>ài đặt các thư viện NuGet như `LibMan`, `BundlerMinifier.Core`, hoặc các thư viện khác</a:t>
            </a:r>
            <a:r>
              <a:rPr lang="en-US" dirty="0"/>
              <a:t> </a:t>
            </a:r>
            <a:r>
              <a:rPr lang="en-US" dirty="0" err="1"/>
              <a:t>quản</a:t>
            </a:r>
            <a:r>
              <a:rPr lang="en-US" dirty="0"/>
              <a:t> </a:t>
            </a:r>
            <a:r>
              <a:rPr lang="en-US" dirty="0" err="1"/>
              <a:t>lý</a:t>
            </a:r>
            <a:r>
              <a:rPr lang="en-US" dirty="0"/>
              <a:t> </a:t>
            </a:r>
            <a:r>
              <a:rPr lang="en-US" dirty="0" err="1"/>
              <a:t>các</a:t>
            </a:r>
            <a:r>
              <a:rPr lang="en-US" dirty="0"/>
              <a:t> file </a:t>
            </a:r>
            <a:r>
              <a:rPr lang="en-US" dirty="0" err="1"/>
              <a:t>tĩnh</a:t>
            </a:r>
            <a:r>
              <a:rPr lang="en-US" dirty="0"/>
              <a:t> </a:t>
            </a:r>
            <a:r>
              <a:rPr lang="en-US" dirty="0" err="1"/>
              <a:t>này</a:t>
            </a:r>
            <a:r>
              <a:rPr lang="en-US" dirty="0"/>
              <a:t>.</a:t>
            </a:r>
          </a:p>
          <a:p>
            <a:endParaRPr lang="en-US" dirty="0"/>
          </a:p>
          <a:p>
            <a:endParaRPr lang="en-US" dirty="0"/>
          </a:p>
          <a:p>
            <a:endParaRPr lang="en-US" dirty="0"/>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6">
            <a:extLst>
              <a:ext uri="{FF2B5EF4-FFF2-40B4-BE49-F238E27FC236}">
                <a16:creationId xmlns:a16="http://schemas.microsoft.com/office/drawing/2014/main" id="{1F8F0D76-2737-4EA4-0CE5-27CEB415E0B3}"/>
              </a:ext>
            </a:extLst>
          </p:cNvPr>
          <p:cNvPicPr>
            <a:picLocks noChangeAspect="1"/>
          </p:cNvPicPr>
          <p:nvPr/>
        </p:nvPicPr>
        <p:blipFill>
          <a:blip r:embed="rId3"/>
          <a:stretch>
            <a:fillRect/>
          </a:stretch>
        </p:blipFill>
        <p:spPr>
          <a:xfrm>
            <a:off x="4038600" y="2634703"/>
            <a:ext cx="3810000" cy="2273905"/>
          </a:xfrm>
          <a:prstGeom prst="rect">
            <a:avLst/>
          </a:prstGeom>
        </p:spPr>
      </p:pic>
    </p:spTree>
    <p:extLst>
      <p:ext uri="{BB962C8B-B14F-4D97-AF65-F5344CB8AC3E}">
        <p14:creationId xmlns:p14="http://schemas.microsoft.com/office/powerpoint/2010/main" val="36256993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p:cNvSpPr>
            <a:spLocks noGrp="1"/>
          </p:cNvSpPr>
          <p:nvPr>
            <p:ph type="body" sz="quarter" idx="13"/>
          </p:nvPr>
        </p:nvSpPr>
        <p:spPr/>
        <p:txBody>
          <a:bodyPr/>
          <a:lstStyle/>
          <a:p>
            <a:endParaRPr lang="en-US"/>
          </a:p>
        </p:txBody>
      </p:sp>
      <p:sp>
        <p:nvSpPr>
          <p:cNvPr id="31" name="Text Placeholder 30"/>
          <p:cNvSpPr>
            <a:spLocks noGrp="1"/>
          </p:cNvSpPr>
          <p:nvPr>
            <p:ph type="body" sz="quarter" idx="22"/>
          </p:nvPr>
        </p:nvSpPr>
        <p:spPr/>
        <p:txBody>
          <a:bodyPr/>
          <a:lstStyle/>
          <a:p>
            <a:endParaRPr lang="en-US" dirty="0"/>
          </a:p>
        </p:txBody>
      </p:sp>
      <p:sp>
        <p:nvSpPr>
          <p:cNvPr id="2" name="Title 1"/>
          <p:cNvSpPr>
            <a:spLocks noGrp="1"/>
          </p:cNvSpPr>
          <p:nvPr>
            <p:ph type="title"/>
          </p:nvPr>
        </p:nvSpPr>
        <p:spPr/>
        <p:txBody>
          <a:bodyPr>
            <a:noAutofit/>
          </a:bodyPr>
          <a:lstStyle/>
          <a:p>
            <a:r>
              <a:rPr lang="en-US" sz="3600" dirty="0" smtClean="0">
                <a:solidFill>
                  <a:srgbClr val="FFC000"/>
                </a:solidFill>
              </a:rPr>
              <a:t>		</a:t>
            </a:r>
            <a:r>
              <a:rPr lang="en-US" sz="3600" dirty="0" err="1" smtClean="0">
                <a:solidFill>
                  <a:srgbClr val="FFC000"/>
                </a:solidFill>
              </a:rPr>
              <a:t>Tạo</a:t>
            </a:r>
            <a:r>
              <a:rPr lang="en-US" sz="3600" dirty="0" smtClean="0">
                <a:solidFill>
                  <a:srgbClr val="FFC000"/>
                </a:solidFill>
              </a:rPr>
              <a:t> </a:t>
            </a:r>
            <a:r>
              <a:rPr lang="en-US" sz="3600" dirty="0" err="1">
                <a:solidFill>
                  <a:srgbClr val="FFC000"/>
                </a:solidFill>
              </a:rPr>
              <a:t>dự</a:t>
            </a:r>
            <a:r>
              <a:rPr lang="en-US" sz="3600" dirty="0">
                <a:solidFill>
                  <a:srgbClr val="FFC000"/>
                </a:solidFill>
              </a:rPr>
              <a:t> </a:t>
            </a:r>
            <a:r>
              <a:rPr lang="en-US" sz="3600" dirty="0" err="1">
                <a:solidFill>
                  <a:srgbClr val="FFC000"/>
                </a:solidFill>
              </a:rPr>
              <a:t>án</a:t>
            </a:r>
            <a:r>
              <a:rPr lang="en-US" sz="3600" dirty="0">
                <a:solidFill>
                  <a:srgbClr val="FFC000"/>
                </a:solidFill>
              </a:rPr>
              <a:t> ASP.NET Core </a:t>
            </a:r>
            <a:r>
              <a:rPr lang="en-US" sz="3600" dirty="0" err="1">
                <a:solidFill>
                  <a:srgbClr val="FFC000"/>
                </a:solidFill>
              </a:rPr>
              <a:t>từ</a:t>
            </a:r>
            <a:r>
              <a:rPr lang="en-US" sz="3600" dirty="0">
                <a:solidFill>
                  <a:srgbClr val="FFC000"/>
                </a:solidFill>
              </a:rPr>
              <a:t> Visual </a:t>
            </a:r>
            <a:r>
              <a:rPr lang="en-US" sz="3600" dirty="0" smtClean="0">
                <a:solidFill>
                  <a:srgbClr val="FFC000"/>
                </a:solidFill>
              </a:rPr>
              <a:t>Studio</a:t>
            </a:r>
            <a:br>
              <a:rPr lang="en-US" sz="3600" dirty="0" smtClean="0">
                <a:solidFill>
                  <a:srgbClr val="FFC000"/>
                </a:solidFill>
              </a:rPr>
            </a:br>
            <a:r>
              <a:rPr lang="en-US" sz="3600" dirty="0" smtClean="0">
                <a:solidFill>
                  <a:srgbClr val="FFC000"/>
                </a:solidFill>
              </a:rPr>
              <a:t>		</a:t>
            </a:r>
            <a:r>
              <a:rPr lang="en-US" sz="3600" dirty="0" err="1" smtClean="0">
                <a:solidFill>
                  <a:srgbClr val="FFC000"/>
                </a:solidFill>
              </a:rPr>
              <a:t>giải</a:t>
            </a:r>
            <a:r>
              <a:rPr lang="en-US" sz="3600" dirty="0" smtClean="0">
                <a:solidFill>
                  <a:srgbClr val="FFC000"/>
                </a:solidFill>
              </a:rPr>
              <a:t> </a:t>
            </a:r>
            <a:r>
              <a:rPr lang="en-US" sz="3600" dirty="0" err="1" smtClean="0">
                <a:solidFill>
                  <a:srgbClr val="FFC000"/>
                </a:solidFill>
              </a:rPr>
              <a:t>thích</a:t>
            </a:r>
            <a:r>
              <a:rPr lang="en-US" sz="3600" dirty="0" smtClean="0">
                <a:solidFill>
                  <a:srgbClr val="FFC000"/>
                </a:solidFill>
              </a:rPr>
              <a:t> </a:t>
            </a:r>
            <a:r>
              <a:rPr lang="en-US" sz="3600" dirty="0" err="1">
                <a:solidFill>
                  <a:srgbClr val="FFC000"/>
                </a:solidFill>
              </a:rPr>
              <a:t>cấu</a:t>
            </a:r>
            <a:r>
              <a:rPr lang="en-US" sz="3600" dirty="0">
                <a:solidFill>
                  <a:srgbClr val="FFC000"/>
                </a:solidFill>
              </a:rPr>
              <a:t> </a:t>
            </a:r>
            <a:r>
              <a:rPr lang="en-US" sz="3600" dirty="0" err="1">
                <a:solidFill>
                  <a:srgbClr val="FFC000"/>
                </a:solidFill>
              </a:rPr>
              <a:t>trúc</a:t>
            </a:r>
            <a:r>
              <a:rPr lang="en-US" sz="3600" dirty="0">
                <a:solidFill>
                  <a:srgbClr val="FFC000"/>
                </a:solidFill>
              </a:rPr>
              <a:t> </a:t>
            </a:r>
            <a:r>
              <a:rPr lang="en-US" sz="3600" dirty="0" err="1">
                <a:solidFill>
                  <a:srgbClr val="FFC000"/>
                </a:solidFill>
              </a:rPr>
              <a:t>dự</a:t>
            </a:r>
            <a:r>
              <a:rPr lang="en-US" sz="3600" dirty="0">
                <a:solidFill>
                  <a:srgbClr val="FFC000"/>
                </a:solidFill>
              </a:rPr>
              <a:t> </a:t>
            </a:r>
            <a:r>
              <a:rPr lang="en-US" sz="3600" dirty="0" err="1">
                <a:solidFill>
                  <a:srgbClr val="FFC000"/>
                </a:solidFill>
              </a:rPr>
              <a:t>án</a:t>
            </a:r>
            <a:endParaRPr lang="en-US" sz="3600" dirty="0">
              <a:solidFill>
                <a:srgbClr val="FFC000"/>
              </a:solidFill>
            </a:endParaRPr>
          </a:p>
        </p:txBody>
      </p:sp>
      <p:sp>
        <p:nvSpPr>
          <p:cNvPr id="32" name="Text Placeholder 31"/>
          <p:cNvSpPr>
            <a:spLocks noGrp="1"/>
          </p:cNvSpPr>
          <p:nvPr>
            <p:ph type="body" sz="quarter" idx="23"/>
          </p:nvPr>
        </p:nvSpPr>
        <p:spPr/>
        <p:txBody>
          <a:bodyPr/>
          <a:lstStyle/>
          <a:p>
            <a:endParaRPr lang="en-US"/>
          </a:p>
        </p:txBody>
      </p:sp>
      <p:sp>
        <p:nvSpPr>
          <p:cNvPr id="4" name="Footer Placeholder 3"/>
          <p:cNvSpPr>
            <a:spLocks noGrp="1"/>
          </p:cNvSpPr>
          <p:nvPr>
            <p:ph type="ftr" sz="quarter" idx="4294967295"/>
          </p:nvPr>
        </p:nvSpPr>
        <p:spPr>
          <a:xfrm>
            <a:off x="0" y="6432550"/>
            <a:ext cx="4114800" cy="365125"/>
          </a:xfrm>
          <a:prstGeom prst="rect">
            <a:avLst/>
          </a:prstGeom>
        </p:spPr>
        <p:txBody>
          <a:bodyPr/>
          <a:lstStyle/>
          <a:p>
            <a:r>
              <a:rPr lang="vi-VN" dirty="0"/>
              <a:t>Lập trình C#3</a:t>
            </a:r>
            <a:endParaRPr lang="en-US" dirty="0"/>
          </a:p>
        </p:txBody>
      </p:sp>
      <p:sp>
        <p:nvSpPr>
          <p:cNvPr id="5" name="Slide Number Placeholder 4"/>
          <p:cNvSpPr>
            <a:spLocks noGrp="1"/>
          </p:cNvSpPr>
          <p:nvPr>
            <p:ph type="sldNum" sz="quarter" idx="4294967295"/>
          </p:nvPr>
        </p:nvSpPr>
        <p:spPr>
          <a:xfrm>
            <a:off x="0" y="6340475"/>
            <a:ext cx="303213" cy="365125"/>
          </a:xfrm>
          <a:prstGeom prst="rect">
            <a:avLst/>
          </a:prstGeom>
        </p:spPr>
        <p:txBody>
          <a:bodyPr/>
          <a:lstStyle/>
          <a:p>
            <a:fld id="{8AACEE26-D979-411F-B229-D9F26BAEDF07}" type="slidenum">
              <a:rPr lang="en-US" smtClean="0"/>
              <a:t>29</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6000" dirty="0" smtClean="0">
                <a:solidFill>
                  <a:srgbClr val="FF0000"/>
                </a:solidFill>
              </a:rPr>
              <a:t>				  </a:t>
            </a:r>
            <a:r>
              <a:rPr lang="en-US" sz="6000" dirty="0" smtClean="0">
                <a:solidFill>
                  <a:schemeClr val="bg1"/>
                </a:solidFill>
              </a:rPr>
              <a:t>DEMO</a:t>
            </a:r>
            <a:endParaRPr lang="en-US" sz="6000"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4322" y="0"/>
            <a:ext cx="1828919" cy="1312750"/>
          </a:xfrm>
          <a:prstGeom prst="rect">
            <a:avLst/>
          </a:prstGeom>
        </p:spPr>
      </p:pic>
    </p:spTree>
    <p:extLst>
      <p:ext uri="{BB962C8B-B14F-4D97-AF65-F5344CB8AC3E}">
        <p14:creationId xmlns:p14="http://schemas.microsoft.com/office/powerpoint/2010/main" val="13633905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p:cNvSpPr>
            <a:spLocks noGrp="1"/>
          </p:cNvSpPr>
          <p:nvPr>
            <p:ph type="body" sz="quarter" idx="13"/>
          </p:nvPr>
        </p:nvSpPr>
        <p:spPr/>
        <p:txBody>
          <a:bodyPr/>
          <a:lstStyle/>
          <a:p>
            <a:endParaRPr lang="en-US"/>
          </a:p>
        </p:txBody>
      </p:sp>
      <p:sp>
        <p:nvSpPr>
          <p:cNvPr id="31" name="Text Placeholder 30"/>
          <p:cNvSpPr>
            <a:spLocks noGrp="1"/>
          </p:cNvSpPr>
          <p:nvPr>
            <p:ph type="body" sz="quarter" idx="22"/>
          </p:nvPr>
        </p:nvSpPr>
        <p:spPr/>
        <p:txBody>
          <a:bodyPr/>
          <a:lstStyle/>
          <a:p>
            <a:endParaRPr lang="en-US" dirty="0"/>
          </a:p>
        </p:txBody>
      </p:sp>
      <p:sp>
        <p:nvSpPr>
          <p:cNvPr id="2" name="Title 1"/>
          <p:cNvSpPr>
            <a:spLocks noGrp="1"/>
          </p:cNvSpPr>
          <p:nvPr>
            <p:ph type="title"/>
          </p:nvPr>
        </p:nvSpPr>
        <p:spPr>
          <a:xfrm>
            <a:off x="1085850" y="2057401"/>
            <a:ext cx="10511204" cy="3974122"/>
          </a:xfrm>
        </p:spPr>
        <p:txBody>
          <a:bodyPr>
            <a:noAutofit/>
          </a:bodyPr>
          <a:lstStyle/>
          <a:p>
            <a:pPr>
              <a:lnSpc>
                <a:spcPct val="150000"/>
              </a:lnSpc>
            </a:pPr>
            <a:r>
              <a:rPr lang="vi-VN" sz="3200" dirty="0">
                <a:solidFill>
                  <a:srgbClr val="FFC000"/>
                </a:solidFill>
                <a:latin typeface="Calibri" panose="020F0502020204030204" pitchFamily="34" charset="0"/>
                <a:ea typeface="Calibri" panose="020F0502020204030204" pitchFamily="34" charset="0"/>
                <a:cs typeface="Calibri" panose="020F0502020204030204" pitchFamily="34" charset="0"/>
              </a:rPr>
              <a:t>Cơ bản về lập trình Web</a:t>
            </a:r>
            <a:r>
              <a:rPr lang="en-US" sz="3200" dirty="0">
                <a:solidFill>
                  <a:srgbClr val="FFC000"/>
                </a:solidFill>
                <a:latin typeface="Calibri" panose="020F0502020204030204" pitchFamily="34" charset="0"/>
                <a:ea typeface="Calibri" panose="020F0502020204030204" pitchFamily="34" charset="0"/>
                <a:cs typeface="Calibri" panose="020F0502020204030204" pitchFamily="34" charset="0"/>
              </a:rPr>
              <a:t/>
            </a:r>
            <a:br>
              <a:rPr lang="en-US" sz="3200" dirty="0">
                <a:solidFill>
                  <a:srgbClr val="FFC000"/>
                </a:solidFill>
                <a:latin typeface="Calibri" panose="020F0502020204030204" pitchFamily="34" charset="0"/>
                <a:ea typeface="Calibri" panose="020F0502020204030204" pitchFamily="34" charset="0"/>
                <a:cs typeface="Calibri" panose="020F0502020204030204" pitchFamily="34" charset="0"/>
              </a:rPr>
            </a:br>
            <a:r>
              <a:rPr lang="nl-NL" sz="3200" dirty="0">
                <a:solidFill>
                  <a:srgbClr val="FFC000"/>
                </a:solidFill>
                <a:latin typeface="Calibri" panose="020F0502020204030204" pitchFamily="34" charset="0"/>
                <a:ea typeface="Calibri" panose="020F0502020204030204" pitchFamily="34" charset="0"/>
                <a:cs typeface="Calibri" panose="020F0502020204030204" pitchFamily="34" charset="0"/>
              </a:rPr>
              <a:t>.NET Core và .Net </a:t>
            </a:r>
            <a:r>
              <a:rPr lang="nl-NL" sz="3200" dirty="0" smtClean="0">
                <a:solidFill>
                  <a:srgbClr val="FFC000"/>
                </a:solidFill>
                <a:latin typeface="Calibri" panose="020F0502020204030204" pitchFamily="34" charset="0"/>
                <a:ea typeface="Calibri" panose="020F0502020204030204" pitchFamily="34" charset="0"/>
                <a:cs typeface="Calibri" panose="020F0502020204030204" pitchFamily="34" charset="0"/>
              </a:rPr>
              <a:t>Framework </a:t>
            </a:r>
            <a:br>
              <a:rPr lang="nl-NL" sz="3200" dirty="0" smtClean="0">
                <a:solidFill>
                  <a:srgbClr val="FFC000"/>
                </a:solidFill>
                <a:latin typeface="Calibri" panose="020F0502020204030204" pitchFamily="34" charset="0"/>
                <a:ea typeface="Calibri" panose="020F0502020204030204" pitchFamily="34" charset="0"/>
                <a:cs typeface="Calibri" panose="020F0502020204030204" pitchFamily="34" charset="0"/>
              </a:rPr>
            </a:br>
            <a:r>
              <a:rPr lang="nl-NL" sz="3200" dirty="0" smtClean="0">
                <a:solidFill>
                  <a:srgbClr val="FFC000"/>
                </a:solidFill>
                <a:latin typeface="Calibri" panose="020F0502020204030204" pitchFamily="34" charset="0"/>
                <a:ea typeface="Calibri" panose="020F0502020204030204" pitchFamily="34" charset="0"/>
                <a:cs typeface="Calibri" panose="020F0502020204030204" pitchFamily="34" charset="0"/>
              </a:rPr>
              <a:t>.ASP.NET </a:t>
            </a:r>
            <a:r>
              <a:rPr lang="nl-NL" sz="3200" dirty="0">
                <a:solidFill>
                  <a:srgbClr val="FFC000"/>
                </a:solidFill>
                <a:latin typeface="Calibri" panose="020F0502020204030204" pitchFamily="34" charset="0"/>
                <a:ea typeface="Calibri" panose="020F0502020204030204" pitchFamily="34" charset="0"/>
                <a:cs typeface="Calibri" panose="020F0502020204030204" pitchFamily="34" charset="0"/>
              </a:rPr>
              <a:t>Core</a:t>
            </a:r>
            <a:br>
              <a:rPr lang="nl-NL" sz="3200" dirty="0">
                <a:solidFill>
                  <a:srgbClr val="FFC000"/>
                </a:solidFill>
                <a:latin typeface="Calibri" panose="020F0502020204030204" pitchFamily="34" charset="0"/>
                <a:ea typeface="Calibri" panose="020F0502020204030204" pitchFamily="34" charset="0"/>
                <a:cs typeface="Calibri" panose="020F0502020204030204" pitchFamily="34" charset="0"/>
              </a:rPr>
            </a:br>
            <a:r>
              <a:rPr lang="en-US" sz="3200" dirty="0" err="1">
                <a:solidFill>
                  <a:srgbClr val="FFC000"/>
                </a:solidFill>
                <a:latin typeface="Calibri" panose="020F0502020204030204" pitchFamily="34" charset="0"/>
                <a:ea typeface="Calibri" panose="020F0502020204030204" pitchFamily="34" charset="0"/>
                <a:cs typeface="Calibri" panose="020F0502020204030204" pitchFamily="34" charset="0"/>
              </a:rPr>
              <a:t>Dự</a:t>
            </a:r>
            <a:r>
              <a:rPr lang="en-US" sz="3200" dirty="0">
                <a:solidFill>
                  <a:srgbClr val="FFC000"/>
                </a:solidFill>
                <a:latin typeface="Calibri" panose="020F0502020204030204" pitchFamily="34" charset="0"/>
                <a:ea typeface="Calibri" panose="020F0502020204030204" pitchFamily="34" charset="0"/>
                <a:cs typeface="Calibri" panose="020F0502020204030204" pitchFamily="34" charset="0"/>
              </a:rPr>
              <a:t> </a:t>
            </a:r>
            <a:r>
              <a:rPr lang="en-US" sz="3200" dirty="0" err="1">
                <a:solidFill>
                  <a:srgbClr val="FFC000"/>
                </a:solidFill>
                <a:latin typeface="Calibri" panose="020F0502020204030204" pitchFamily="34" charset="0"/>
                <a:ea typeface="Calibri" panose="020F0502020204030204" pitchFamily="34" charset="0"/>
                <a:cs typeface="Calibri" panose="020F0502020204030204" pitchFamily="34" charset="0"/>
              </a:rPr>
              <a:t>án</a:t>
            </a:r>
            <a:r>
              <a:rPr lang="en-US" sz="3200" dirty="0">
                <a:solidFill>
                  <a:srgbClr val="FFC000"/>
                </a:solidFill>
                <a:latin typeface="Calibri" panose="020F0502020204030204" pitchFamily="34" charset="0"/>
                <a:ea typeface="Calibri" panose="020F0502020204030204" pitchFamily="34" charset="0"/>
                <a:cs typeface="Calibri" panose="020F0502020204030204" pitchFamily="34" charset="0"/>
              </a:rPr>
              <a:t> ASP.NET Core </a:t>
            </a:r>
            <a:r>
              <a:rPr lang="en-US" sz="3200" dirty="0" err="1">
                <a:solidFill>
                  <a:srgbClr val="FFC000"/>
                </a:solidFill>
                <a:latin typeface="Calibri" panose="020F0502020204030204" pitchFamily="34" charset="0"/>
                <a:ea typeface="Calibri" panose="020F0502020204030204" pitchFamily="34" charset="0"/>
                <a:cs typeface="Calibri" panose="020F0502020204030204" pitchFamily="34" charset="0"/>
              </a:rPr>
              <a:t>từ</a:t>
            </a:r>
            <a:r>
              <a:rPr lang="en-US" sz="3200" dirty="0">
                <a:solidFill>
                  <a:srgbClr val="FFC000"/>
                </a:solidFill>
                <a:latin typeface="Calibri" panose="020F0502020204030204" pitchFamily="34" charset="0"/>
                <a:ea typeface="Calibri" panose="020F0502020204030204" pitchFamily="34" charset="0"/>
                <a:cs typeface="Calibri" panose="020F0502020204030204" pitchFamily="34" charset="0"/>
              </a:rPr>
              <a:t> Visual Studio</a:t>
            </a:r>
            <a:endParaRPr lang="nl-NL" sz="3200" dirty="0">
              <a:solidFill>
                <a:srgbClr val="FFC000"/>
              </a:solidFill>
              <a:latin typeface="Calibri" panose="020F0502020204030204" pitchFamily="34" charset="0"/>
              <a:ea typeface="Calibri" panose="020F0502020204030204" pitchFamily="34" charset="0"/>
              <a:cs typeface="Calibri" panose="020F0502020204030204" pitchFamily="34" charset="0"/>
            </a:endParaRPr>
          </a:p>
        </p:txBody>
      </p:sp>
      <p:sp>
        <p:nvSpPr>
          <p:cNvPr id="32" name="Text Placeholder 31"/>
          <p:cNvSpPr>
            <a:spLocks noGrp="1"/>
          </p:cNvSpPr>
          <p:nvPr>
            <p:ph type="body" sz="quarter" idx="23"/>
          </p:nvPr>
        </p:nvSpPr>
        <p:spPr/>
        <p:txBody>
          <a:bodyPr/>
          <a:lstStyle/>
          <a:p>
            <a:endParaRPr lang="en-US"/>
          </a:p>
        </p:txBody>
      </p:sp>
      <p:sp>
        <p:nvSpPr>
          <p:cNvPr id="4" name="Footer Placeholder 3"/>
          <p:cNvSpPr>
            <a:spLocks noGrp="1"/>
          </p:cNvSpPr>
          <p:nvPr>
            <p:ph type="ftr" sz="quarter" idx="4294967295"/>
          </p:nvPr>
        </p:nvSpPr>
        <p:spPr>
          <a:xfrm>
            <a:off x="0" y="6432550"/>
            <a:ext cx="4114800" cy="365125"/>
          </a:xfrm>
          <a:prstGeom prst="rect">
            <a:avLst/>
          </a:prstGeom>
        </p:spPr>
        <p:txBody>
          <a:bodyPr/>
          <a:lstStyle/>
          <a:p>
            <a:r>
              <a:rPr lang="vi-VN" dirty="0"/>
              <a:t>Lập trình C#3</a:t>
            </a:r>
            <a:endParaRPr lang="en-US" dirty="0"/>
          </a:p>
        </p:txBody>
      </p:sp>
      <p:sp>
        <p:nvSpPr>
          <p:cNvPr id="5" name="Slide Number Placeholder 4"/>
          <p:cNvSpPr>
            <a:spLocks noGrp="1"/>
          </p:cNvSpPr>
          <p:nvPr>
            <p:ph type="sldNum" sz="quarter" idx="4294967295"/>
          </p:nvPr>
        </p:nvSpPr>
        <p:spPr>
          <a:xfrm>
            <a:off x="0" y="6340475"/>
            <a:ext cx="303213" cy="365125"/>
          </a:xfrm>
          <a:prstGeom prst="rect">
            <a:avLst/>
          </a:prstGeom>
        </p:spPr>
        <p:txBody>
          <a:bodyPr/>
          <a:lstStyle/>
          <a:p>
            <a:fld id="{8AACEE26-D979-411F-B229-D9F26BAEDF07}" type="slidenum">
              <a:rPr lang="en-US" smtClean="0"/>
              <a:t>30</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6000" dirty="0" smtClean="0">
                <a:solidFill>
                  <a:srgbClr val="FF0000"/>
                </a:solidFill>
              </a:rPr>
              <a:t>			</a:t>
            </a:r>
            <a:r>
              <a:rPr lang="en-US" sz="6000" dirty="0" err="1" smtClean="0">
                <a:solidFill>
                  <a:schemeClr val="bg1"/>
                </a:solidFill>
              </a:rPr>
              <a:t>Tổng</a:t>
            </a:r>
            <a:r>
              <a:rPr lang="en-US" sz="6000" dirty="0" smtClean="0">
                <a:solidFill>
                  <a:schemeClr val="bg1"/>
                </a:solidFill>
              </a:rPr>
              <a:t> </a:t>
            </a:r>
            <a:r>
              <a:rPr lang="en-US" sz="6000" dirty="0" err="1" smtClean="0">
                <a:solidFill>
                  <a:schemeClr val="bg1"/>
                </a:solidFill>
              </a:rPr>
              <a:t>kết</a:t>
            </a:r>
            <a:r>
              <a:rPr lang="en-US" sz="6000" dirty="0" smtClean="0">
                <a:solidFill>
                  <a:schemeClr val="bg1"/>
                </a:solidFill>
              </a:rPr>
              <a:t> </a:t>
            </a:r>
            <a:r>
              <a:rPr lang="en-US" sz="6000" dirty="0" err="1" smtClean="0">
                <a:solidFill>
                  <a:schemeClr val="bg1"/>
                </a:solidFill>
              </a:rPr>
              <a:t>bài</a:t>
            </a:r>
            <a:r>
              <a:rPr lang="en-US" sz="6000" dirty="0" smtClean="0">
                <a:solidFill>
                  <a:schemeClr val="bg1"/>
                </a:solidFill>
              </a:rPr>
              <a:t> </a:t>
            </a:r>
            <a:r>
              <a:rPr lang="en-US" sz="6000" dirty="0" err="1" smtClean="0">
                <a:solidFill>
                  <a:schemeClr val="bg1"/>
                </a:solidFill>
              </a:rPr>
              <a:t>học</a:t>
            </a:r>
            <a:endParaRPr lang="en-US" sz="6000"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4322" y="0"/>
            <a:ext cx="1828919" cy="1312750"/>
          </a:xfrm>
          <a:prstGeom prst="rect">
            <a:avLst/>
          </a:prstGeom>
        </p:spPr>
      </p:pic>
    </p:spTree>
    <p:extLst>
      <p:ext uri="{BB962C8B-B14F-4D97-AF65-F5344CB8AC3E}">
        <p14:creationId xmlns:p14="http://schemas.microsoft.com/office/powerpoint/2010/main" val="700702116"/>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dernClassicBlock-3">
  <a:themeElements>
    <a:clrScheme name="MSFT_ELT_ModernClassicBlock_03">
      <a:dk1>
        <a:sysClr val="windowText" lastClr="000000"/>
      </a:dk1>
      <a:lt1>
        <a:sysClr val="window" lastClr="FFFFFF"/>
      </a:lt1>
      <a:dk2>
        <a:srgbClr val="43467B"/>
      </a:dk2>
      <a:lt2>
        <a:srgbClr val="DFE3E5"/>
      </a:lt2>
      <a:accent1>
        <a:srgbClr val="43467B"/>
      </a:accent1>
      <a:accent2>
        <a:srgbClr val="E58C09"/>
      </a:accent2>
      <a:accent3>
        <a:srgbClr val="2683C6"/>
      </a:accent3>
      <a:accent4>
        <a:srgbClr val="EEC621"/>
      </a:accent4>
      <a:accent5>
        <a:srgbClr val="1D9BA1"/>
      </a:accent5>
      <a:accent6>
        <a:srgbClr val="87175F"/>
      </a:accent6>
      <a:hlink>
        <a:srgbClr val="0070C0"/>
      </a:hlink>
      <a:folHlink>
        <a:srgbClr val="C00000"/>
      </a:folHlink>
    </a:clrScheme>
    <a:fontScheme name="MSFT_ELT_ModernClassicBlock_03">
      <a:majorFont>
        <a:latin typeface="Tw Cen MT Condensed"/>
        <a:ea typeface=""/>
        <a:cs typeface=""/>
      </a:majorFont>
      <a:minorFont>
        <a:latin typeface="Tw Cen MT"/>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ELT_Template_ModernClassicBlockLT_v4" id="{30DDF308-B484-4DB0-8959-4BA762476498}" vid="{49FD44A8-5F40-4E6E-BC83-04BD3C4DB240}"/>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1440</Words>
  <Application>Microsoft Office PowerPoint</Application>
  <PresentationFormat>Widescreen</PresentationFormat>
  <Paragraphs>217</Paragraphs>
  <Slides>30</Slides>
  <Notes>1</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30</vt:i4>
      </vt:variant>
    </vt:vector>
  </HeadingPairs>
  <TitlesOfParts>
    <vt:vector size="46" baseType="lpstr">
      <vt:lpstr>Arial</vt:lpstr>
      <vt:lpstr>Arial</vt:lpstr>
      <vt:lpstr>Calibri</vt:lpstr>
      <vt:lpstr>Calibri Light</vt:lpstr>
      <vt:lpstr>Courier New</vt:lpstr>
      <vt:lpstr>Roboto</vt:lpstr>
      <vt:lpstr>Roboto Lt</vt:lpstr>
      <vt:lpstr>Segoe UI</vt:lpstr>
      <vt:lpstr>SFMono-Regular</vt:lpstr>
      <vt:lpstr>Tw Cen MT</vt:lpstr>
      <vt:lpstr>Tw Cen MT Condensed</vt:lpstr>
      <vt:lpstr>Wingdings</vt:lpstr>
      <vt:lpstr>Wingdings 3</vt:lpstr>
      <vt:lpstr>Office Theme</vt:lpstr>
      <vt:lpstr>ModernClassicBlock-3</vt:lpstr>
      <vt:lpstr>Custom Design</vt:lpstr>
      <vt:lpstr>Lập Trình C#3</vt:lpstr>
      <vt:lpstr>Mục tiêu</vt:lpstr>
      <vt:lpstr>Cơ bản về lập trình Web</vt:lpstr>
      <vt:lpstr>Trang web tĩnh</vt:lpstr>
      <vt:lpstr>Trang web động</vt:lpstr>
      <vt:lpstr>Một số công nghệ phía server</vt:lpstr>
      <vt:lpstr>.NET Core và .Net Framework</vt:lpstr>
      <vt:lpstr>.NET Core và .Net Framework</vt:lpstr>
      <vt:lpstr>ASP.NET</vt:lpstr>
      <vt:lpstr>ASP.NET Core</vt:lpstr>
      <vt:lpstr>ASP.NET Core</vt:lpstr>
      <vt:lpstr>Dotnet CLI</vt:lpstr>
      <vt:lpstr>Dotnet CLI</vt:lpstr>
      <vt:lpstr>Tạo dự án ASP.NET Core từ CLI</vt:lpstr>
      <vt:lpstr>Tạo dự án ASP.NET Core từ CLI</vt:lpstr>
      <vt:lpstr>  Thực Hành các Ví Dụ</vt:lpstr>
      <vt:lpstr>Tạo dự án ASP.NET Core từ Visual Studio</vt:lpstr>
      <vt:lpstr>Tạo dự án ASP.NET Core từ Visual Studio</vt:lpstr>
      <vt:lpstr>Tạo dự án ASP.NET Core từ Visual Studio</vt:lpstr>
      <vt:lpstr>Tạo dự án ASP.NET Core từ Visual Studio</vt:lpstr>
      <vt:lpstr>Tạo dự án ASP.NET Core từ Visual Studio</vt:lpstr>
      <vt:lpstr>Tạo dự án ASP.NET Core từ Visual Studio</vt:lpstr>
      <vt:lpstr>Cấu trúc dự án ASP.NET Core</vt:lpstr>
      <vt:lpstr>Thư mục Properties</vt:lpstr>
      <vt:lpstr>appsettings.json</vt:lpstr>
      <vt:lpstr>Program Class</vt:lpstr>
      <vt:lpstr>Thư mục Dependencies</vt:lpstr>
      <vt:lpstr>Thư mục wwwroot</vt:lpstr>
      <vt:lpstr>  Tạo dự án ASP.NET Core từ Visual Studio   giải thích cấu trúc dự án</vt:lpstr>
      <vt:lpstr>Cơ bản về lập trình Web .NET Core và .Net Framework  .ASP.NET Core Dự án ASP.NET Core từ Visual Studio</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Lập Trình C#3</dc:title>
  <dc:creator>Nguy Nguyen Uy Vu</dc:creator>
  <cp:lastModifiedBy>Nguy Nguyen Uy Vu</cp:lastModifiedBy>
  <cp:revision>15</cp:revision>
  <dcterms:created xsi:type="dcterms:W3CDTF">2024-12-10T15:23:11Z</dcterms:created>
  <dcterms:modified xsi:type="dcterms:W3CDTF">2024-12-10T16:17:13Z</dcterms:modified>
</cp:coreProperties>
</file>
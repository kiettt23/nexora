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2.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717" r:id="rId3"/>
  </p:sldMasterIdLst>
  <p:notesMasterIdLst>
    <p:notesMasterId r:id="rId36"/>
  </p:notesMasterIdLst>
  <p:sldIdLst>
    <p:sldId id="257" r:id="rId4"/>
    <p:sldId id="258" r:id="rId5"/>
    <p:sldId id="259" r:id="rId6"/>
    <p:sldId id="431" r:id="rId7"/>
    <p:sldId id="432" r:id="rId8"/>
    <p:sldId id="433" r:id="rId9"/>
    <p:sldId id="434" r:id="rId10"/>
    <p:sldId id="435" r:id="rId11"/>
    <p:sldId id="436" r:id="rId12"/>
    <p:sldId id="437" r:id="rId13"/>
    <p:sldId id="438" r:id="rId14"/>
    <p:sldId id="439" r:id="rId15"/>
    <p:sldId id="440" r:id="rId16"/>
    <p:sldId id="441" r:id="rId17"/>
    <p:sldId id="442" r:id="rId18"/>
    <p:sldId id="443" r:id="rId19"/>
    <p:sldId id="332" r:id="rId20"/>
    <p:sldId id="369" r:id="rId21"/>
    <p:sldId id="444" r:id="rId22"/>
    <p:sldId id="445" r:id="rId23"/>
    <p:sldId id="446" r:id="rId24"/>
    <p:sldId id="447" r:id="rId25"/>
    <p:sldId id="448" r:id="rId26"/>
    <p:sldId id="449" r:id="rId27"/>
    <p:sldId id="357" r:id="rId28"/>
    <p:sldId id="450" r:id="rId29"/>
    <p:sldId id="451" r:id="rId30"/>
    <p:sldId id="452" r:id="rId31"/>
    <p:sldId id="453" r:id="rId32"/>
    <p:sldId id="454" r:id="rId33"/>
    <p:sldId id="455" r:id="rId34"/>
    <p:sldId id="286"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86" autoAdjust="0"/>
    <p:restoredTop sz="94660"/>
  </p:normalViewPr>
  <p:slideViewPr>
    <p:cSldViewPr snapToGrid="0">
      <p:cViewPr varScale="1">
        <p:scale>
          <a:sx n="87" d="100"/>
          <a:sy n="87" d="100"/>
        </p:scale>
        <p:origin x="53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heme" Target="theme/theme1.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667F05-D95D-49FE-87B7-67C84346D2CD}" type="datetimeFigureOut">
              <a:rPr lang="en-US" smtClean="0"/>
              <a:t>12/31/2024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B6582C-81C5-4156-B658-E10D67690796}" type="slidenum">
              <a:rPr lang="en-US" smtClean="0"/>
              <a:t>‹#›</a:t>
            </a:fld>
            <a:endParaRPr lang="en-US"/>
          </a:p>
        </p:txBody>
      </p:sp>
    </p:spTree>
    <p:extLst>
      <p:ext uri="{BB962C8B-B14F-4D97-AF65-F5344CB8AC3E}">
        <p14:creationId xmlns:p14="http://schemas.microsoft.com/office/powerpoint/2010/main" val="1548047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AE5FABD-26C8-4F74-B1E3-45BC91BC9D7B}" type="slidenum">
              <a:rPr kumimoji="0" lang="en-US" sz="1200" b="0" i="0" u="none" strike="noStrike" kern="1200" cap="none" spc="0" normalizeH="0" baseline="0" noProof="0" smtClean="0">
                <a:ln>
                  <a:noFill/>
                </a:ln>
                <a:solidFill>
                  <a:prstClr val="black"/>
                </a:solidFill>
                <a:effectLst/>
                <a:uLnTx/>
                <a:uFillTx/>
                <a:latin typeface="Tw Cen MT" panose="020B0602020104020603"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Tw Cen MT" panose="020B0602020104020603" pitchFamily="34" charset="0"/>
              <a:ea typeface="+mn-ea"/>
              <a:cs typeface="+mn-cs"/>
            </a:endParaRPr>
          </a:p>
        </p:txBody>
      </p:sp>
    </p:spTree>
    <p:extLst>
      <p:ext uri="{BB962C8B-B14F-4D97-AF65-F5344CB8AC3E}">
        <p14:creationId xmlns:p14="http://schemas.microsoft.com/office/powerpoint/2010/main" val="2358521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6.png"/><Relationship Id="rId1" Type="http://schemas.openxmlformats.org/officeDocument/2006/relationships/slideMaster" Target="../slideMasters/slideMaster3.xml"/><Relationship Id="rId6" Type="http://schemas.openxmlformats.org/officeDocument/2006/relationships/image" Target="../media/image8.png"/><Relationship Id="rId5" Type="http://schemas.microsoft.com/office/2007/relationships/hdphoto" Target="../media/hdphoto2.wdp"/><Relationship Id="rId4" Type="http://schemas.openxmlformats.org/officeDocument/2006/relationships/image" Target="../media/image7.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CDF40E0-E6EB-4A06-A23A-FAEAF1FE809C}"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2275492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DF40E0-E6EB-4A06-A23A-FAEAF1FE809C}"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402328499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CDF40E0-E6EB-4A06-A23A-FAEAF1FE809C}"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2289189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CDF40E0-E6EB-4A06-A23A-FAEAF1FE809C}" type="datetimeFigureOut">
              <a:rPr lang="en-US" smtClean="0"/>
              <a:t>12/31/2024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1231448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CDF40E0-E6EB-4A06-A23A-FAEAF1FE809C}" type="datetimeFigureOut">
              <a:rPr lang="en-US" smtClean="0"/>
              <a:t>12/31/2024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3181699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CDF40E0-E6EB-4A06-A23A-FAEAF1FE809C}" type="datetimeFigureOut">
              <a:rPr lang="en-US" smtClean="0"/>
              <a:t>12/31/2024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3712972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DF40E0-E6EB-4A06-A23A-FAEAF1FE809C}" type="datetimeFigureOut">
              <a:rPr lang="en-US" smtClean="0"/>
              <a:t>12/31/2024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3002582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CDF40E0-E6EB-4A06-A23A-FAEAF1FE809C}" type="datetimeFigureOut">
              <a:rPr lang="en-US" smtClean="0"/>
              <a:t>12/31/2024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574486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CDF40E0-E6EB-4A06-A23A-FAEAF1FE809C}" type="datetimeFigureOut">
              <a:rPr lang="en-US" smtClean="0"/>
              <a:t>12/31/2024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334117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DF40E0-E6EB-4A06-A23A-FAEAF1FE809C}"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2950809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DF40E0-E6EB-4A06-A23A-FAEAF1FE809C}"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1331329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smtClean="0"/>
              <a:t>Click to edit Master title style</a:t>
            </a:r>
            <a:endParaRPr lang="en-US" noProof="0"/>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smtClean="0"/>
              <a:t>Click to edit Master subtitle style</a:t>
            </a:r>
            <a:endParaRPr lang="en-US" noProof="0"/>
          </a:p>
        </p:txBody>
      </p:sp>
      <p:sp>
        <p:nvSpPr>
          <p:cNvPr id="33" name="Rectangle 32">
            <a:extLst>
              <a:ext uri="{FF2B5EF4-FFF2-40B4-BE49-F238E27FC236}">
                <a16:creationId xmlns:a16="http://schemas.microsoft.com/office/drawing/2014/main" id="{E905A207-2310-4F94-86E5-13B4CCC359EC}"/>
              </a:ext>
              <a:ext uri="{C183D7F6-B498-43B3-948B-1728B52AA6E4}">
                <adec:decorative xmlns="" xmlns:adec="http://schemas.microsoft.com/office/drawing/2017/decorative" val="1"/>
              </a:ext>
            </a:extLst>
          </p:cNvPr>
          <p:cNvSpPr/>
          <p:nvPr userDrawn="1"/>
        </p:nvSpPr>
        <p:spPr>
          <a:xfrm rot="5400000" flipV="1">
            <a:off x="1562101" y="-114299"/>
            <a:ext cx="304797" cy="533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4219262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smtClean="0"/>
              <a:t>Click to edit Master title style</a:t>
            </a:r>
            <a:endParaRPr lang="en-US" noProof="0"/>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smtClean="0"/>
              <a:t>Click to edit Master subtitle style</a:t>
            </a:r>
            <a:endParaRPr lang="en-US" noProof="0"/>
          </a:p>
        </p:txBody>
      </p:sp>
      <p:sp>
        <p:nvSpPr>
          <p:cNvPr id="33" name="Rectangle 32">
            <a:extLst>
              <a:ext uri="{FF2B5EF4-FFF2-40B4-BE49-F238E27FC236}">
                <a16:creationId xmlns:a16="http://schemas.microsoft.com/office/drawing/2014/main" id="{E905A207-2310-4F94-86E5-13B4CCC359EC}"/>
              </a:ext>
              <a:ext uri="{C183D7F6-B498-43B3-948B-1728B52AA6E4}">
                <adec:decorative xmlns=""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15799881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1" name="Text Placeholder 16">
            <a:extLst>
              <a:ext uri="{FF2B5EF4-FFF2-40B4-BE49-F238E27FC236}">
                <a16:creationId xmlns:a16="http://schemas.microsoft.com/office/drawing/2014/main" id="{50D09E5B-B146-4D08-82EC-846DD89B0B87}"/>
              </a:ext>
              <a:ext uri="{C183D7F6-B498-43B3-948B-1728B52AA6E4}">
                <adec:decorative xmlns="" xmlns:adec="http://schemas.microsoft.com/office/drawing/2017/decorative" val="1"/>
              </a:ext>
            </a:extLst>
          </p:cNvPr>
          <p:cNvSpPr>
            <a:spLocks noGrp="1"/>
          </p:cNvSpPr>
          <p:nvPr>
            <p:ph type="body" sz="quarter" idx="16" hasCustomPrompt="1"/>
          </p:nvPr>
        </p:nvSpPr>
        <p:spPr>
          <a:xfrm>
            <a:off x="660462" y="0"/>
            <a:ext cx="9931338" cy="6823040"/>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2" name="Text Placeholder 16">
            <a:extLst>
              <a:ext uri="{FF2B5EF4-FFF2-40B4-BE49-F238E27FC236}">
                <a16:creationId xmlns:a16="http://schemas.microsoft.com/office/drawing/2014/main" id="{88940597-2E9A-4141-B2D0-C488487F11D7}"/>
              </a:ext>
              <a:ext uri="{C183D7F6-B498-43B3-948B-1728B52AA6E4}">
                <adec:decorative xmlns="" xmlns:adec="http://schemas.microsoft.com/office/drawing/2017/decorative" val="1"/>
              </a:ext>
            </a:extLst>
          </p:cNvPr>
          <p:cNvSpPr>
            <a:spLocks noGrp="1"/>
          </p:cNvSpPr>
          <p:nvPr>
            <p:ph type="body" sz="quarter" idx="17" hasCustomPrompt="1"/>
          </p:nvPr>
        </p:nvSpPr>
        <p:spPr>
          <a:xfrm>
            <a:off x="533400" y="0"/>
            <a:ext cx="50863"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 xmlns:adec="http://schemas.microsoft.com/office/drawing/2017/decorative" val="1"/>
              </a:ext>
            </a:extLst>
          </p:cNvPr>
          <p:cNvSpPr>
            <a:spLocks noGrp="1"/>
          </p:cNvSpPr>
          <p:nvPr>
            <p:ph type="body" sz="quarter" idx="15" hasCustomPrompt="1"/>
          </p:nvPr>
        </p:nvSpPr>
        <p:spPr>
          <a:xfrm>
            <a:off x="990600" y="609600"/>
            <a:ext cx="7429500" cy="56388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95400" y="1905000"/>
            <a:ext cx="5864382" cy="22752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smtClean="0"/>
              <a:t>Click to edit Master title style</a:t>
            </a:r>
            <a:endParaRPr lang="en-US" dirty="0"/>
          </a:p>
        </p:txBody>
      </p:sp>
      <p:sp>
        <p:nvSpPr>
          <p:cNvPr id="3" name="Subtitle 2"/>
          <p:cNvSpPr>
            <a:spLocks noGrp="1"/>
          </p:cNvSpPr>
          <p:nvPr>
            <p:ph type="subTitle" idx="1"/>
          </p:nvPr>
        </p:nvSpPr>
        <p:spPr>
          <a:xfrm>
            <a:off x="1295400" y="4297679"/>
            <a:ext cx="407258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13" name="Text Placeholder 16">
            <a:extLst>
              <a:ext uri="{FF2B5EF4-FFF2-40B4-BE49-F238E27FC236}">
                <a16:creationId xmlns:a16="http://schemas.microsoft.com/office/drawing/2014/main" id="{EA44EEDB-C599-41AA-9D84-D53811C28804}"/>
              </a:ext>
              <a:ext uri="{C183D7F6-B498-43B3-948B-1728B52AA6E4}">
                <adec:decorative xmlns="" xmlns:adec="http://schemas.microsoft.com/office/drawing/2017/decorative" val="1"/>
              </a:ext>
            </a:extLst>
          </p:cNvPr>
          <p:cNvSpPr>
            <a:spLocks noGrp="1"/>
          </p:cNvSpPr>
          <p:nvPr>
            <p:ph type="body" sz="quarter" idx="18" hasCustomPrompt="1"/>
          </p:nvPr>
        </p:nvSpPr>
        <p:spPr>
          <a:xfrm>
            <a:off x="450896"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4" name="Text Placeholder 16">
            <a:extLst>
              <a:ext uri="{FF2B5EF4-FFF2-40B4-BE49-F238E27FC236}">
                <a16:creationId xmlns:a16="http://schemas.microsoft.com/office/drawing/2014/main" id="{FE574478-76DE-4613-8FBD-36B353081849}"/>
              </a:ext>
              <a:ext uri="{C183D7F6-B498-43B3-948B-1728B52AA6E4}">
                <adec:decorative xmlns="" xmlns:adec="http://schemas.microsoft.com/office/drawing/2017/decorative" val="1"/>
              </a:ext>
            </a:extLst>
          </p:cNvPr>
          <p:cNvSpPr>
            <a:spLocks noGrp="1"/>
          </p:cNvSpPr>
          <p:nvPr>
            <p:ph type="body" sz="quarter" idx="19" hasCustomPrompt="1"/>
          </p:nvPr>
        </p:nvSpPr>
        <p:spPr>
          <a:xfrm>
            <a:off x="368391"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Tree>
    <p:extLst>
      <p:ext uri="{BB962C8B-B14F-4D97-AF65-F5344CB8AC3E}">
        <p14:creationId xmlns:p14="http://schemas.microsoft.com/office/powerpoint/2010/main" val="3559187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Title Slide_DeepYellow">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smtClean="0"/>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Tree>
    <p:extLst>
      <p:ext uri="{BB962C8B-B14F-4D97-AF65-F5344CB8AC3E}">
        <p14:creationId xmlns:p14="http://schemas.microsoft.com/office/powerpoint/2010/main" val="26731269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5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smtClean="0"/>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Tree>
    <p:extLst>
      <p:ext uri="{BB962C8B-B14F-4D97-AF65-F5344CB8AC3E}">
        <p14:creationId xmlns:p14="http://schemas.microsoft.com/office/powerpoint/2010/main" val="9502075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933450" y="762000"/>
            <a:ext cx="4381500" cy="3429000"/>
          </a:xfrm>
        </p:spPr>
        <p:txBody>
          <a:bodyPr anchor="ctr">
            <a:normAutofit/>
          </a:bodyPr>
          <a:lstStyle>
            <a:lvl1pPr algn="ct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933450" y="4343400"/>
            <a:ext cx="4381500" cy="1355732"/>
          </a:xfrm>
        </p:spPr>
        <p:txBody>
          <a:bodyPr lIns="91440" rIns="91440" anchor="t">
            <a:normAutofit/>
          </a:bodyPr>
          <a:lstStyle>
            <a:lvl1pPr marL="0" indent="0" algn="ctr">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2723546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1447800"/>
            <a:ext cx="4114800" cy="3962400"/>
          </a:xfrm>
        </p:spPr>
        <p:txBody>
          <a:bodyPr anchor="ctr">
            <a:normAutofit/>
          </a:bodyPr>
          <a:lstStyle>
            <a:lvl1pPr algn="ct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6057900" y="4495801"/>
            <a:ext cx="4876800" cy="609600"/>
          </a:xfrm>
        </p:spPr>
        <p:txBody>
          <a:bodyPr lIns="91440" rIns="91440" anchor="ctr">
            <a:normAutofit/>
          </a:bodyPr>
          <a:lstStyle>
            <a:lvl1pPr marL="0" indent="0" algn="l">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9214104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1447800"/>
          </a:xfrm>
        </p:spPr>
        <p:txBody>
          <a:bodyPr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14" name="Slide Number Placeholder 5">
            <a:extLst>
              <a:ext uri="{FF2B5EF4-FFF2-40B4-BE49-F238E27FC236}">
                <a16:creationId xmlns:a16="http://schemas.microsoft.com/office/drawing/2014/main" id="{0621E917-505B-493E-99EE-2E57CB3327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98606179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Emphasis-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 y="1676400"/>
            <a:ext cx="10837333" cy="424732"/>
          </a:xfrm>
          <a:solidFill>
            <a:schemeClr val="accent1"/>
          </a:solidFill>
        </p:spPr>
        <p:txBody>
          <a:bodyPr wrap="square" lIns="640080" rIns="91440">
            <a:spAutoFit/>
          </a:bodyPr>
          <a:lstStyle>
            <a:lvl1pPr marL="0" indent="0">
              <a:buNone/>
              <a:defRPr sz="2400" b="0">
                <a:solidFill>
                  <a:schemeClr val="bg1"/>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08E95652-9528-4150-8049-C40C3BB1BB08}"/>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76289332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07286216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_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3365751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_sea gree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91273385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_Oran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46867312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_Pink">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43408393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_Light 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51224364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_Gre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2">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12432082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_Blue_Triangle patch 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05BCA9F-FC20-461D-9118-7EC2AC28D050}"/>
              </a:ext>
              <a:ext uri="{C183D7F6-B498-43B3-948B-1728B52AA6E4}">
                <adec:decorative xmlns="" xmlns:adec="http://schemas.microsoft.com/office/drawing/2017/decorative" val="1"/>
              </a:ext>
            </a:extLst>
          </p:cNvPr>
          <p:cNvSpPr/>
          <p:nvPr userDrawn="1"/>
        </p:nvSpPr>
        <p:spPr>
          <a:xfrm>
            <a:off x="3175958" y="0"/>
            <a:ext cx="9016043" cy="6858000"/>
          </a:xfrm>
          <a:custGeom>
            <a:avLst/>
            <a:gdLst>
              <a:gd name="connsiteX0" fmla="*/ 5153328 w 9016043"/>
              <a:gd name="connsiteY0" fmla="*/ 0 h 6858000"/>
              <a:gd name="connsiteX1" fmla="*/ 9016043 w 9016043"/>
              <a:gd name="connsiteY1" fmla="*/ 0 h 6858000"/>
              <a:gd name="connsiteX2" fmla="*/ 9016043 w 9016043"/>
              <a:gd name="connsiteY2" fmla="*/ 6858000 h 6858000"/>
              <a:gd name="connsiteX3" fmla="*/ 0 w 9016043"/>
              <a:gd name="connsiteY3" fmla="*/ 6858000 h 6858000"/>
              <a:gd name="connsiteX4" fmla="*/ 5153328 w 9016043"/>
              <a:gd name="connsiteY4" fmla="*/ 6818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6043" h="6858000">
                <a:moveTo>
                  <a:pt x="5153328" y="0"/>
                </a:moveTo>
                <a:lnTo>
                  <a:pt x="9016043" y="0"/>
                </a:lnTo>
                <a:lnTo>
                  <a:pt x="9016043" y="6858000"/>
                </a:lnTo>
                <a:lnTo>
                  <a:pt x="0" y="6858000"/>
                </a:lnTo>
                <a:lnTo>
                  <a:pt x="5153328" y="68183"/>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4217571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ubtitle Content and Ima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8F869F17-9BF3-4974-956D-0CBCD60BA35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16850532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A654DBB0-1027-4E5D-B635-00F2F173A24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3365806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whit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5334001" y="112976"/>
            <a:ext cx="6858000" cy="6745024"/>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Text Placeholder 16">
            <a:extLst>
              <a:ext uri="{FF2B5EF4-FFF2-40B4-BE49-F238E27FC236}">
                <a16:creationId xmlns:a16="http://schemas.microsoft.com/office/drawing/2014/main" id="{E59725C5-1168-4A5F-B420-8E0562019687}"/>
              </a:ext>
            </a:extLst>
          </p:cNvPr>
          <p:cNvSpPr>
            <a:spLocks noGrp="1"/>
          </p:cNvSpPr>
          <p:nvPr>
            <p:ph type="body" sz="quarter" idx="19" hasCustomPrompt="1"/>
          </p:nvPr>
        </p:nvSpPr>
        <p:spPr>
          <a:xfrm rot="5400000">
            <a:off x="5238089" y="208890"/>
            <a:ext cx="6745024" cy="6553200"/>
          </a:xfrm>
          <a:gradFill flip="none" rotWithShape="1">
            <a:gsLst>
              <a:gs pos="0">
                <a:schemeClr val="bg1"/>
              </a:gs>
              <a:gs pos="82000">
                <a:schemeClr val="bg1">
                  <a:alpha val="0"/>
                </a:schemeClr>
              </a:gs>
            </a:gsLst>
            <a:lin ang="16200000" scaled="1"/>
            <a:tileRect/>
          </a:gradFill>
          <a:effectLst/>
        </p:spPr>
        <p:txBody>
          <a:bodyPr/>
          <a:lstStyle>
            <a:lvl1pPr marL="0" indent="0">
              <a:buNone/>
              <a:defRPr>
                <a:solidFill>
                  <a:schemeClr val="tx1">
                    <a:alpha val="0"/>
                  </a:schemeClr>
                </a:solidFill>
              </a:defRPr>
            </a:lvl1pPr>
          </a:lstStyle>
          <a:p>
            <a:pPr lvl="0"/>
            <a:r>
              <a:rPr lang="en-US" noProof="0"/>
              <a:t>I</a:t>
            </a:r>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6" name="Slide Number Placeholder 5">
            <a:extLst>
              <a:ext uri="{FF2B5EF4-FFF2-40B4-BE49-F238E27FC236}">
                <a16:creationId xmlns:a16="http://schemas.microsoft.com/office/drawing/2014/main" id="{7532AFA8-ADE4-4C3E-AF0A-235C724999F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65945815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guide id="3" pos="43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ubtitle Content and half horizontal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548641" y="2667001"/>
            <a:ext cx="11094718" cy="1757126"/>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709677"/>
            <a:ext cx="11094717" cy="1500876"/>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4232B29A-2701-4A73-83CF-09E0AB1B2DD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58486468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ubtitle Content and half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548641" y="2667001"/>
            <a:ext cx="5775959" cy="3543552"/>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6553200" y="2667001"/>
            <a:ext cx="5090157" cy="3543552"/>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6A52166E-5DA9-4AA1-9355-E8DBFDD90AE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46557352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alf Image Title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617492"/>
            <a:ext cx="9890759"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Slide Number Placeholder 5">
            <a:extLst>
              <a:ext uri="{FF2B5EF4-FFF2-40B4-BE49-F238E27FC236}">
                <a16:creationId xmlns:a16="http://schemas.microsoft.com/office/drawing/2014/main" id="{E9FF8476-DF8C-4276-8CF6-44BC91B88C2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99615914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11099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p:nvPr>
        </p:nvSpPr>
        <p:spPr>
          <a:xfrm>
            <a:off x="6446520"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4" name="Slide Number Placeholder 5">
            <a:extLst>
              <a:ext uri="{FF2B5EF4-FFF2-40B4-BE49-F238E27FC236}">
                <a16:creationId xmlns:a16="http://schemas.microsoft.com/office/drawing/2014/main" id="{FC5AD12C-F7F6-431D-ABA4-F7E37CACEA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5233176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1721698" y="3735622"/>
            <a:ext cx="5013960" cy="2408917"/>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Text Placeholder 16">
            <a:extLst>
              <a:ext uri="{FF2B5EF4-FFF2-40B4-BE49-F238E27FC236}">
                <a16:creationId xmlns:a16="http://schemas.microsoft.com/office/drawing/2014/main" id="{38376498-C218-4EDB-8416-A59802EF2018}"/>
              </a:ext>
              <a:ext uri="{C183D7F6-B498-43B3-948B-1728B52AA6E4}">
                <adec:decorative xmlns="" xmlns:adec="http://schemas.microsoft.com/office/drawing/2017/decorative" val="1"/>
              </a:ext>
            </a:extLst>
          </p:cNvPr>
          <p:cNvSpPr>
            <a:spLocks noGrp="1"/>
          </p:cNvSpPr>
          <p:nvPr>
            <p:ph type="body" sz="quarter" idx="20" hasCustomPrompt="1"/>
          </p:nvPr>
        </p:nvSpPr>
        <p:spPr>
          <a:xfrm>
            <a:off x="7239000" y="1981199"/>
            <a:ext cx="4389542" cy="4163339"/>
          </a:xfrm>
          <a:solidFill>
            <a:schemeClr val="bg1"/>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hasCustomPrompt="1"/>
          </p:nvPr>
        </p:nvSpPr>
        <p:spPr>
          <a:xfrm>
            <a:off x="7589520" y="2286000"/>
            <a:ext cx="3688080" cy="3581400"/>
          </a:xfrm>
        </p:spPr>
        <p:txBody>
          <a:bodyPr lIns="91440" rIns="91440">
            <a:normAutofit/>
          </a:bodyPr>
          <a:lstStyle>
            <a:lvl1pPr marL="0" indent="0">
              <a:lnSpc>
                <a:spcPct val="100000"/>
              </a:lnSpc>
              <a:spcBef>
                <a:spcPts val="0"/>
              </a:spcBef>
              <a:spcAft>
                <a:spcPts val="0"/>
              </a:spcAft>
              <a:buNone/>
              <a:defRPr sz="3200">
                <a:solidFill>
                  <a:schemeClr val="accent2"/>
                </a:solidFill>
              </a:defRPr>
            </a:lvl1pPr>
            <a:lvl2pPr>
              <a:defRPr sz="1600"/>
            </a:lvl2pPr>
            <a:lvl3pPr>
              <a:defRPr sz="1400"/>
            </a:lvl3pPr>
            <a:lvl4pPr>
              <a:defRPr sz="1200"/>
            </a:lvl4pPr>
            <a:lvl5pPr>
              <a:defRPr sz="1200"/>
            </a:lvl5pPr>
          </a:lstStyle>
          <a:p>
            <a:pPr lvl="0"/>
            <a:r>
              <a:rPr lang="en-US" noProof="0"/>
              <a:t>Important Content</a:t>
            </a:r>
          </a:p>
        </p:txBody>
      </p:sp>
      <p:sp>
        <p:nvSpPr>
          <p:cNvPr id="8" name="Picture Placeholder 7">
            <a:extLst>
              <a:ext uri="{FF2B5EF4-FFF2-40B4-BE49-F238E27FC236}">
                <a16:creationId xmlns:a16="http://schemas.microsoft.com/office/drawing/2014/main" id="{1EC81B64-070E-43F3-BCB5-833AB965D638}"/>
              </a:ext>
              <a:ext uri="{C183D7F6-B498-43B3-948B-1728B52AA6E4}">
                <adec:decorative xmlns="" xmlns:adec="http://schemas.microsoft.com/office/drawing/2017/decorative" val="1"/>
              </a:ext>
            </a:extLst>
          </p:cNvPr>
          <p:cNvSpPr>
            <a:spLocks noGrp="1"/>
          </p:cNvSpPr>
          <p:nvPr>
            <p:ph type="pic" sz="quarter" idx="21" hasCustomPrompt="1"/>
          </p:nvPr>
        </p:nvSpPr>
        <p:spPr>
          <a:xfrm>
            <a:off x="548944" y="3717925"/>
            <a:ext cx="914400" cy="930275"/>
          </a:xfrm>
        </p:spPr>
        <p:txBody>
          <a:bodyPr anchor="ctr"/>
          <a:lstStyle>
            <a:lvl1pPr marL="0" indent="0" algn="ctr">
              <a:buNone/>
              <a:defRPr/>
            </a:lvl1pPr>
          </a:lstStyle>
          <a:p>
            <a:r>
              <a:rPr lang="en-US" noProof="0" dirty="0"/>
              <a:t>Icon</a:t>
            </a:r>
          </a:p>
        </p:txBody>
      </p:sp>
      <p:sp>
        <p:nvSpPr>
          <p:cNvPr id="15" name="Slide Number Placeholder 5">
            <a:extLst>
              <a:ext uri="{FF2B5EF4-FFF2-40B4-BE49-F238E27FC236}">
                <a16:creationId xmlns:a16="http://schemas.microsoft.com/office/drawing/2014/main" id="{8D5893EC-1256-429B-9581-379342C2368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67532426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alf Image Multiple images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7315200" y="4176259"/>
            <a:ext cx="4343400" cy="1968280"/>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4" name="Picture Placeholder 8">
            <a:extLst>
              <a:ext uri="{FF2B5EF4-FFF2-40B4-BE49-F238E27FC236}">
                <a16:creationId xmlns:a16="http://schemas.microsoft.com/office/drawing/2014/main" id="{96DE17A8-F4B7-4571-A6E8-FD28BA425B19}"/>
              </a:ext>
              <a:ext uri="{C183D7F6-B498-43B3-948B-1728B52AA6E4}">
                <adec:decorative xmlns="" xmlns:adec="http://schemas.microsoft.com/office/drawing/2017/decorative" val="1"/>
              </a:ext>
            </a:extLst>
          </p:cNvPr>
          <p:cNvSpPr>
            <a:spLocks noGrp="1"/>
          </p:cNvSpPr>
          <p:nvPr>
            <p:ph type="pic" sz="quarter" idx="19" hasCustomPrompt="1"/>
          </p:nvPr>
        </p:nvSpPr>
        <p:spPr>
          <a:xfrm>
            <a:off x="542834" y="1066801"/>
            <a:ext cx="3505199" cy="50777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5" name="Picture Placeholder 8">
            <a:extLst>
              <a:ext uri="{FF2B5EF4-FFF2-40B4-BE49-F238E27FC236}">
                <a16:creationId xmlns:a16="http://schemas.microsoft.com/office/drawing/2014/main" id="{9D9A0502-98A2-467D-BE1C-CE8391C73BF4}"/>
              </a:ext>
              <a:ext uri="{C183D7F6-B498-43B3-948B-1728B52AA6E4}">
                <adec:decorative xmlns="" xmlns:adec="http://schemas.microsoft.com/office/drawing/2017/decorative" val="1"/>
              </a:ext>
            </a:extLst>
          </p:cNvPr>
          <p:cNvSpPr>
            <a:spLocks noGrp="1"/>
          </p:cNvSpPr>
          <p:nvPr>
            <p:ph type="pic" sz="quarter" idx="20" hasCustomPrompt="1"/>
          </p:nvPr>
        </p:nvSpPr>
        <p:spPr>
          <a:xfrm>
            <a:off x="4191000" y="4343400"/>
            <a:ext cx="2743200" cy="18011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6" name="Picture Placeholder 8">
            <a:extLst>
              <a:ext uri="{FF2B5EF4-FFF2-40B4-BE49-F238E27FC236}">
                <a16:creationId xmlns:a16="http://schemas.microsoft.com/office/drawing/2014/main" id="{8298DB4E-3B92-4CA4-852A-9F647E7219A4}"/>
              </a:ext>
              <a:ext uri="{C183D7F6-B498-43B3-948B-1728B52AA6E4}">
                <adec:decorative xmlns="" xmlns:adec="http://schemas.microsoft.com/office/drawing/2017/decorative" val="1"/>
              </a:ext>
            </a:extLst>
          </p:cNvPr>
          <p:cNvSpPr>
            <a:spLocks noGrp="1"/>
          </p:cNvSpPr>
          <p:nvPr>
            <p:ph type="pic" sz="quarter" idx="21" hasCustomPrompt="1"/>
          </p:nvPr>
        </p:nvSpPr>
        <p:spPr>
          <a:xfrm>
            <a:off x="4191000" y="1066801"/>
            <a:ext cx="2743200" cy="3126023"/>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2E528B4D-15E8-4161-96F7-75D0217AD20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6714071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ull Image with Top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112976"/>
            <a:ext cx="12191999" cy="6745024"/>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Slide Number Placeholder 5">
            <a:extLst>
              <a:ext uri="{FF2B5EF4-FFF2-40B4-BE49-F238E27FC236}">
                <a16:creationId xmlns:a16="http://schemas.microsoft.com/office/drawing/2014/main" id="{7C67066A-9B9E-468B-97C6-94BF615FA94E}"/>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A82AF7E6-6C19-4A41-BFA5-44C4F2A371E9}"/>
              </a:ext>
            </a:extLst>
          </p:cNvPr>
          <p:cNvSpPr>
            <a:spLocks noGrp="1"/>
          </p:cNvSpPr>
          <p:nvPr>
            <p:ph type="title"/>
          </p:nvPr>
        </p:nvSpPr>
        <p:spPr>
          <a:xfrm>
            <a:off x="548640" y="548640"/>
            <a:ext cx="11106150" cy="518160"/>
          </a:xfrm>
        </p:spPr>
        <p:txBody>
          <a:bodyPr/>
          <a:lstStyle/>
          <a:p>
            <a:r>
              <a:rPr lang="en-US" smtClean="0"/>
              <a:t>Click to edit Master title style</a:t>
            </a:r>
            <a:endParaRPr lang="en-US"/>
          </a:p>
        </p:txBody>
      </p:sp>
    </p:spTree>
    <p:extLst>
      <p:ext uri="{BB962C8B-B14F-4D97-AF65-F5344CB8AC3E}">
        <p14:creationId xmlns:p14="http://schemas.microsoft.com/office/powerpoint/2010/main" val="82629067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7" name="Slide Number Placeholder 5">
            <a:extLst>
              <a:ext uri="{FF2B5EF4-FFF2-40B4-BE49-F238E27FC236}">
                <a16:creationId xmlns:a16="http://schemas.microsoft.com/office/drawing/2014/main" id="{9FC59837-0A86-4467-BB38-E2AC882F31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78857779-E765-4EC2-825C-B8E41285A0C7}"/>
              </a:ext>
            </a:extLst>
          </p:cNvPr>
          <p:cNvSpPr>
            <a:spLocks noGrp="1"/>
          </p:cNvSpPr>
          <p:nvPr>
            <p:ph type="title"/>
          </p:nvPr>
        </p:nvSpPr>
        <p:spPr>
          <a:xfrm>
            <a:off x="548640" y="548640"/>
            <a:ext cx="11106150" cy="518160"/>
          </a:xfrm>
        </p:spPr>
        <p:txBody>
          <a:bodyPr/>
          <a:lstStyle/>
          <a:p>
            <a:r>
              <a:rPr lang="en-US" smtClean="0"/>
              <a:t>Click to edit Master title style</a:t>
            </a:r>
            <a:endParaRPr lang="en-US"/>
          </a:p>
        </p:txBody>
      </p:sp>
    </p:spTree>
    <p:extLst>
      <p:ext uri="{BB962C8B-B14F-4D97-AF65-F5344CB8AC3E}">
        <p14:creationId xmlns:p14="http://schemas.microsoft.com/office/powerpoint/2010/main" val="58023510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 xmlns:adec="http://schemas.microsoft.com/office/drawing/2017/decorative" val="1"/>
              </a:ext>
            </a:extLst>
          </p:cNvPr>
          <p:cNvSpPr>
            <a:spLocks noGrp="1"/>
          </p:cNvSpPr>
          <p:nvPr>
            <p:ph type="body" sz="quarter" idx="20" hasCustomPrompt="1"/>
          </p:nvPr>
        </p:nvSpPr>
        <p:spPr>
          <a:xfrm>
            <a:off x="7261801" y="1189969"/>
            <a:ext cx="4389542" cy="4677431"/>
          </a:xfrm>
          <a:solidFill>
            <a:schemeClr val="bg1">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7612321" y="1494770"/>
            <a:ext cx="3688080" cy="3915430"/>
          </a:xfrm>
        </p:spPr>
        <p:txBody>
          <a:bodyPr lIns="91440" rIns="91440">
            <a:normAutofit/>
          </a:bodyPr>
          <a:lstStyle>
            <a:lvl1pPr marL="0" indent="0">
              <a:lnSpc>
                <a:spcPct val="100000"/>
              </a:lnSpc>
              <a:spcBef>
                <a:spcPts val="0"/>
              </a:spcBef>
              <a:spcAft>
                <a:spcPts val="0"/>
              </a:spcAft>
              <a:buNone/>
              <a:defRPr sz="3200"/>
            </a:lvl1pPr>
            <a:lvl2pPr>
              <a:defRPr sz="1600"/>
            </a:lvl2pPr>
            <a:lvl3pPr>
              <a:defRPr sz="1400"/>
            </a:lvl3pPr>
            <a:lvl4pPr>
              <a:defRPr sz="1200"/>
            </a:lvl4pPr>
            <a:lvl5pPr>
              <a:defRPr sz="1200"/>
            </a:lvl5pPr>
          </a:lstStyle>
          <a:p>
            <a:pPr lvl="0"/>
            <a:r>
              <a:rPr lang="en-US" dirty="0"/>
              <a:t>Important Content</a:t>
            </a:r>
            <a:endParaRPr lang="en-GB" dirty="0"/>
          </a:p>
        </p:txBody>
      </p:sp>
      <p:sp>
        <p:nvSpPr>
          <p:cNvPr id="10" name="Slide Number Placeholder 5">
            <a:extLst>
              <a:ext uri="{FF2B5EF4-FFF2-40B4-BE49-F238E27FC236}">
                <a16:creationId xmlns:a16="http://schemas.microsoft.com/office/drawing/2014/main" id="{5AE16EF6-8987-4193-B346-1BEA14401C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5E2D4840-4EB5-4438-9A16-D0006A68A19E}"/>
              </a:ext>
            </a:extLst>
          </p:cNvPr>
          <p:cNvSpPr>
            <a:spLocks noGrp="1"/>
          </p:cNvSpPr>
          <p:nvPr>
            <p:ph type="title"/>
          </p:nvPr>
        </p:nvSpPr>
        <p:spPr>
          <a:xfrm>
            <a:off x="548640" y="548640"/>
            <a:ext cx="11106150" cy="641329"/>
          </a:xfrm>
        </p:spPr>
        <p:txBody>
          <a:bodyPr/>
          <a:lstStyle/>
          <a:p>
            <a:r>
              <a:rPr lang="en-US" smtClean="0"/>
              <a:t>Click to edit Master title style</a:t>
            </a:r>
            <a:endParaRPr lang="en-US"/>
          </a:p>
        </p:txBody>
      </p:sp>
    </p:spTree>
    <p:extLst>
      <p:ext uri="{BB962C8B-B14F-4D97-AF65-F5344CB8AC3E}">
        <p14:creationId xmlns:p14="http://schemas.microsoft.com/office/powerpoint/2010/main" val="251817881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 xmlns:adec="http://schemas.microsoft.com/office/drawing/2017/decorative" val="1"/>
              </a:ext>
            </a:extLst>
          </p:cNvPr>
          <p:cNvSpPr>
            <a:spLocks noGrp="1"/>
          </p:cNvSpPr>
          <p:nvPr>
            <p:ph type="body" sz="quarter" idx="20" hasCustomPrompt="1"/>
          </p:nvPr>
        </p:nvSpPr>
        <p:spPr>
          <a:xfrm>
            <a:off x="552269" y="1189969"/>
            <a:ext cx="4389542" cy="4677431"/>
          </a:xfrm>
          <a:solidFill>
            <a:schemeClr val="accent2">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902789" y="1494770"/>
            <a:ext cx="3688080" cy="3915430"/>
          </a:xfrm>
        </p:spPr>
        <p:txBody>
          <a:bodyPr lIns="91440" rIns="91440">
            <a:normAutofit/>
          </a:bodyPr>
          <a:lstStyle>
            <a:lvl1pPr marL="0" indent="0">
              <a:lnSpc>
                <a:spcPct val="100000"/>
              </a:lnSpc>
              <a:spcBef>
                <a:spcPts val="0"/>
              </a:spcBef>
              <a:spcAft>
                <a:spcPts val="0"/>
              </a:spcAft>
              <a:buNone/>
              <a:defRPr sz="3200">
                <a:solidFill>
                  <a:schemeClr val="bg1"/>
                </a:solidFill>
              </a:defRPr>
            </a:lvl1pPr>
            <a:lvl2pPr>
              <a:defRPr sz="1600"/>
            </a:lvl2pPr>
            <a:lvl3pPr>
              <a:defRPr sz="1400"/>
            </a:lvl3pPr>
            <a:lvl4pPr>
              <a:defRPr sz="1200"/>
            </a:lvl4pPr>
            <a:lvl5pPr>
              <a:defRPr sz="1200"/>
            </a:lvl5pPr>
          </a:lstStyle>
          <a:p>
            <a:pPr lvl="0"/>
            <a:r>
              <a:rPr lang="en-US" noProof="0"/>
              <a:t>Important Content</a:t>
            </a:r>
          </a:p>
        </p:txBody>
      </p:sp>
      <p:sp>
        <p:nvSpPr>
          <p:cNvPr id="10" name="Slide Number Placeholder 5">
            <a:extLst>
              <a:ext uri="{FF2B5EF4-FFF2-40B4-BE49-F238E27FC236}">
                <a16:creationId xmlns:a16="http://schemas.microsoft.com/office/drawing/2014/main" id="{1AC89BA5-7D71-4838-92DC-A9DD44EC0557}"/>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75614DBA-0879-4C83-B4B4-EECB085A204E}"/>
              </a:ext>
            </a:extLst>
          </p:cNvPr>
          <p:cNvSpPr>
            <a:spLocks noGrp="1"/>
          </p:cNvSpPr>
          <p:nvPr>
            <p:ph type="title"/>
          </p:nvPr>
        </p:nvSpPr>
        <p:spPr>
          <a:xfrm>
            <a:off x="548640" y="548640"/>
            <a:ext cx="11106150" cy="441960"/>
          </a:xfrm>
        </p:spPr>
        <p:txBody>
          <a:bodyPr/>
          <a:lstStyle/>
          <a:p>
            <a:r>
              <a:rPr lang="en-US" smtClean="0"/>
              <a:t>Click to edit Master title style</a:t>
            </a:r>
            <a:endParaRPr lang="en-US"/>
          </a:p>
        </p:txBody>
      </p:sp>
    </p:spTree>
    <p:extLst>
      <p:ext uri="{BB962C8B-B14F-4D97-AF65-F5344CB8AC3E}">
        <p14:creationId xmlns:p14="http://schemas.microsoft.com/office/powerpoint/2010/main" val="37890203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5090157"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5090157" cy="424732"/>
          </a:xfrm>
          <a:noFill/>
        </p:spPr>
        <p:txBody>
          <a:bodyPr wrap="square" lIns="91440" rIns="91440">
            <a:sp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6527803" y="4021648"/>
            <a:ext cx="5090157"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6527803" y="3429000"/>
            <a:ext cx="5090157" cy="424732"/>
          </a:xfrm>
          <a:noFill/>
        </p:spPr>
        <p:txBody>
          <a:bodyPr wrap="square" lIns="91440" rIns="91440">
            <a:spAutoFit/>
          </a:bodyPr>
          <a:lstStyle>
            <a:lvl1pPr marL="0" indent="0">
              <a:buNone/>
              <a:defRPr sz="2400" b="1">
                <a:solidFill>
                  <a:schemeClr val="accent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 xmlns:adec="http://schemas.microsoft.com/office/drawing/2017/decorative" val="1"/>
              </a:ext>
            </a:extLst>
          </p:cNvPr>
          <p:cNvSpPr>
            <a:spLocks noGrp="1"/>
          </p:cNvSpPr>
          <p:nvPr>
            <p:ph type="pic" sz="quarter" idx="22" hasCustomPrompt="1"/>
          </p:nvPr>
        </p:nvSpPr>
        <p:spPr>
          <a:xfrm>
            <a:off x="6527803" y="2423061"/>
            <a:ext cx="711197" cy="723544"/>
          </a:xfrm>
        </p:spPr>
        <p:txBody>
          <a:bodyPr anchor="ctr"/>
          <a:lstStyle>
            <a:lvl1pPr marL="0" indent="0" algn="ctr">
              <a:buNone/>
              <a:defRPr/>
            </a:lvl1pPr>
          </a:lstStyle>
          <a:p>
            <a:r>
              <a:rPr lang="en-US" noProof="0" dirty="0"/>
              <a:t>Icon</a:t>
            </a:r>
          </a:p>
        </p:txBody>
      </p:sp>
      <p:sp>
        <p:nvSpPr>
          <p:cNvPr id="17" name="Slide Number Placeholder 5">
            <a:extLst>
              <a:ext uri="{FF2B5EF4-FFF2-40B4-BE49-F238E27FC236}">
                <a16:creationId xmlns:a16="http://schemas.microsoft.com/office/drawing/2014/main" id="{C94646A1-59D8-49D7-B0E1-B7771AB22D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58251957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3474720"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4358640" y="4021648"/>
            <a:ext cx="3474720"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4358640" y="3429000"/>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 xmlns:adec="http://schemas.microsoft.com/office/drawing/2017/decorative" val="1"/>
              </a:ext>
            </a:extLst>
          </p:cNvPr>
          <p:cNvSpPr>
            <a:spLocks noGrp="1"/>
          </p:cNvSpPr>
          <p:nvPr>
            <p:ph type="pic" sz="quarter" idx="22" hasCustomPrompt="1"/>
          </p:nvPr>
        </p:nvSpPr>
        <p:spPr>
          <a:xfrm>
            <a:off x="4358640" y="2423061"/>
            <a:ext cx="711197" cy="723544"/>
          </a:xfrm>
        </p:spPr>
        <p:txBody>
          <a:bodyPr anchor="ctr"/>
          <a:lstStyle>
            <a:lvl1pPr marL="0" indent="0" algn="ctr">
              <a:buNone/>
              <a:defRPr/>
            </a:lvl1pPr>
          </a:lstStyle>
          <a:p>
            <a:r>
              <a:rPr lang="en-US" noProof="0" dirty="0"/>
              <a:t>Icon</a:t>
            </a:r>
          </a:p>
        </p:txBody>
      </p:sp>
      <p:sp>
        <p:nvSpPr>
          <p:cNvPr id="16" name="Content Placeholder 6">
            <a:extLst>
              <a:ext uri="{FF2B5EF4-FFF2-40B4-BE49-F238E27FC236}">
                <a16:creationId xmlns:a16="http://schemas.microsoft.com/office/drawing/2014/main" id="{F4C1E55C-86D8-4053-9865-59D5B4F8A350}"/>
              </a:ext>
            </a:extLst>
          </p:cNvPr>
          <p:cNvSpPr>
            <a:spLocks noGrp="1"/>
          </p:cNvSpPr>
          <p:nvPr>
            <p:ph sz="quarter" idx="23"/>
          </p:nvPr>
        </p:nvSpPr>
        <p:spPr>
          <a:xfrm>
            <a:off x="8168640" y="4021648"/>
            <a:ext cx="3474720"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7" name="Text Placeholder 7">
            <a:extLst>
              <a:ext uri="{FF2B5EF4-FFF2-40B4-BE49-F238E27FC236}">
                <a16:creationId xmlns:a16="http://schemas.microsoft.com/office/drawing/2014/main" id="{3B68B60C-9D86-4961-A5CE-AB650CA3364D}"/>
              </a:ext>
            </a:extLst>
          </p:cNvPr>
          <p:cNvSpPr>
            <a:spLocks noGrp="1"/>
          </p:cNvSpPr>
          <p:nvPr>
            <p:ph type="body" sz="quarter" idx="24" hasCustomPrompt="1"/>
          </p:nvPr>
        </p:nvSpPr>
        <p:spPr>
          <a:xfrm>
            <a:off x="8168640" y="3429000"/>
            <a:ext cx="3474720" cy="424732"/>
          </a:xfrm>
          <a:noFill/>
        </p:spPr>
        <p:txBody>
          <a:bodyPr wrap="square" lIns="91440" rIns="91440">
            <a:noAutofit/>
          </a:bodyPr>
          <a:lstStyle>
            <a:lvl1pPr marL="0" indent="0">
              <a:buNone/>
              <a:defRPr sz="2400" b="1">
                <a:solidFill>
                  <a:schemeClr val="accent2"/>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AFE200E7-D3F0-41C3-92B0-E09677035AD0}"/>
              </a:ext>
              <a:ext uri="{C183D7F6-B498-43B3-948B-1728B52AA6E4}">
                <adec:decorative xmlns="" xmlns:adec="http://schemas.microsoft.com/office/drawing/2017/decorative" val="1"/>
              </a:ext>
            </a:extLst>
          </p:cNvPr>
          <p:cNvSpPr>
            <a:spLocks noGrp="1"/>
          </p:cNvSpPr>
          <p:nvPr>
            <p:ph type="pic" sz="quarter" idx="25" hasCustomPrompt="1"/>
          </p:nvPr>
        </p:nvSpPr>
        <p:spPr>
          <a:xfrm>
            <a:off x="8168336" y="2423061"/>
            <a:ext cx="711197" cy="723544"/>
          </a:xfrm>
        </p:spPr>
        <p:txBody>
          <a:bodyPr anchor="ctr"/>
          <a:lstStyle>
            <a:lvl1pPr marL="0" indent="0" algn="ctr">
              <a:buNone/>
              <a:defRPr/>
            </a:lvl1pPr>
          </a:lstStyle>
          <a:p>
            <a:r>
              <a:rPr lang="en-US" noProof="0" dirty="0"/>
              <a:t>Icon</a:t>
            </a:r>
          </a:p>
        </p:txBody>
      </p:sp>
      <p:sp>
        <p:nvSpPr>
          <p:cNvPr id="21" name="Slide Number Placeholder 5">
            <a:extLst>
              <a:ext uri="{FF2B5EF4-FFF2-40B4-BE49-F238E27FC236}">
                <a16:creationId xmlns:a16="http://schemas.microsoft.com/office/drawing/2014/main" id="{520633DF-6AFD-4B07-9AFD-09317A9CC68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67633102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Icon Content 2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38400"/>
            <a:ext cx="5901458" cy="975260"/>
          </a:xfrm>
        </p:spPr>
        <p:txBody>
          <a:bodyPr lIns="91440" rIns="91440" anchor="ctr">
            <a:noAutofit/>
          </a:bodyPr>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4391622"/>
            <a:ext cx="5901458" cy="975260"/>
          </a:xfrm>
        </p:spPr>
        <p:txBody>
          <a:bodyPr lIns="91440" rIns="91440" anchor="ctr">
            <a:noAutofit/>
          </a:bodyPr>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4666886"/>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 xmlns:adec="http://schemas.microsoft.com/office/drawing/2017/decorative" val="1"/>
              </a:ext>
            </a:extLst>
          </p:cNvPr>
          <p:cNvSpPr>
            <a:spLocks noGrp="1"/>
          </p:cNvSpPr>
          <p:nvPr>
            <p:ph type="pic" sz="quarter" idx="24" hasCustomPrompt="1"/>
          </p:nvPr>
        </p:nvSpPr>
        <p:spPr>
          <a:xfrm>
            <a:off x="548944" y="4517480"/>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16543910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Icon Content 3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23061"/>
            <a:ext cx="5901458" cy="1005939"/>
          </a:xfrm>
        </p:spPr>
        <p:txBody>
          <a:bodyPr lIns="91440" rIns="91440"/>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810000" cy="424732"/>
          </a:xfrm>
          <a:noFill/>
        </p:spPr>
        <p:txBody>
          <a:bodyPr wrap="square" lIns="91440" rIns="91440" anchor="ctr">
            <a:sp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3556396"/>
            <a:ext cx="5901458" cy="1005939"/>
          </a:xfrm>
        </p:spPr>
        <p:txBody>
          <a:bodyPr lIns="91440" rIns="91440"/>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3846999"/>
            <a:ext cx="3810000" cy="424732"/>
          </a:xfrm>
          <a:noFill/>
        </p:spPr>
        <p:txBody>
          <a:bodyPr wrap="square" lIns="91440" rIns="91440" anchor="ctr">
            <a:sp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 xmlns:adec="http://schemas.microsoft.com/office/drawing/2017/decorative" val="1"/>
              </a:ext>
            </a:extLst>
          </p:cNvPr>
          <p:cNvSpPr>
            <a:spLocks noGrp="1"/>
          </p:cNvSpPr>
          <p:nvPr>
            <p:ph type="pic" sz="quarter" idx="24" hasCustomPrompt="1"/>
          </p:nvPr>
        </p:nvSpPr>
        <p:spPr>
          <a:xfrm>
            <a:off x="548944" y="3697593"/>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5562600" y="4689732"/>
            <a:ext cx="5901458" cy="1005939"/>
          </a:xfrm>
        </p:spPr>
        <p:txBody>
          <a:bodyPr lIns="91440" rIns="91440"/>
          <a:lstStyle>
            <a:lvl1pPr>
              <a:defRPr/>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1524000" y="4980335"/>
            <a:ext cx="3810000" cy="424732"/>
          </a:xfrm>
          <a:noFill/>
        </p:spPr>
        <p:txBody>
          <a:bodyPr wrap="square" lIns="91440" rIns="91440" anchor="ctr">
            <a:spAutoFit/>
          </a:bodyPr>
          <a:lstStyle>
            <a:lvl1pPr marL="0" indent="0">
              <a:buNone/>
              <a:defRPr sz="2400" b="1">
                <a:solidFill>
                  <a:schemeClr val="accent6"/>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 xmlns:adec="http://schemas.microsoft.com/office/drawing/2017/decorative" val="1"/>
              </a:ext>
            </a:extLst>
          </p:cNvPr>
          <p:cNvSpPr>
            <a:spLocks noGrp="1"/>
          </p:cNvSpPr>
          <p:nvPr>
            <p:ph type="pic" sz="quarter" idx="27" hasCustomPrompt="1"/>
          </p:nvPr>
        </p:nvSpPr>
        <p:spPr>
          <a:xfrm>
            <a:off x="548944" y="4830929"/>
            <a:ext cx="711197" cy="723544"/>
          </a:xfrm>
        </p:spPr>
        <p:txBody>
          <a:bodyPr anchor="ctr"/>
          <a:lstStyle>
            <a:lvl1pPr marL="0" indent="0" algn="ctr">
              <a:buNone/>
              <a:defRPr/>
            </a:lvl1pPr>
          </a:lstStyle>
          <a:p>
            <a:r>
              <a:rPr lang="en-US" noProof="0" dirty="0"/>
              <a:t>Icon</a:t>
            </a:r>
          </a:p>
        </p:txBody>
      </p:sp>
    </p:spTree>
    <p:extLst>
      <p:ext uri="{BB962C8B-B14F-4D97-AF65-F5344CB8AC3E}">
        <p14:creationId xmlns:p14="http://schemas.microsoft.com/office/powerpoint/2010/main" val="37721809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ide patch Icon Content 3 rows">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7151214" y="2035302"/>
            <a:ext cx="4312844" cy="914490"/>
          </a:xfrm>
        </p:spPr>
        <p:txBody>
          <a:bodyPr lIns="91440" rIns="91440" anchor="ctr">
            <a:noAutofit/>
          </a:bodyPr>
          <a:lstStyle>
            <a:lvl1pPr marL="0" indent="0">
              <a:buNone/>
              <a:defRPr sz="1400"/>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624840" y="2280181"/>
            <a:ext cx="4937760" cy="424732"/>
          </a:xfrm>
          <a:noFill/>
        </p:spPr>
        <p:txBody>
          <a:bodyPr wrap="square" lIns="91440" rIns="91440" anchor="ctr">
            <a:noAutofit/>
          </a:bodyPr>
          <a:lstStyle>
            <a:lvl1pPr marL="0" indent="0" algn="r">
              <a:buNone/>
              <a:defRPr sz="2000" b="1">
                <a:solidFill>
                  <a:schemeClr val="tx2"/>
                </a:solidFill>
              </a:defRPr>
            </a:lvl1pPr>
          </a:lstStyle>
          <a:p>
            <a:pPr lvl="0"/>
            <a:r>
              <a:rPr lang="en-US" noProof="0"/>
              <a:t>ADD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 xmlns:adec="http://schemas.microsoft.com/office/drawing/2017/decorative" val="1"/>
              </a:ext>
            </a:extLst>
          </p:cNvPr>
          <p:cNvSpPr>
            <a:spLocks noGrp="1"/>
          </p:cNvSpPr>
          <p:nvPr>
            <p:ph type="pic" sz="quarter" idx="21" hasCustomPrompt="1"/>
          </p:nvPr>
        </p:nvSpPr>
        <p:spPr>
          <a:xfrm>
            <a:off x="5756426" y="1935993"/>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6071132" y="3576256"/>
            <a:ext cx="5392925" cy="914490"/>
          </a:xfrm>
        </p:spPr>
        <p:txBody>
          <a:bodyPr lIns="91440" rIns="91440" anchor="ctr">
            <a:noAutofit/>
          </a:bodyPr>
          <a:lstStyle>
            <a:lvl1pPr marL="0" indent="0">
              <a:buNone/>
              <a:defRPr sz="1400"/>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548640" y="3846999"/>
            <a:ext cx="4023360" cy="424732"/>
          </a:xfrm>
          <a:noFill/>
        </p:spPr>
        <p:txBody>
          <a:bodyPr wrap="square" lIns="91440" rIns="91440" anchor="ctr">
            <a:noAutofit/>
          </a:bodyPr>
          <a:lstStyle>
            <a:lvl1pPr marL="0" indent="0" algn="r">
              <a:buNone/>
              <a:defRPr sz="2000" b="1">
                <a:solidFill>
                  <a:schemeClr val="accent5"/>
                </a:solidFill>
              </a:defRPr>
            </a:lvl1pPr>
          </a:lstStyle>
          <a:p>
            <a:pPr lvl="0"/>
            <a:r>
              <a:rPr lang="en-US" noProof="0"/>
              <a:t>ADD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 xmlns:adec="http://schemas.microsoft.com/office/drawing/2017/decorative" val="1"/>
              </a:ext>
            </a:extLst>
          </p:cNvPr>
          <p:cNvSpPr>
            <a:spLocks noGrp="1"/>
          </p:cNvSpPr>
          <p:nvPr>
            <p:ph type="pic" sz="quarter" idx="24" hasCustomPrompt="1"/>
          </p:nvPr>
        </p:nvSpPr>
        <p:spPr>
          <a:xfrm>
            <a:off x="4774508" y="350281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4949699" y="5117210"/>
            <a:ext cx="6514359" cy="914490"/>
          </a:xfrm>
        </p:spPr>
        <p:txBody>
          <a:bodyPr lIns="91440" rIns="91440" anchor="ctr">
            <a:noAutofit/>
          </a:bodyPr>
          <a:lstStyle>
            <a:lvl1pPr marL="0" indent="0">
              <a:buNone/>
              <a:defRPr sz="1400"/>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548641" y="5362089"/>
            <a:ext cx="2956560" cy="424732"/>
          </a:xfrm>
          <a:noFill/>
        </p:spPr>
        <p:txBody>
          <a:bodyPr wrap="square" lIns="91440" rIns="91440" anchor="ctr">
            <a:noAutofit/>
          </a:bodyPr>
          <a:lstStyle>
            <a:lvl1pPr marL="0" indent="0" algn="r">
              <a:buNone/>
              <a:defRPr sz="2000" b="1">
                <a:solidFill>
                  <a:schemeClr val="accent6"/>
                </a:solidFill>
              </a:defRPr>
            </a:lvl1pPr>
          </a:lstStyle>
          <a:p>
            <a:pPr lvl="0"/>
            <a:r>
              <a:rPr lang="en-US" noProof="0"/>
              <a:t>ADD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 xmlns:adec="http://schemas.microsoft.com/office/drawing/2017/decorative" val="1"/>
              </a:ext>
            </a:extLst>
          </p:cNvPr>
          <p:cNvSpPr>
            <a:spLocks noGrp="1"/>
          </p:cNvSpPr>
          <p:nvPr>
            <p:ph type="pic" sz="quarter" idx="27" hasCustomPrompt="1"/>
          </p:nvPr>
        </p:nvSpPr>
        <p:spPr>
          <a:xfrm>
            <a:off x="3680392" y="501790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35" name="Freeform: Shape 34">
            <a:extLst>
              <a:ext uri="{FF2B5EF4-FFF2-40B4-BE49-F238E27FC236}">
                <a16:creationId xmlns:a16="http://schemas.microsoft.com/office/drawing/2014/main" id="{79F57DF2-7AB9-4D3A-AADE-E93D5621B0F8}"/>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54017090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 xmlns:adec="http://schemas.microsoft.com/office/drawing/2017/decorative" val="1"/>
              </a:ext>
            </a:extLst>
          </p:cNvPr>
          <p:cNvCxnSpPr/>
          <p:nvPr userDrawn="1"/>
        </p:nvCxnSpPr>
        <p:spPr>
          <a:xfrm>
            <a:off x="2018097"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6B9C406-BFD3-481F-9B48-3DCA3A33014F}"/>
              </a:ext>
              <a:ext uri="{C183D7F6-B498-43B3-948B-1728B52AA6E4}">
                <adec:decorative xmlns="" xmlns:adec="http://schemas.microsoft.com/office/drawing/2017/decorative" val="1"/>
              </a:ext>
            </a:extLst>
          </p:cNvPr>
          <p:cNvCxnSpPr/>
          <p:nvPr userDrawn="1"/>
        </p:nvCxnSpPr>
        <p:spPr>
          <a:xfrm>
            <a:off x="57518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AF3D50D-B3D8-4A41-84D8-4BE250D1BD62}"/>
              </a:ext>
              <a:ext uri="{C183D7F6-B498-43B3-948B-1728B52AA6E4}">
                <adec:decorative xmlns="" xmlns:adec="http://schemas.microsoft.com/office/drawing/2017/decorative" val="1"/>
              </a:ext>
            </a:extLst>
          </p:cNvPr>
          <p:cNvCxnSpPr/>
          <p:nvPr userDrawn="1"/>
        </p:nvCxnSpPr>
        <p:spPr>
          <a:xfrm>
            <a:off x="94856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 xmlns:adec="http://schemas.microsoft.com/office/drawing/2017/decorative" val="1"/>
              </a:ext>
            </a:extLst>
          </p:cNvPr>
          <p:cNvSpPr>
            <a:spLocks noGrp="1"/>
          </p:cNvSpPr>
          <p:nvPr>
            <p:ph type="pic" sz="quarter" idx="17" hasCustomPrompt="1"/>
          </p:nvPr>
        </p:nvSpPr>
        <p:spPr>
          <a:xfrm>
            <a:off x="533401"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1</a:t>
            </a:r>
          </a:p>
        </p:txBody>
      </p:sp>
      <p:sp>
        <p:nvSpPr>
          <p:cNvPr id="30" name="Picture Placeholder 8">
            <a:extLst>
              <a:ext uri="{FF2B5EF4-FFF2-40B4-BE49-F238E27FC236}">
                <a16:creationId xmlns:a16="http://schemas.microsoft.com/office/drawing/2014/main" id="{6321F101-EC7B-4128-A7FA-373AC507D3D4}"/>
              </a:ext>
              <a:ext uri="{C183D7F6-B498-43B3-948B-1728B52AA6E4}">
                <adec:decorative xmlns="" xmlns:adec="http://schemas.microsoft.com/office/drawing/2017/decorative" val="1"/>
              </a:ext>
            </a:extLst>
          </p:cNvPr>
          <p:cNvSpPr>
            <a:spLocks noGrp="1"/>
          </p:cNvSpPr>
          <p:nvPr>
            <p:ph type="pic" sz="quarter" idx="18" hasCustomPrompt="1"/>
          </p:nvPr>
        </p:nvSpPr>
        <p:spPr>
          <a:xfrm>
            <a:off x="42672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2</a:t>
            </a:r>
          </a:p>
        </p:txBody>
      </p:sp>
      <p:sp>
        <p:nvSpPr>
          <p:cNvPr id="31" name="Picture Placeholder 8">
            <a:extLst>
              <a:ext uri="{FF2B5EF4-FFF2-40B4-BE49-F238E27FC236}">
                <a16:creationId xmlns:a16="http://schemas.microsoft.com/office/drawing/2014/main" id="{229667AF-39CB-43E6-8D30-A2DDF8365C21}"/>
              </a:ext>
              <a:ext uri="{C183D7F6-B498-43B3-948B-1728B52AA6E4}">
                <adec:decorative xmlns="" xmlns:adec="http://schemas.microsoft.com/office/drawing/2017/decorative" val="1"/>
              </a:ext>
            </a:extLst>
          </p:cNvPr>
          <p:cNvSpPr>
            <a:spLocks noGrp="1"/>
          </p:cNvSpPr>
          <p:nvPr>
            <p:ph type="pic" sz="quarter" idx="19" hasCustomPrompt="1"/>
          </p:nvPr>
        </p:nvSpPr>
        <p:spPr>
          <a:xfrm>
            <a:off x="80010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3</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864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3" name="Text Placeholder 7">
            <a:extLst>
              <a:ext uri="{FF2B5EF4-FFF2-40B4-BE49-F238E27FC236}">
                <a16:creationId xmlns:a16="http://schemas.microsoft.com/office/drawing/2014/main" id="{EB4CA538-2AD9-458A-B582-2FBFEAF60CFA}"/>
              </a:ext>
            </a:extLst>
          </p:cNvPr>
          <p:cNvSpPr>
            <a:spLocks noGrp="1"/>
          </p:cNvSpPr>
          <p:nvPr>
            <p:ph type="body" sz="quarter" idx="20" hasCustomPrompt="1"/>
          </p:nvPr>
        </p:nvSpPr>
        <p:spPr>
          <a:xfrm>
            <a:off x="42672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5" name="Text Placeholder 7">
            <a:extLst>
              <a:ext uri="{FF2B5EF4-FFF2-40B4-BE49-F238E27FC236}">
                <a16:creationId xmlns:a16="http://schemas.microsoft.com/office/drawing/2014/main" id="{857C263B-EA99-4350-84C0-08B9746AEC05}"/>
              </a:ext>
            </a:extLst>
          </p:cNvPr>
          <p:cNvSpPr>
            <a:spLocks noGrp="1"/>
          </p:cNvSpPr>
          <p:nvPr>
            <p:ph type="body" sz="quarter" idx="21" hasCustomPrompt="1"/>
          </p:nvPr>
        </p:nvSpPr>
        <p:spPr>
          <a:xfrm>
            <a:off x="80010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Tree>
    <p:extLst>
      <p:ext uri="{BB962C8B-B14F-4D97-AF65-F5344CB8AC3E}">
        <p14:creationId xmlns:p14="http://schemas.microsoft.com/office/powerpoint/2010/main" val="294815090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 xmlns:adec="http://schemas.microsoft.com/office/drawing/2017/decorative" val="1"/>
              </a:ext>
            </a:extLst>
          </p:cNvPr>
          <p:cNvCxnSpPr/>
          <p:nvPr userDrawn="1"/>
        </p:nvCxnSpPr>
        <p:spPr>
          <a:xfrm>
            <a:off x="1751397" y="5027659"/>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 xmlns:adec="http://schemas.microsoft.com/office/drawing/2017/decorative" val="1"/>
              </a:ext>
            </a:extLst>
          </p:cNvPr>
          <p:cNvSpPr>
            <a:spLocks noGrp="1"/>
          </p:cNvSpPr>
          <p:nvPr>
            <p:ph type="pic" sz="quarter" idx="17" hasCustomPrompt="1"/>
          </p:nvPr>
        </p:nvSpPr>
        <p:spPr>
          <a:xfrm>
            <a:off x="723902" y="2057402"/>
            <a:ext cx="2743197" cy="274319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1021" y="5307558"/>
            <a:ext cx="3108959" cy="424732"/>
          </a:xfrm>
          <a:noFill/>
        </p:spPr>
        <p:txBody>
          <a:bodyPr wrap="square" lIns="91440" rIns="91440" anchor="t">
            <a:noAutofit/>
          </a:bodyPr>
          <a:lstStyle>
            <a:lvl1pPr marL="0" indent="0" algn="ctr">
              <a:spcBef>
                <a:spcPts val="0"/>
              </a:spcBef>
              <a:spcAft>
                <a:spcPts val="0"/>
              </a:spcAft>
              <a:buNone/>
              <a:defRPr sz="2000" b="1">
                <a:solidFill>
                  <a:schemeClr val="tx2"/>
                </a:solidFill>
                <a:latin typeface="+mj-lt"/>
              </a:defRPr>
            </a:lvl1pPr>
          </a:lstStyle>
          <a:p>
            <a:pPr lvl="0"/>
            <a:r>
              <a:rPr lang="en-US" noProof="0"/>
              <a:t>ADD TEXT </a:t>
            </a:r>
          </a:p>
        </p:txBody>
      </p:sp>
      <p:sp>
        <p:nvSpPr>
          <p:cNvPr id="17" name="Text Placeholder 7">
            <a:extLst>
              <a:ext uri="{FF2B5EF4-FFF2-40B4-BE49-F238E27FC236}">
                <a16:creationId xmlns:a16="http://schemas.microsoft.com/office/drawing/2014/main" id="{2FD9C5C0-2B13-4BD9-BA25-5F692DE9E82D}"/>
              </a:ext>
            </a:extLst>
          </p:cNvPr>
          <p:cNvSpPr>
            <a:spLocks noGrp="1"/>
          </p:cNvSpPr>
          <p:nvPr>
            <p:ph type="body" sz="quarter" idx="18" hasCustomPrompt="1"/>
          </p:nvPr>
        </p:nvSpPr>
        <p:spPr>
          <a:xfrm>
            <a:off x="541021" y="5688559"/>
            <a:ext cx="3108959" cy="323629"/>
          </a:xfrm>
          <a:noFill/>
        </p:spPr>
        <p:txBody>
          <a:bodyPr wrap="square" lIns="91440" rIns="91440" anchor="t">
            <a:noAutofit/>
          </a:bodyPr>
          <a:lstStyle>
            <a:lvl1pPr marL="0" indent="0" algn="ctr">
              <a:spcBef>
                <a:spcPts val="0"/>
              </a:spcBef>
              <a:spcAft>
                <a:spcPts val="0"/>
              </a:spcAft>
              <a:buNone/>
              <a:defRPr sz="1400" b="0">
                <a:solidFill>
                  <a:schemeClr val="tx2"/>
                </a:solidFill>
                <a:latin typeface="+mn-lt"/>
              </a:defRPr>
            </a:lvl1pPr>
          </a:lstStyle>
          <a:p>
            <a:pPr lvl="0"/>
            <a:r>
              <a:rPr lang="en-US" noProof="0"/>
              <a:t>Description</a:t>
            </a:r>
          </a:p>
        </p:txBody>
      </p:sp>
      <p:cxnSp>
        <p:nvCxnSpPr>
          <p:cNvPr id="5" name="Straight Connector 4">
            <a:extLst>
              <a:ext uri="{FF2B5EF4-FFF2-40B4-BE49-F238E27FC236}">
                <a16:creationId xmlns:a16="http://schemas.microsoft.com/office/drawing/2014/main" id="{9971D9F8-CAE6-4680-A029-F96D0F1441FD}"/>
              </a:ext>
            </a:extLst>
          </p:cNvPr>
          <p:cNvCxnSpPr>
            <a:cxnSpLocks/>
          </p:cNvCxnSpPr>
          <p:nvPr userDrawn="1"/>
        </p:nvCxnSpPr>
        <p:spPr>
          <a:xfrm flipH="1">
            <a:off x="3907846"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31598D0-210A-4FC8-9A7B-BFA0921CF214}"/>
              </a:ext>
              <a:ext uri="{C183D7F6-B498-43B3-948B-1728B52AA6E4}">
                <adec:decorative xmlns="" xmlns:adec="http://schemas.microsoft.com/office/drawing/2017/decorative" val="1"/>
              </a:ext>
            </a:extLst>
          </p:cNvPr>
          <p:cNvCxnSpPr>
            <a:cxnSpLocks/>
          </p:cNvCxnSpPr>
          <p:nvPr userDrawn="1"/>
        </p:nvCxnSpPr>
        <p:spPr>
          <a:xfrm rot="16200000">
            <a:off x="5536511"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606439E2-68F5-46DF-9799-ABBEBECFD358}"/>
              </a:ext>
              <a:ext uri="{C183D7F6-B498-43B3-948B-1728B52AA6E4}">
                <adec:decorative xmlns="" xmlns:adec="http://schemas.microsoft.com/office/drawing/2017/decorative" val="1"/>
              </a:ext>
            </a:extLst>
          </p:cNvPr>
          <p:cNvGrpSpPr/>
          <p:nvPr userDrawn="1"/>
        </p:nvGrpSpPr>
        <p:grpSpPr>
          <a:xfrm>
            <a:off x="3906013" y="2754546"/>
            <a:ext cx="3254399" cy="2828600"/>
            <a:chOff x="4431264" y="2199060"/>
            <a:chExt cx="3363136" cy="2828600"/>
          </a:xfrm>
        </p:grpSpPr>
        <p:cxnSp>
          <p:nvCxnSpPr>
            <p:cNvPr id="21" name="Straight Connector 20">
              <a:extLst>
                <a:ext uri="{FF2B5EF4-FFF2-40B4-BE49-F238E27FC236}">
                  <a16:creationId xmlns:a16="http://schemas.microsoft.com/office/drawing/2014/main" id="{E95E9585-55FC-4C03-8122-DED9B077D9F8}"/>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2403E01-A7A9-4801-84C2-A2B3D9B7F577}"/>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5" name="Picture Placeholder 8">
            <a:extLst>
              <a:ext uri="{FF2B5EF4-FFF2-40B4-BE49-F238E27FC236}">
                <a16:creationId xmlns:a16="http://schemas.microsoft.com/office/drawing/2014/main" id="{BDA24073-E1E8-43FF-B135-B2947B97222B}"/>
              </a:ext>
              <a:ext uri="{C183D7F6-B498-43B3-948B-1728B52AA6E4}">
                <adec:decorative xmlns="" xmlns:adec="http://schemas.microsoft.com/office/drawing/2017/decorative" val="1"/>
              </a:ext>
            </a:extLst>
          </p:cNvPr>
          <p:cNvSpPr>
            <a:spLocks noGrp="1"/>
          </p:cNvSpPr>
          <p:nvPr userDrawn="1">
            <p:ph type="pic" sz="quarter" idx="19" hasCustomPrompt="1"/>
          </p:nvPr>
        </p:nvSpPr>
        <p:spPr>
          <a:xfrm>
            <a:off x="5426747"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Picture Placeholder 8">
            <a:extLst>
              <a:ext uri="{FF2B5EF4-FFF2-40B4-BE49-F238E27FC236}">
                <a16:creationId xmlns:a16="http://schemas.microsoft.com/office/drawing/2014/main" id="{DAD1D946-AD65-4E2D-A739-D93BA1AC1DFD}"/>
              </a:ext>
              <a:ext uri="{C183D7F6-B498-43B3-948B-1728B52AA6E4}">
                <adec:decorative xmlns="" xmlns:adec="http://schemas.microsoft.com/office/drawing/2017/decorative" val="1"/>
              </a:ext>
            </a:extLst>
          </p:cNvPr>
          <p:cNvSpPr>
            <a:spLocks noGrp="1"/>
          </p:cNvSpPr>
          <p:nvPr userDrawn="1">
            <p:ph type="pic" sz="quarter" idx="20" hasCustomPrompt="1"/>
          </p:nvPr>
        </p:nvSpPr>
        <p:spPr>
          <a:xfrm>
            <a:off x="4408933"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7" name="Picture Placeholder 8">
            <a:extLst>
              <a:ext uri="{FF2B5EF4-FFF2-40B4-BE49-F238E27FC236}">
                <a16:creationId xmlns:a16="http://schemas.microsoft.com/office/drawing/2014/main" id="{036FD13F-5CDF-4A6F-A890-1F23EA59027F}"/>
              </a:ext>
              <a:ext uri="{C183D7F6-B498-43B3-948B-1728B52AA6E4}">
                <adec:decorative xmlns="" xmlns:adec="http://schemas.microsoft.com/office/drawing/2017/decorative" val="1"/>
              </a:ext>
            </a:extLst>
          </p:cNvPr>
          <p:cNvSpPr>
            <a:spLocks noGrp="1"/>
          </p:cNvSpPr>
          <p:nvPr userDrawn="1">
            <p:ph type="pic" sz="quarter" idx="21" hasCustomPrompt="1"/>
          </p:nvPr>
        </p:nvSpPr>
        <p:spPr>
          <a:xfrm>
            <a:off x="6458832"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cxnSp>
        <p:nvCxnSpPr>
          <p:cNvPr id="36" name="Straight Connector 35">
            <a:extLst>
              <a:ext uri="{FF2B5EF4-FFF2-40B4-BE49-F238E27FC236}">
                <a16:creationId xmlns:a16="http://schemas.microsoft.com/office/drawing/2014/main" id="{4EA974DF-48E5-46E7-9453-8A47028BC514}"/>
              </a:ext>
              <a:ext uri="{C183D7F6-B498-43B3-948B-1728B52AA6E4}">
                <adec:decorative xmlns="" xmlns:adec="http://schemas.microsoft.com/office/drawing/2017/decorative" val="1"/>
              </a:ext>
            </a:extLst>
          </p:cNvPr>
          <p:cNvCxnSpPr>
            <a:cxnSpLocks/>
          </p:cNvCxnSpPr>
          <p:nvPr userDrawn="1"/>
        </p:nvCxnSpPr>
        <p:spPr>
          <a:xfrm flipH="1">
            <a:off x="7036660"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A85692E-DBD5-4FD7-95CA-849C102632D2}"/>
              </a:ext>
              <a:ext uri="{C183D7F6-B498-43B3-948B-1728B52AA6E4}">
                <adec:decorative xmlns="" xmlns:adec="http://schemas.microsoft.com/office/drawing/2017/decorative" val="1"/>
              </a:ext>
            </a:extLst>
          </p:cNvPr>
          <p:cNvCxnSpPr>
            <a:cxnSpLocks/>
          </p:cNvCxnSpPr>
          <p:nvPr userDrawn="1"/>
        </p:nvCxnSpPr>
        <p:spPr>
          <a:xfrm rot="16200000">
            <a:off x="8665325"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606422F5-A2F2-43D5-84EE-F875A28A728B}"/>
              </a:ext>
              <a:ext uri="{C183D7F6-B498-43B3-948B-1728B52AA6E4}">
                <adec:decorative xmlns="" xmlns:adec="http://schemas.microsoft.com/office/drawing/2017/decorative" val="1"/>
              </a:ext>
            </a:extLst>
          </p:cNvPr>
          <p:cNvGrpSpPr/>
          <p:nvPr userDrawn="1"/>
        </p:nvGrpSpPr>
        <p:grpSpPr>
          <a:xfrm>
            <a:off x="7034827" y="2754546"/>
            <a:ext cx="3254399" cy="2828600"/>
            <a:chOff x="4431264" y="2199060"/>
            <a:chExt cx="3363136" cy="2828600"/>
          </a:xfrm>
        </p:grpSpPr>
        <p:cxnSp>
          <p:nvCxnSpPr>
            <p:cNvPr id="39" name="Straight Connector 38">
              <a:extLst>
                <a:ext uri="{FF2B5EF4-FFF2-40B4-BE49-F238E27FC236}">
                  <a16:creationId xmlns:a16="http://schemas.microsoft.com/office/drawing/2014/main" id="{4BDD12EB-7EFD-4370-A7C6-9E57D6A7C6DF}"/>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D1AAC8-713E-418F-B7B4-27B58BDFD77C}"/>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41" name="Picture Placeholder 8">
            <a:extLst>
              <a:ext uri="{FF2B5EF4-FFF2-40B4-BE49-F238E27FC236}">
                <a16:creationId xmlns:a16="http://schemas.microsoft.com/office/drawing/2014/main" id="{DEE070FD-95C9-4396-B429-69E1E14E3273}"/>
              </a:ext>
              <a:ext uri="{C183D7F6-B498-43B3-948B-1728B52AA6E4}">
                <adec:decorative xmlns="" xmlns:adec="http://schemas.microsoft.com/office/drawing/2017/decorative" val="1"/>
              </a:ext>
            </a:extLst>
          </p:cNvPr>
          <p:cNvSpPr>
            <a:spLocks noGrp="1"/>
          </p:cNvSpPr>
          <p:nvPr>
            <p:ph type="pic" sz="quarter" idx="22" hasCustomPrompt="1"/>
          </p:nvPr>
        </p:nvSpPr>
        <p:spPr>
          <a:xfrm>
            <a:off x="8555561"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Picture Placeholder 8">
            <a:extLst>
              <a:ext uri="{FF2B5EF4-FFF2-40B4-BE49-F238E27FC236}">
                <a16:creationId xmlns:a16="http://schemas.microsoft.com/office/drawing/2014/main" id="{5A9E7D40-35C3-4F7D-AAB6-D4168037C92B}"/>
              </a:ext>
              <a:ext uri="{C183D7F6-B498-43B3-948B-1728B52AA6E4}">
                <adec:decorative xmlns="" xmlns:adec="http://schemas.microsoft.com/office/drawing/2017/decorative" val="1"/>
              </a:ext>
            </a:extLst>
          </p:cNvPr>
          <p:cNvSpPr>
            <a:spLocks noGrp="1"/>
          </p:cNvSpPr>
          <p:nvPr>
            <p:ph type="pic" sz="quarter" idx="23" hasCustomPrompt="1"/>
          </p:nvPr>
        </p:nvSpPr>
        <p:spPr>
          <a:xfrm>
            <a:off x="7537747"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3" name="Picture Placeholder 8">
            <a:extLst>
              <a:ext uri="{FF2B5EF4-FFF2-40B4-BE49-F238E27FC236}">
                <a16:creationId xmlns:a16="http://schemas.microsoft.com/office/drawing/2014/main" id="{13CB6343-C37E-4656-A566-EA9A3A1BF01D}"/>
              </a:ext>
              <a:ext uri="{C183D7F6-B498-43B3-948B-1728B52AA6E4}">
                <adec:decorative xmlns="" xmlns:adec="http://schemas.microsoft.com/office/drawing/2017/decorative" val="1"/>
              </a:ext>
            </a:extLst>
          </p:cNvPr>
          <p:cNvSpPr>
            <a:spLocks noGrp="1"/>
          </p:cNvSpPr>
          <p:nvPr>
            <p:ph type="pic" sz="quarter" idx="24" hasCustomPrompt="1"/>
          </p:nvPr>
        </p:nvSpPr>
        <p:spPr>
          <a:xfrm>
            <a:off x="9587646"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4" name="Text Placeholder 7">
            <a:extLst>
              <a:ext uri="{FF2B5EF4-FFF2-40B4-BE49-F238E27FC236}">
                <a16:creationId xmlns:a16="http://schemas.microsoft.com/office/drawing/2014/main" id="{847B0A6E-95FE-4876-8783-F2D69813E0D6}"/>
              </a:ext>
            </a:extLst>
          </p:cNvPr>
          <p:cNvSpPr>
            <a:spLocks noGrp="1"/>
          </p:cNvSpPr>
          <p:nvPr>
            <p:ph type="body" sz="quarter" idx="25" hasCustomPrompt="1"/>
          </p:nvPr>
        </p:nvSpPr>
        <p:spPr>
          <a:xfrm>
            <a:off x="7595850"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5" name="Text Placeholder 7">
            <a:extLst>
              <a:ext uri="{FF2B5EF4-FFF2-40B4-BE49-F238E27FC236}">
                <a16:creationId xmlns:a16="http://schemas.microsoft.com/office/drawing/2014/main" id="{4E9CD2A8-E96D-45CF-B252-F6F8267FF344}"/>
              </a:ext>
            </a:extLst>
          </p:cNvPr>
          <p:cNvSpPr>
            <a:spLocks noGrp="1"/>
          </p:cNvSpPr>
          <p:nvPr>
            <p:ph type="body" sz="quarter" idx="26" hasCustomPrompt="1"/>
          </p:nvPr>
        </p:nvSpPr>
        <p:spPr>
          <a:xfrm>
            <a:off x="6557415"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1AE8BBFE-01C4-4028-9B89-8D3A005A4B89}"/>
              </a:ext>
            </a:extLst>
          </p:cNvPr>
          <p:cNvSpPr>
            <a:spLocks noGrp="1"/>
          </p:cNvSpPr>
          <p:nvPr>
            <p:ph type="body" sz="quarter" idx="27" hasCustomPrompt="1"/>
          </p:nvPr>
        </p:nvSpPr>
        <p:spPr>
          <a:xfrm>
            <a:off x="5564282"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7" name="Text Placeholder 7">
            <a:extLst>
              <a:ext uri="{FF2B5EF4-FFF2-40B4-BE49-F238E27FC236}">
                <a16:creationId xmlns:a16="http://schemas.microsoft.com/office/drawing/2014/main" id="{49C15349-435A-457E-9835-D4345AD3ED9F}"/>
              </a:ext>
            </a:extLst>
          </p:cNvPr>
          <p:cNvSpPr>
            <a:spLocks noGrp="1"/>
          </p:cNvSpPr>
          <p:nvPr>
            <p:ph type="body" sz="quarter" idx="28" hasCustomPrompt="1"/>
          </p:nvPr>
        </p:nvSpPr>
        <p:spPr>
          <a:xfrm>
            <a:off x="10727786"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8" name="Text Placeholder 7">
            <a:extLst>
              <a:ext uri="{FF2B5EF4-FFF2-40B4-BE49-F238E27FC236}">
                <a16:creationId xmlns:a16="http://schemas.microsoft.com/office/drawing/2014/main" id="{06DC437D-C5F6-49FA-8BF0-932297827EA8}"/>
              </a:ext>
            </a:extLst>
          </p:cNvPr>
          <p:cNvSpPr>
            <a:spLocks noGrp="1"/>
          </p:cNvSpPr>
          <p:nvPr>
            <p:ph type="body" sz="quarter" idx="29" hasCustomPrompt="1"/>
          </p:nvPr>
        </p:nvSpPr>
        <p:spPr>
          <a:xfrm>
            <a:off x="9689351"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9DB16E7F-EE86-4AF9-871B-5614FE2D4428}"/>
              </a:ext>
            </a:extLst>
          </p:cNvPr>
          <p:cNvSpPr>
            <a:spLocks noGrp="1"/>
          </p:cNvSpPr>
          <p:nvPr>
            <p:ph type="body" sz="quarter" idx="30" hasCustomPrompt="1"/>
          </p:nvPr>
        </p:nvSpPr>
        <p:spPr>
          <a:xfrm>
            <a:off x="8696218"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Tree>
    <p:extLst>
      <p:ext uri="{BB962C8B-B14F-4D97-AF65-F5344CB8AC3E}">
        <p14:creationId xmlns:p14="http://schemas.microsoft.com/office/powerpoint/2010/main" val="128842359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ONLY_Org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 xmlns:adec="http://schemas.microsoft.com/office/drawing/2017/decorative" val="1"/>
              </a:ext>
            </a:extLst>
          </p:cNvPr>
          <p:cNvSpPr>
            <a:spLocks noGrp="1"/>
          </p:cNvSpPr>
          <p:nvPr>
            <p:ph type="pic" sz="quarter" idx="17" hasCustomPrompt="1"/>
          </p:nvPr>
        </p:nvSpPr>
        <p:spPr>
          <a:xfrm>
            <a:off x="3960064"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788864"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788864"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 xmlns:adec="http://schemas.microsoft.com/office/drawing/2017/decorative" val="1"/>
              </a:ext>
            </a:extLst>
          </p:cNvPr>
          <p:cNvCxnSpPr>
            <a:cxnSpLocks/>
          </p:cNvCxnSpPr>
          <p:nvPr userDrawn="1"/>
        </p:nvCxnSpPr>
        <p:spPr>
          <a:xfrm rot="16200000">
            <a:off x="6146423" y="665228"/>
            <a:ext cx="0" cy="740664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 xmlns:adec="http://schemas.microsoft.com/office/drawing/2017/decorative" val="1"/>
              </a:ext>
            </a:extLst>
          </p:cNvPr>
          <p:cNvSpPr>
            <a:spLocks noGrp="1"/>
          </p:cNvSpPr>
          <p:nvPr>
            <p:ph type="pic" sz="quarter" idx="21" hasCustomPrompt="1"/>
          </p:nvPr>
        </p:nvSpPr>
        <p:spPr>
          <a:xfrm>
            <a:off x="18112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15204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15204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 xmlns:adec="http://schemas.microsoft.com/office/drawing/2017/decorative" val="1"/>
              </a:ext>
            </a:extLst>
          </p:cNvPr>
          <p:cNvSpPr>
            <a:spLocks noGrp="1"/>
          </p:cNvSpPr>
          <p:nvPr>
            <p:ph type="pic" sz="quarter" idx="27" hasCustomPrompt="1"/>
          </p:nvPr>
        </p:nvSpPr>
        <p:spPr>
          <a:xfrm>
            <a:off x="36400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33492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33492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 xmlns:adec="http://schemas.microsoft.com/office/drawing/2017/decorative" val="1"/>
              </a:ext>
            </a:extLst>
          </p:cNvPr>
          <p:cNvSpPr>
            <a:spLocks noGrp="1"/>
          </p:cNvSpPr>
          <p:nvPr>
            <p:ph type="pic" sz="quarter" idx="30" hasCustomPrompt="1"/>
          </p:nvPr>
        </p:nvSpPr>
        <p:spPr>
          <a:xfrm>
            <a:off x="544977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515904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515904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 xmlns:adec="http://schemas.microsoft.com/office/drawing/2017/decorative" val="1"/>
              </a:ext>
            </a:extLst>
          </p:cNvPr>
          <p:cNvSpPr>
            <a:spLocks noGrp="1"/>
          </p:cNvSpPr>
          <p:nvPr>
            <p:ph type="pic" sz="quarter" idx="33" hasCustomPrompt="1"/>
          </p:nvPr>
        </p:nvSpPr>
        <p:spPr>
          <a:xfrm>
            <a:off x="72595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9687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9687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 xmlns:adec="http://schemas.microsoft.com/office/drawing/2017/decorative" val="1"/>
              </a:ext>
            </a:extLst>
          </p:cNvPr>
          <p:cNvSpPr>
            <a:spLocks noGrp="1"/>
          </p:cNvSpPr>
          <p:nvPr>
            <p:ph type="pic" sz="quarter" idx="36" hasCustomPrompt="1"/>
          </p:nvPr>
        </p:nvSpPr>
        <p:spPr>
          <a:xfrm>
            <a:off x="9066634"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775905"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775905"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62787860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ONLY_Org Chart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 xmlns:adec="http://schemas.microsoft.com/office/drawing/2017/decorative" val="1"/>
              </a:ext>
            </a:extLst>
          </p:cNvPr>
          <p:cNvSpPr>
            <a:spLocks noGrp="1"/>
          </p:cNvSpPr>
          <p:nvPr>
            <p:ph type="pic" sz="quarter" idx="17" hasCustomPrompt="1"/>
          </p:nvPr>
        </p:nvSpPr>
        <p:spPr>
          <a:xfrm>
            <a:off x="3596641"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425441"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425441"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 xmlns:adec="http://schemas.microsoft.com/office/drawing/2017/decorative" val="1"/>
              </a:ext>
            </a:extLst>
          </p:cNvPr>
          <p:cNvCxnSpPr>
            <a:cxnSpLocks/>
          </p:cNvCxnSpPr>
          <p:nvPr userDrawn="1"/>
        </p:nvCxnSpPr>
        <p:spPr>
          <a:xfrm rot="16200000">
            <a:off x="6165169" y="-112012"/>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 xmlns:adec="http://schemas.microsoft.com/office/drawing/2017/decorative" val="1"/>
              </a:ext>
            </a:extLst>
          </p:cNvPr>
          <p:cNvSpPr>
            <a:spLocks noGrp="1"/>
          </p:cNvSpPr>
          <p:nvPr>
            <p:ph type="pic" sz="quarter" idx="21" hasCustomPrompt="1"/>
          </p:nvPr>
        </p:nvSpPr>
        <p:spPr>
          <a:xfrm>
            <a:off x="10527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 xmlns:adec="http://schemas.microsoft.com/office/drawing/2017/decorative" val="1"/>
              </a:ext>
            </a:extLst>
          </p:cNvPr>
          <p:cNvSpPr>
            <a:spLocks noGrp="1"/>
          </p:cNvSpPr>
          <p:nvPr>
            <p:ph type="pic" sz="quarter" idx="27" hasCustomPrompt="1"/>
          </p:nvPr>
        </p:nvSpPr>
        <p:spPr>
          <a:xfrm>
            <a:off x="28815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 xmlns:adec="http://schemas.microsoft.com/office/drawing/2017/decorative" val="1"/>
              </a:ext>
            </a:extLst>
          </p:cNvPr>
          <p:cNvSpPr>
            <a:spLocks noGrp="1"/>
          </p:cNvSpPr>
          <p:nvPr>
            <p:ph type="pic" sz="quarter" idx="30" hasCustomPrompt="1"/>
          </p:nvPr>
        </p:nvSpPr>
        <p:spPr>
          <a:xfrm>
            <a:off x="469127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 xmlns:adec="http://schemas.microsoft.com/office/drawing/2017/decorative" val="1"/>
              </a:ext>
            </a:extLst>
          </p:cNvPr>
          <p:cNvSpPr>
            <a:spLocks noGrp="1"/>
          </p:cNvSpPr>
          <p:nvPr>
            <p:ph type="pic" sz="quarter" idx="33" hasCustomPrompt="1"/>
          </p:nvPr>
        </p:nvSpPr>
        <p:spPr>
          <a:xfrm>
            <a:off x="65010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 xmlns:adec="http://schemas.microsoft.com/office/drawing/2017/decorative" val="1"/>
              </a:ext>
            </a:extLst>
          </p:cNvPr>
          <p:cNvSpPr>
            <a:spLocks noGrp="1"/>
          </p:cNvSpPr>
          <p:nvPr>
            <p:ph type="pic" sz="quarter" idx="36" hasCustomPrompt="1"/>
          </p:nvPr>
        </p:nvSpPr>
        <p:spPr>
          <a:xfrm>
            <a:off x="8308140"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 xmlns:adec="http://schemas.microsoft.com/office/drawing/2017/decorative" val="1"/>
              </a:ext>
            </a:extLst>
          </p:cNvPr>
          <p:cNvSpPr>
            <a:spLocks noGrp="1"/>
          </p:cNvSpPr>
          <p:nvPr>
            <p:ph type="pic" sz="quarter" idx="39" hasCustomPrompt="1"/>
          </p:nvPr>
        </p:nvSpPr>
        <p:spPr>
          <a:xfrm>
            <a:off x="10115251"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17437377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_Org Chart 1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 xmlns:adec="http://schemas.microsoft.com/office/drawing/2017/decorative" val="1"/>
              </a:ext>
            </a:extLst>
          </p:cNvPr>
          <p:cNvSpPr>
            <a:spLocks noGrp="1"/>
          </p:cNvSpPr>
          <p:nvPr>
            <p:ph type="pic" sz="quarter" idx="17" hasCustomPrompt="1"/>
          </p:nvPr>
        </p:nvSpPr>
        <p:spPr>
          <a:xfrm>
            <a:off x="4178095" y="1905000"/>
            <a:ext cx="1255400" cy="1255400"/>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601136" y="2288331"/>
            <a:ext cx="3108959" cy="290097"/>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601136" y="2566041"/>
            <a:ext cx="3108959" cy="221043"/>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 xmlns:adec="http://schemas.microsoft.com/office/drawing/2017/decorative" val="1"/>
              </a:ext>
            </a:extLst>
          </p:cNvPr>
          <p:cNvCxnSpPr>
            <a:cxnSpLocks/>
          </p:cNvCxnSpPr>
          <p:nvPr userDrawn="1"/>
        </p:nvCxnSpPr>
        <p:spPr>
          <a:xfrm rot="16200000">
            <a:off x="6165169" y="-670561"/>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 xmlns:adec="http://schemas.microsoft.com/office/drawing/2017/decorative" val="1"/>
              </a:ext>
            </a:extLst>
          </p:cNvPr>
          <p:cNvSpPr>
            <a:spLocks noGrp="1" noChangeAspect="1"/>
          </p:cNvSpPr>
          <p:nvPr>
            <p:ph type="pic" sz="quarter" idx="21" hasCustomPrompt="1"/>
          </p:nvPr>
        </p:nvSpPr>
        <p:spPr>
          <a:xfrm>
            <a:off x="10984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 xmlns:adec="http://schemas.microsoft.com/office/drawing/2017/decorative" val="1"/>
              </a:ext>
            </a:extLst>
          </p:cNvPr>
          <p:cNvSpPr>
            <a:spLocks noGrp="1" noChangeAspect="1"/>
          </p:cNvSpPr>
          <p:nvPr>
            <p:ph type="pic" sz="quarter" idx="27" hasCustomPrompt="1"/>
          </p:nvPr>
        </p:nvSpPr>
        <p:spPr>
          <a:xfrm>
            <a:off x="29272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 xmlns:adec="http://schemas.microsoft.com/office/drawing/2017/decorative" val="1"/>
              </a:ext>
            </a:extLst>
          </p:cNvPr>
          <p:cNvSpPr>
            <a:spLocks noGrp="1" noChangeAspect="1"/>
          </p:cNvSpPr>
          <p:nvPr>
            <p:ph type="pic" sz="quarter" idx="30" hasCustomPrompt="1"/>
          </p:nvPr>
        </p:nvSpPr>
        <p:spPr>
          <a:xfrm>
            <a:off x="473699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 xmlns:adec="http://schemas.microsoft.com/office/drawing/2017/decorative" val="1"/>
              </a:ext>
            </a:extLst>
          </p:cNvPr>
          <p:cNvSpPr>
            <a:spLocks noGrp="1" noChangeAspect="1"/>
          </p:cNvSpPr>
          <p:nvPr>
            <p:ph type="pic" sz="quarter" idx="33" hasCustomPrompt="1"/>
          </p:nvPr>
        </p:nvSpPr>
        <p:spPr>
          <a:xfrm>
            <a:off x="65467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 xmlns:adec="http://schemas.microsoft.com/office/drawing/2017/decorative" val="1"/>
              </a:ext>
            </a:extLst>
          </p:cNvPr>
          <p:cNvSpPr>
            <a:spLocks noGrp="1" noChangeAspect="1"/>
          </p:cNvSpPr>
          <p:nvPr>
            <p:ph type="pic" sz="quarter" idx="36" hasCustomPrompt="1"/>
          </p:nvPr>
        </p:nvSpPr>
        <p:spPr>
          <a:xfrm>
            <a:off x="8353860"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 xmlns:adec="http://schemas.microsoft.com/office/drawing/2017/decorative" val="1"/>
              </a:ext>
            </a:extLst>
          </p:cNvPr>
          <p:cNvSpPr>
            <a:spLocks noGrp="1" noChangeAspect="1"/>
          </p:cNvSpPr>
          <p:nvPr>
            <p:ph type="pic" sz="quarter" idx="39" hasCustomPrompt="1"/>
          </p:nvPr>
        </p:nvSpPr>
        <p:spPr>
          <a:xfrm>
            <a:off x="10160971"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cxnSp>
        <p:nvCxnSpPr>
          <p:cNvPr id="34" name="Straight Connector 33">
            <a:extLst>
              <a:ext uri="{FF2B5EF4-FFF2-40B4-BE49-F238E27FC236}">
                <a16:creationId xmlns:a16="http://schemas.microsoft.com/office/drawing/2014/main" id="{A69BD202-1C38-47A5-8B06-0AADB78AAE08}"/>
              </a:ext>
              <a:ext uri="{C183D7F6-B498-43B3-948B-1728B52AA6E4}">
                <adec:decorative xmlns="" xmlns:adec="http://schemas.microsoft.com/office/drawing/2017/decorative" val="1"/>
              </a:ext>
            </a:extLst>
          </p:cNvPr>
          <p:cNvCxnSpPr>
            <a:cxnSpLocks/>
          </p:cNvCxnSpPr>
          <p:nvPr userDrawn="1"/>
        </p:nvCxnSpPr>
        <p:spPr>
          <a:xfrm rot="16200000">
            <a:off x="6165169" y="2642433"/>
            <a:ext cx="0" cy="5564151"/>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Picture Placeholder 8">
            <a:extLst>
              <a:ext uri="{FF2B5EF4-FFF2-40B4-BE49-F238E27FC236}">
                <a16:creationId xmlns:a16="http://schemas.microsoft.com/office/drawing/2014/main" id="{68CF0B9D-069C-46BA-9B77-7BDE114F3E55}"/>
              </a:ext>
              <a:ext uri="{C183D7F6-B498-43B3-948B-1728B52AA6E4}">
                <adec:decorative xmlns="" xmlns:adec="http://schemas.microsoft.com/office/drawing/2017/decorative" val="1"/>
              </a:ext>
            </a:extLst>
          </p:cNvPr>
          <p:cNvSpPr>
            <a:spLocks noGrp="1" noChangeAspect="1"/>
          </p:cNvSpPr>
          <p:nvPr>
            <p:ph type="pic" sz="quarter" idx="45" hasCustomPrompt="1"/>
          </p:nvPr>
        </p:nvSpPr>
        <p:spPr>
          <a:xfrm>
            <a:off x="29272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9" name="Text Placeholder 7">
            <a:extLst>
              <a:ext uri="{FF2B5EF4-FFF2-40B4-BE49-F238E27FC236}">
                <a16:creationId xmlns:a16="http://schemas.microsoft.com/office/drawing/2014/main" id="{6EB5CB55-9BF0-4309-AA93-9540CDA1CE22}"/>
              </a:ext>
            </a:extLst>
          </p:cNvPr>
          <p:cNvSpPr>
            <a:spLocks noGrp="1"/>
          </p:cNvSpPr>
          <p:nvPr>
            <p:ph type="body" sz="quarter" idx="46" hasCustomPrompt="1"/>
          </p:nvPr>
        </p:nvSpPr>
        <p:spPr>
          <a:xfrm>
            <a:off x="25908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0" name="Text Placeholder 7">
            <a:extLst>
              <a:ext uri="{FF2B5EF4-FFF2-40B4-BE49-F238E27FC236}">
                <a16:creationId xmlns:a16="http://schemas.microsoft.com/office/drawing/2014/main" id="{184A6FF6-89E5-41B3-83AD-E1F1AC1C7187}"/>
              </a:ext>
            </a:extLst>
          </p:cNvPr>
          <p:cNvSpPr>
            <a:spLocks noGrp="1"/>
          </p:cNvSpPr>
          <p:nvPr>
            <p:ph type="body" sz="quarter" idx="47" hasCustomPrompt="1"/>
          </p:nvPr>
        </p:nvSpPr>
        <p:spPr>
          <a:xfrm>
            <a:off x="25908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1" name="Picture Placeholder 8">
            <a:extLst>
              <a:ext uri="{FF2B5EF4-FFF2-40B4-BE49-F238E27FC236}">
                <a16:creationId xmlns:a16="http://schemas.microsoft.com/office/drawing/2014/main" id="{65909E03-0C86-44C4-9260-484E8CF6315F}"/>
              </a:ext>
              <a:ext uri="{C183D7F6-B498-43B3-948B-1728B52AA6E4}">
                <adec:decorative xmlns="" xmlns:adec="http://schemas.microsoft.com/office/drawing/2017/decorative" val="1"/>
              </a:ext>
            </a:extLst>
          </p:cNvPr>
          <p:cNvSpPr>
            <a:spLocks noGrp="1" noChangeAspect="1"/>
          </p:cNvSpPr>
          <p:nvPr>
            <p:ph type="pic" sz="quarter" idx="48" hasCustomPrompt="1"/>
          </p:nvPr>
        </p:nvSpPr>
        <p:spPr>
          <a:xfrm>
            <a:off x="473699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Text Placeholder 7">
            <a:extLst>
              <a:ext uri="{FF2B5EF4-FFF2-40B4-BE49-F238E27FC236}">
                <a16:creationId xmlns:a16="http://schemas.microsoft.com/office/drawing/2014/main" id="{0D08C690-4C72-47C4-ADBC-6DBFC463FC37}"/>
              </a:ext>
            </a:extLst>
          </p:cNvPr>
          <p:cNvSpPr>
            <a:spLocks noGrp="1"/>
          </p:cNvSpPr>
          <p:nvPr>
            <p:ph type="body" sz="quarter" idx="49" hasCustomPrompt="1"/>
          </p:nvPr>
        </p:nvSpPr>
        <p:spPr>
          <a:xfrm>
            <a:off x="440055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3" name="Text Placeholder 7">
            <a:extLst>
              <a:ext uri="{FF2B5EF4-FFF2-40B4-BE49-F238E27FC236}">
                <a16:creationId xmlns:a16="http://schemas.microsoft.com/office/drawing/2014/main" id="{FEBB122E-6E5D-4B48-91C0-C6EB8BA3D2D9}"/>
              </a:ext>
            </a:extLst>
          </p:cNvPr>
          <p:cNvSpPr>
            <a:spLocks noGrp="1"/>
          </p:cNvSpPr>
          <p:nvPr>
            <p:ph type="body" sz="quarter" idx="50" hasCustomPrompt="1"/>
          </p:nvPr>
        </p:nvSpPr>
        <p:spPr>
          <a:xfrm>
            <a:off x="440055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4" name="Picture Placeholder 8">
            <a:extLst>
              <a:ext uri="{FF2B5EF4-FFF2-40B4-BE49-F238E27FC236}">
                <a16:creationId xmlns:a16="http://schemas.microsoft.com/office/drawing/2014/main" id="{A968314E-9F6B-4D90-BC2A-C5BB6AC70F5F}"/>
              </a:ext>
              <a:ext uri="{C183D7F6-B498-43B3-948B-1728B52AA6E4}">
                <adec:decorative xmlns="" xmlns:adec="http://schemas.microsoft.com/office/drawing/2017/decorative" val="1"/>
              </a:ext>
            </a:extLst>
          </p:cNvPr>
          <p:cNvSpPr>
            <a:spLocks noGrp="1" noChangeAspect="1"/>
          </p:cNvSpPr>
          <p:nvPr>
            <p:ph type="pic" sz="quarter" idx="51" hasCustomPrompt="1"/>
          </p:nvPr>
        </p:nvSpPr>
        <p:spPr>
          <a:xfrm>
            <a:off x="65467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5" name="Text Placeholder 7">
            <a:extLst>
              <a:ext uri="{FF2B5EF4-FFF2-40B4-BE49-F238E27FC236}">
                <a16:creationId xmlns:a16="http://schemas.microsoft.com/office/drawing/2014/main" id="{98FF5C01-8CE1-475F-A59A-011328494FC8}"/>
              </a:ext>
            </a:extLst>
          </p:cNvPr>
          <p:cNvSpPr>
            <a:spLocks noGrp="1"/>
          </p:cNvSpPr>
          <p:nvPr>
            <p:ph type="body" sz="quarter" idx="52" hasCustomPrompt="1"/>
          </p:nvPr>
        </p:nvSpPr>
        <p:spPr>
          <a:xfrm>
            <a:off x="62103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DC690F93-088F-498C-9B26-2DCE00A1145F}"/>
              </a:ext>
            </a:extLst>
          </p:cNvPr>
          <p:cNvSpPr>
            <a:spLocks noGrp="1"/>
          </p:cNvSpPr>
          <p:nvPr>
            <p:ph type="body" sz="quarter" idx="53" hasCustomPrompt="1"/>
          </p:nvPr>
        </p:nvSpPr>
        <p:spPr>
          <a:xfrm>
            <a:off x="62103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7" name="Picture Placeholder 8">
            <a:extLst>
              <a:ext uri="{FF2B5EF4-FFF2-40B4-BE49-F238E27FC236}">
                <a16:creationId xmlns:a16="http://schemas.microsoft.com/office/drawing/2014/main" id="{1D462CE1-BEE9-45C4-AB54-354D05E69D31}"/>
              </a:ext>
              <a:ext uri="{C183D7F6-B498-43B3-948B-1728B52AA6E4}">
                <adec:decorative xmlns="" xmlns:adec="http://schemas.microsoft.com/office/drawing/2017/decorative" val="1"/>
              </a:ext>
            </a:extLst>
          </p:cNvPr>
          <p:cNvSpPr>
            <a:spLocks noGrp="1" noChangeAspect="1"/>
          </p:cNvSpPr>
          <p:nvPr>
            <p:ph type="pic" sz="quarter" idx="54" hasCustomPrompt="1"/>
          </p:nvPr>
        </p:nvSpPr>
        <p:spPr>
          <a:xfrm>
            <a:off x="8353860"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8" name="Text Placeholder 7">
            <a:extLst>
              <a:ext uri="{FF2B5EF4-FFF2-40B4-BE49-F238E27FC236}">
                <a16:creationId xmlns:a16="http://schemas.microsoft.com/office/drawing/2014/main" id="{9FA2731A-D1B2-4144-8373-12B9313F9BFD}"/>
              </a:ext>
            </a:extLst>
          </p:cNvPr>
          <p:cNvSpPr>
            <a:spLocks noGrp="1"/>
          </p:cNvSpPr>
          <p:nvPr>
            <p:ph type="body" sz="quarter" idx="55" hasCustomPrompt="1"/>
          </p:nvPr>
        </p:nvSpPr>
        <p:spPr>
          <a:xfrm>
            <a:off x="8017411"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F61DF59D-6B27-4EC6-A151-0F9B99DC8051}"/>
              </a:ext>
            </a:extLst>
          </p:cNvPr>
          <p:cNvSpPr>
            <a:spLocks noGrp="1"/>
          </p:cNvSpPr>
          <p:nvPr>
            <p:ph type="body" sz="quarter" idx="56" hasCustomPrompt="1"/>
          </p:nvPr>
        </p:nvSpPr>
        <p:spPr>
          <a:xfrm>
            <a:off x="8017411"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74826867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5866303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Blue">
    <p:bg>
      <p:bgPr>
        <a:solidFill>
          <a:schemeClr val="tx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79842706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Orange">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5"/>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5"/>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01139039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 xmlns:adec="http://schemas.microsoft.com/office/drawing/2017/decorative" val="1"/>
              </a:ext>
            </a:extLst>
          </p:cNvPr>
          <p:cNvSpPr>
            <a:spLocks noGrp="1"/>
          </p:cNvSpPr>
          <p:nvPr>
            <p:ph type="body" sz="quarter" idx="22" hasCustomPrompt="1"/>
          </p:nvPr>
        </p:nvSpPr>
        <p:spPr>
          <a:xfrm>
            <a:off x="285750" y="0"/>
            <a:ext cx="11620500" cy="6591300"/>
          </a:xfrm>
          <a:solidFill>
            <a:schemeClr val="accent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smtClean="0"/>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82786622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tx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 xmlns:adec="http://schemas.microsoft.com/office/drawing/2017/decorative" val="1"/>
              </a:ext>
            </a:extLst>
          </p:cNvPr>
          <p:cNvSpPr>
            <a:spLocks noGrp="1"/>
          </p:cNvSpPr>
          <p:nvPr>
            <p:ph type="body" sz="quarter" idx="22" hasCustomPrompt="1"/>
          </p:nvPr>
        </p:nvSpPr>
        <p:spPr>
          <a:xfrm>
            <a:off x="285750" y="0"/>
            <a:ext cx="11620500" cy="6591300"/>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smtClean="0"/>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 xmlns:adec="http://schemas.microsoft.com/office/drawing/2017/decorative" val="1"/>
              </a:ext>
            </a:extLst>
          </p:cNvPr>
          <p:cNvSpPr>
            <a:spLocks noGrp="1"/>
          </p:cNvSpPr>
          <p:nvPr>
            <p:ph type="body" sz="quarter" idx="23" hasCustomPrompt="1"/>
          </p:nvPr>
        </p:nvSpPr>
        <p:spPr>
          <a:xfrm>
            <a:off x="0" y="2679192"/>
            <a:ext cx="533400" cy="1499616"/>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305527909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 xmlns:adec="http://schemas.microsoft.com/office/drawing/2017/decorative" val="1"/>
              </a:ext>
            </a:extLst>
          </p:cNvPr>
          <p:cNvSpPr>
            <a:spLocks noGrp="1"/>
          </p:cNvSpPr>
          <p:nvPr>
            <p:ph type="body" sz="quarter" idx="22" hasCustomPrompt="1"/>
          </p:nvPr>
        </p:nvSpPr>
        <p:spPr>
          <a:xfrm>
            <a:off x="285750" y="0"/>
            <a:ext cx="11620500" cy="6591300"/>
          </a:xfrm>
          <a:solidFill>
            <a:schemeClr val="accent5"/>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smtClean="0"/>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49126826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_Segue">
    <p:spTree>
      <p:nvGrpSpPr>
        <p:cNvPr id="1" name=""/>
        <p:cNvGrpSpPr/>
        <p:nvPr/>
      </p:nvGrpSpPr>
      <p:grpSpPr>
        <a:xfrm>
          <a:off x="0" y="0"/>
          <a:ext cx="0" cy="0"/>
          <a:chOff x="0" y="0"/>
          <a:chExt cx="0" cy="0"/>
        </a:xfrm>
      </p:grpSpPr>
      <p:sp>
        <p:nvSpPr>
          <p:cNvPr id="25" name="Picture Placeholder 8">
            <a:extLst>
              <a:ext uri="{FF2B5EF4-FFF2-40B4-BE49-F238E27FC236}">
                <a16:creationId xmlns:a16="http://schemas.microsoft.com/office/drawing/2014/main" id="{489EE1C9-68AE-4BDD-B34C-9DE809C4DD0B}"/>
              </a:ext>
              <a:ext uri="{C183D7F6-B498-43B3-948B-1728B52AA6E4}">
                <adec:decorative xmlns=""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alpha val="84000"/>
            </a:schemeClr>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6" name="Text Placeholder 16">
            <a:extLst>
              <a:ext uri="{FF2B5EF4-FFF2-40B4-BE49-F238E27FC236}">
                <a16:creationId xmlns:a16="http://schemas.microsoft.com/office/drawing/2014/main" id="{9F89ADF8-2320-4EC3-98EA-5CB618A528E6}"/>
              </a:ext>
              <a:ext uri="{C183D7F6-B498-43B3-948B-1728B52AA6E4}">
                <adec:decorative xmlns="" xmlns:adec="http://schemas.microsoft.com/office/drawing/2017/decorative" val="1"/>
              </a:ext>
            </a:extLst>
          </p:cNvPr>
          <p:cNvSpPr>
            <a:spLocks noGrp="1"/>
          </p:cNvSpPr>
          <p:nvPr>
            <p:ph type="body" sz="quarter" idx="12" hasCustomPrompt="1"/>
          </p:nvPr>
        </p:nvSpPr>
        <p:spPr>
          <a:xfrm>
            <a:off x="533400" y="0"/>
            <a:ext cx="6781800" cy="6324600"/>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266825" y="2265916"/>
            <a:ext cx="5314950" cy="3488998"/>
          </a:xfrm>
          <a:noFill/>
        </p:spPr>
        <p:txBody>
          <a:bodyPr anchor="b">
            <a:normAutofit/>
          </a:bodyPr>
          <a:lstStyle>
            <a:lvl1pPr algn="ctr">
              <a:defRPr sz="6000">
                <a:solidFill>
                  <a:schemeClr val="bg1"/>
                </a:solidFill>
              </a:defRPr>
            </a:lvl1pPr>
          </a:lstStyle>
          <a:p>
            <a:r>
              <a:rPr lang="en-US" smtClean="0"/>
              <a:t>Click to edit Master title style</a:t>
            </a:r>
            <a:endParaRPr lang="en-GB" dirty="0"/>
          </a:p>
        </p:txBody>
      </p:sp>
      <p:sp>
        <p:nvSpPr>
          <p:cNvPr id="6" name="Slide Number Placeholder 5">
            <a:extLst>
              <a:ext uri="{FF2B5EF4-FFF2-40B4-BE49-F238E27FC236}">
                <a16:creationId xmlns:a16="http://schemas.microsoft.com/office/drawing/2014/main" id="{F074D12B-58A6-47D1-9B2D-697AB265C81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3812450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73FC1AA-8591-43A1-9962-1599E1A8AB30}"/>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7185610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5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1"/>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7160B2D8-3756-4781-A8DD-692C3F895981}"/>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72150082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6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5"/>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EEDA9EB-20CE-4EA1-9720-40FBEB45614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5"/>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9672357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7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6"/>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80033509-FE6E-46FC-85C8-B777FBA2F1A5}"/>
              </a:ext>
            </a:extLst>
          </p:cNvPr>
          <p:cNvSpPr>
            <a:spLocks noGrp="1"/>
          </p:cNvSpPr>
          <p:nvPr>
            <p:ph type="sldNum" sz="quarter" idx="4"/>
          </p:nvPr>
        </p:nvSpPr>
        <p:spPr>
          <a:xfrm>
            <a:off x="628788" y="6339840"/>
            <a:ext cx="302281" cy="365760"/>
          </a:xfrm>
          <a:prstGeom prst="rect">
            <a:avLst/>
          </a:prstGeom>
          <a:solidFill>
            <a:schemeClr val="bg1"/>
          </a:solidFill>
          <a:ln>
            <a:solidFill>
              <a:schemeClr val="accent6"/>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4175325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losing-Thank you 1">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hasCustomPrompt="1"/>
          </p:nvPr>
        </p:nvSpPr>
        <p:spPr>
          <a:xfrm>
            <a:off x="1378135" y="1219200"/>
            <a:ext cx="7232465" cy="9036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THANK yOU</a:t>
            </a:r>
          </a:p>
        </p:txBody>
      </p:sp>
      <p:sp>
        <p:nvSpPr>
          <p:cNvPr id="33" name="Rectangle 32">
            <a:extLst>
              <a:ext uri="{FF2B5EF4-FFF2-40B4-BE49-F238E27FC236}">
                <a16:creationId xmlns:a16="http://schemas.microsoft.com/office/drawing/2014/main" id="{E905A207-2310-4F94-86E5-13B4CCC359EC}"/>
              </a:ext>
              <a:ext uri="{C183D7F6-B498-43B3-948B-1728B52AA6E4}">
                <adec:decorative xmlns=""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15636234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losing-Thank you 2">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283751826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Closing-Thank you 3">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 uri="{C183D7F6-B498-43B3-948B-1728B52AA6E4}">
                <adec:decorative xmlns="" xmlns:adec="http://schemas.microsoft.com/office/drawing/2017/decorative" val="1"/>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420068869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losing-Thank you 4">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933450" y="762000"/>
            <a:ext cx="4381500" cy="34290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5225001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Closing-Thank you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1257300" y="1447800"/>
            <a:ext cx="4114800" cy="39624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38831613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4B4B414-6006-A545-91A5-6439F57339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5486400" y="4038600"/>
            <a:ext cx="6705600" cy="830884"/>
          </a:xfrm>
        </p:spPr>
        <p:txBody>
          <a:bodyPr>
            <a:normAutofit/>
          </a:bodyPr>
          <a:lstStyle>
            <a:lvl1pPr algn="l">
              <a:defRPr sz="3600" b="1" cap="small" baseline="0">
                <a:solidFill>
                  <a:srgbClr val="FF5A33"/>
                </a:solidFill>
                <a:effectLst>
                  <a:outerShdw blurRad="38100" dist="38100" dir="2700000" algn="tl">
                    <a:srgbClr val="000000">
                      <a:alpha val="43137"/>
                    </a:srgbClr>
                  </a:outerShdw>
                </a:effectLst>
                <a:latin typeface="Segoe UI" pitchFamily="34" charset="0"/>
                <a:cs typeface="Segoe UI" pitchFamily="34" charset="0"/>
              </a:defRPr>
            </a:lvl1pPr>
          </a:lstStyle>
          <a:p>
            <a:r>
              <a:rPr lang="en-US" dirty="0" err="1"/>
              <a:t>Lập</a:t>
            </a:r>
            <a:r>
              <a:rPr lang="en-US" dirty="0"/>
              <a:t> </a:t>
            </a:r>
            <a:r>
              <a:rPr lang="en-US" dirty="0" err="1"/>
              <a:t>trình</a:t>
            </a:r>
            <a:r>
              <a:rPr lang="en-US" dirty="0"/>
              <a:t> java </a:t>
            </a:r>
            <a:r>
              <a:rPr lang="en-US" dirty="0" err="1"/>
              <a:t>cơ</a:t>
            </a:r>
            <a:r>
              <a:rPr lang="en-US" dirty="0"/>
              <a:t> </a:t>
            </a:r>
            <a:r>
              <a:rPr lang="en-US" dirty="0" err="1"/>
              <a:t>bản</a:t>
            </a:r>
            <a:endParaRPr lang="en-US" dirty="0"/>
          </a:p>
        </p:txBody>
      </p:sp>
      <p:sp>
        <p:nvSpPr>
          <p:cNvPr id="3" name="Subtitle 2"/>
          <p:cNvSpPr>
            <a:spLocks noGrp="1"/>
          </p:cNvSpPr>
          <p:nvPr>
            <p:ph type="subTitle" idx="1"/>
          </p:nvPr>
        </p:nvSpPr>
        <p:spPr>
          <a:xfrm>
            <a:off x="5486400" y="4724400"/>
            <a:ext cx="6705600" cy="990600"/>
          </a:xfrm>
        </p:spPr>
        <p:txBody>
          <a:bodyPr>
            <a:normAutofit/>
          </a:bodyPr>
          <a:lstStyle>
            <a:lvl1pPr marL="0" indent="0" algn="l">
              <a:buNone/>
              <a:defRPr sz="2200" b="1" cap="small" baseline="0">
                <a:solidFill>
                  <a:srgbClr val="FF5A33"/>
                </a:solidFill>
                <a:effectLst>
                  <a:outerShdw blurRad="38100" dist="38100" dir="2700000" algn="tl">
                    <a:srgbClr val="000000">
                      <a:alpha val="43137"/>
                    </a:srgbClr>
                  </a:outerShdw>
                </a:effectLst>
                <a:latin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1026" name="Picture 2" descr="Résultat de recherche d'images pour &quot;testing&quot;"/>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329388" y="2439665"/>
            <a:ext cx="2827624" cy="2034892"/>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302C30FD-63C3-C741-9C8B-9481A688A74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1200" y="381000"/>
            <a:ext cx="3968885" cy="1295400"/>
          </a:xfrm>
          <a:prstGeom prst="rect">
            <a:avLst/>
          </a:prstGeom>
        </p:spPr>
      </p:pic>
    </p:spTree>
    <p:extLst>
      <p:ext uri="{BB962C8B-B14F-4D97-AF65-F5344CB8AC3E}">
        <p14:creationId xmlns:p14="http://schemas.microsoft.com/office/powerpoint/2010/main" val="413345337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743200" y="274638"/>
            <a:ext cx="8839200" cy="487362"/>
          </a:xfrm>
        </p:spPr>
        <p:txBody>
          <a:bodyPr>
            <a:noAutofit/>
          </a:bodyPr>
          <a:lstStyle>
            <a:lvl1pPr algn="r">
              <a:defRPr sz="2800" b="1" cap="small" baseline="0">
                <a:solidFill>
                  <a:srgbClr val="FF5A33"/>
                </a:solidFill>
                <a:effectLst>
                  <a:outerShdw blurRad="38100" dist="38100" dir="2700000" algn="tl">
                    <a:srgbClr val="000000">
                      <a:alpha val="43137"/>
                    </a:srgbClr>
                  </a:outerShdw>
                </a:effectLst>
                <a:latin typeface="Segoe UI" pitchFamily="34" charset="0"/>
                <a:cs typeface="Segoe UI" pitchFamily="34" charset="0"/>
              </a:defRPr>
            </a:lvl1pPr>
          </a:lstStyle>
          <a:p>
            <a:r>
              <a:rPr lang="en-US" dirty="0"/>
              <a:t>Click to edit Master title style</a:t>
            </a:r>
          </a:p>
        </p:txBody>
      </p:sp>
      <p:sp>
        <p:nvSpPr>
          <p:cNvPr id="3" name="Content Placeholder 2"/>
          <p:cNvSpPr>
            <a:spLocks noGrp="1"/>
          </p:cNvSpPr>
          <p:nvPr>
            <p:ph idx="1"/>
          </p:nvPr>
        </p:nvSpPr>
        <p:spPr>
          <a:xfrm>
            <a:off x="609600" y="1066800"/>
            <a:ext cx="10972800" cy="5257800"/>
          </a:xfrm>
        </p:spPr>
        <p:txBody>
          <a:bodyPr>
            <a:normAutofit/>
          </a:bodyPr>
          <a:lstStyle>
            <a:lvl1pPr marL="342900" indent="-342900">
              <a:buClr>
                <a:srgbClr val="FF5A33"/>
              </a:buClr>
              <a:buFont typeface="Wingdings" pitchFamily="2" charset="2"/>
              <a:buChar char="q"/>
              <a:defRPr sz="2800">
                <a:latin typeface="Segoe UI" pitchFamily="34" charset="0"/>
                <a:cs typeface="Segoe UI" pitchFamily="34" charset="0"/>
              </a:defRPr>
            </a:lvl1pPr>
            <a:lvl2pPr marL="742950" indent="-285750">
              <a:buClr>
                <a:srgbClr val="FF5A33"/>
              </a:buClr>
              <a:buFont typeface="Wingdings" pitchFamily="2" charset="2"/>
              <a:buChar char="v"/>
              <a:defRPr sz="2400">
                <a:latin typeface="Segoe UI" pitchFamily="34" charset="0"/>
                <a:cs typeface="Segoe UI" pitchFamily="34" charset="0"/>
              </a:defRPr>
            </a:lvl2pPr>
            <a:lvl3pPr marL="1143000" indent="-228600">
              <a:buClr>
                <a:srgbClr val="FF5A33"/>
              </a:buClr>
              <a:buFont typeface="Wingdings" pitchFamily="2" charset="2"/>
              <a:buChar char="Ø"/>
              <a:defRPr sz="2000">
                <a:latin typeface="Segoe UI" pitchFamily="34" charset="0"/>
                <a:cs typeface="Segoe UI" pitchFamily="34" charset="0"/>
              </a:defRPr>
            </a:lvl3pPr>
            <a:lvl4pPr marL="1600200" indent="-228600">
              <a:buClr>
                <a:srgbClr val="FF5A33"/>
              </a:buClr>
              <a:buFont typeface="Wingdings" pitchFamily="2" charset="2"/>
              <a:buChar char="ü"/>
              <a:defRPr sz="1800">
                <a:latin typeface="Segoe UI" pitchFamily="34" charset="0"/>
                <a:cs typeface="Segoe UI" pitchFamily="34" charset="0"/>
              </a:defRPr>
            </a:lvl4pPr>
            <a:lvl5pPr marL="2057400" indent="-228600">
              <a:buClr>
                <a:srgbClr val="FF5A33"/>
              </a:buClr>
              <a:buFont typeface="Wingdings" pitchFamily="2" charset="2"/>
              <a:buChar char="§"/>
              <a:defRPr sz="1800">
                <a:latin typeface="Segoe UI" pitchFamily="34" charset="0"/>
                <a:cs typeface="Segoe U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029F313-9C13-47C6-A228-B55986214473}" type="datetime1">
              <a:rPr lang="en-US" smtClean="0"/>
              <a:t>12/31/2024</a:t>
            </a:fld>
            <a:endParaRPr lang="en-US"/>
          </a:p>
        </p:txBody>
      </p:sp>
      <p:sp>
        <p:nvSpPr>
          <p:cNvPr id="5" name="Footer Placeholder 4"/>
          <p:cNvSpPr>
            <a:spLocks noGrp="1"/>
          </p:cNvSpPr>
          <p:nvPr>
            <p:ph type="ftr" sz="quarter" idx="11"/>
          </p:nvPr>
        </p:nvSpPr>
        <p:spPr/>
        <p:txBody>
          <a:bodyPr/>
          <a:lstStyle/>
          <a:p>
            <a:r>
              <a:rPr lang="vi-VN"/>
              <a:t>Lập trình C#3</a:t>
            </a:r>
            <a:endParaRPr lang="en-US"/>
          </a:p>
        </p:txBody>
      </p:sp>
      <p:sp>
        <p:nvSpPr>
          <p:cNvPr id="6" name="Slide Number Placeholder 5"/>
          <p:cNvSpPr>
            <a:spLocks noGrp="1"/>
          </p:cNvSpPr>
          <p:nvPr>
            <p:ph type="sldNum" sz="quarter" idx="12"/>
          </p:nvPr>
        </p:nvSpPr>
        <p:spPr/>
        <p:txBody>
          <a:bodyPr/>
          <a:lstStyle/>
          <a:p>
            <a:fld id="{8AACEE26-D979-411F-B229-D9F26BAEDF07}" type="slidenum">
              <a:rPr lang="en-US" smtClean="0"/>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 y="218719"/>
            <a:ext cx="2032000" cy="461818"/>
          </a:xfrm>
          <a:prstGeom prst="rect">
            <a:avLst/>
          </a:prstGeom>
        </p:spPr>
      </p:pic>
      <p:cxnSp>
        <p:nvCxnSpPr>
          <p:cNvPr id="9" name="Straight Connector 8"/>
          <p:cNvCxnSpPr/>
          <p:nvPr userDrawn="1"/>
        </p:nvCxnSpPr>
        <p:spPr>
          <a:xfrm>
            <a:off x="609600" y="838200"/>
            <a:ext cx="109728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57983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8A6EF9-73EC-47CA-9E52-574751B1CDA3}" type="datetime1">
              <a:rPr lang="en-US" smtClean="0"/>
              <a:t>12/31/2024</a:t>
            </a:fld>
            <a:endParaRPr lang="en-US"/>
          </a:p>
        </p:txBody>
      </p:sp>
      <p:sp>
        <p:nvSpPr>
          <p:cNvPr id="5" name="Footer Placeholder 4"/>
          <p:cNvSpPr>
            <a:spLocks noGrp="1"/>
          </p:cNvSpPr>
          <p:nvPr>
            <p:ph type="ftr" sz="quarter" idx="11"/>
          </p:nvPr>
        </p:nvSpPr>
        <p:spPr/>
        <p:txBody>
          <a:bodyPr/>
          <a:lstStyle/>
          <a:p>
            <a:r>
              <a:rPr lang="vi-VN"/>
              <a:t>Lập trình C#3</a:t>
            </a:r>
            <a:endParaRPr lang="en-US"/>
          </a:p>
        </p:txBody>
      </p:sp>
      <p:sp>
        <p:nvSpPr>
          <p:cNvPr id="6" name="Slide Number Placeholder 5"/>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177109653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D9F786-C4DF-431A-9246-1EC1829B2C78}" type="datetime1">
              <a:rPr lang="en-US" smtClean="0"/>
              <a:t>12/31/2024</a:t>
            </a:fld>
            <a:endParaRPr lang="en-US"/>
          </a:p>
        </p:txBody>
      </p:sp>
      <p:sp>
        <p:nvSpPr>
          <p:cNvPr id="6" name="Footer Placeholder 5"/>
          <p:cNvSpPr>
            <a:spLocks noGrp="1"/>
          </p:cNvSpPr>
          <p:nvPr>
            <p:ph type="ftr" sz="quarter" idx="11"/>
          </p:nvPr>
        </p:nvSpPr>
        <p:spPr/>
        <p:txBody>
          <a:bodyPr/>
          <a:lstStyle/>
          <a:p>
            <a:r>
              <a:rPr lang="vi-VN"/>
              <a:t>Lập trình C#3</a:t>
            </a:r>
            <a:endParaRPr lang="en-US"/>
          </a:p>
        </p:txBody>
      </p:sp>
      <p:sp>
        <p:nvSpPr>
          <p:cNvPr id="7" name="Slide Number Placeholder 6"/>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213895746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E59D84-263E-478C-94B6-63AC70204759}" type="datetime1">
              <a:rPr lang="en-US" smtClean="0"/>
              <a:t>12/31/2024</a:t>
            </a:fld>
            <a:endParaRPr lang="en-US"/>
          </a:p>
        </p:txBody>
      </p:sp>
      <p:sp>
        <p:nvSpPr>
          <p:cNvPr id="8" name="Footer Placeholder 7"/>
          <p:cNvSpPr>
            <a:spLocks noGrp="1"/>
          </p:cNvSpPr>
          <p:nvPr>
            <p:ph type="ftr" sz="quarter" idx="11"/>
          </p:nvPr>
        </p:nvSpPr>
        <p:spPr/>
        <p:txBody>
          <a:bodyPr/>
          <a:lstStyle/>
          <a:p>
            <a:r>
              <a:rPr lang="vi-VN"/>
              <a:t>Lập trình C#3</a:t>
            </a:r>
            <a:endParaRPr lang="en-US"/>
          </a:p>
        </p:txBody>
      </p:sp>
      <p:sp>
        <p:nvSpPr>
          <p:cNvPr id="9" name="Slide Number Placeholder 8"/>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189538223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23D8565-00B5-4601-AD26-950DAB626426}" type="datetime1">
              <a:rPr lang="en-US" smtClean="0"/>
              <a:t>12/31/2024</a:t>
            </a:fld>
            <a:endParaRPr lang="en-US"/>
          </a:p>
        </p:txBody>
      </p:sp>
      <p:sp>
        <p:nvSpPr>
          <p:cNvPr id="4" name="Footer Placeholder 3"/>
          <p:cNvSpPr>
            <a:spLocks noGrp="1"/>
          </p:cNvSpPr>
          <p:nvPr>
            <p:ph type="ftr" sz="quarter" idx="11"/>
          </p:nvPr>
        </p:nvSpPr>
        <p:spPr/>
        <p:txBody>
          <a:bodyPr/>
          <a:lstStyle/>
          <a:p>
            <a:r>
              <a:rPr lang="vi-VN"/>
              <a:t>Lập trình C#3</a:t>
            </a:r>
            <a:endParaRPr lang="en-US"/>
          </a:p>
        </p:txBody>
      </p:sp>
      <p:sp>
        <p:nvSpPr>
          <p:cNvPr id="5" name="Slide Number Placeholder 4"/>
          <p:cNvSpPr>
            <a:spLocks noGrp="1"/>
          </p:cNvSpPr>
          <p:nvPr>
            <p:ph type="sldNum" sz="quarter" idx="12"/>
          </p:nvPr>
        </p:nvSpPr>
        <p:spPr/>
        <p:txBody>
          <a:bodyPr/>
          <a:lstStyle/>
          <a:p>
            <a:fld id="{8AACEE26-D979-411F-B229-D9F26BAEDF07}" type="slidenum">
              <a:rPr lang="en-US" smtClean="0"/>
              <a:t>‹#›</a:t>
            </a:fld>
            <a:endParaRPr lang="en-US"/>
          </a:p>
        </p:txBody>
      </p:sp>
      <p:sp>
        <p:nvSpPr>
          <p:cNvPr id="6" name="Rectangle 5"/>
          <p:cNvSpPr/>
          <p:nvPr userDrawn="1"/>
        </p:nvSpPr>
        <p:spPr>
          <a:xfrm>
            <a:off x="2032000" y="2551018"/>
            <a:ext cx="8534400" cy="32647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chemeClr val="bg1"/>
              </a:solidFill>
            </a:endParaRPr>
          </a:p>
        </p:txBody>
      </p:sp>
      <p:pic>
        <p:nvPicPr>
          <p:cNvPr id="8" name="Picture 2" descr="http://uconndigitalarts.com/wp-content/uploads/2013/04/original.jpg"/>
          <p:cNvPicPr>
            <a:picLocks noChangeAspect="1" noChangeArrowheads="1"/>
          </p:cNvPicPr>
          <p:nvPr userDrawn="1"/>
        </p:nvPicPr>
        <p:blipFill rotWithShape="1">
          <a:blip r:embed="rId2" cstate="print">
            <a:extLst>
              <a:ext uri="{BEBA8EAE-BF5A-486C-A8C5-ECC9F3942E4B}">
                <a14:imgProps xmlns:a14="http://schemas.microsoft.com/office/drawing/2010/main">
                  <a14:imgLayer r:embed="rId3">
                    <a14:imgEffect>
                      <a14:backgroundRemoval t="10000" b="90000" l="3958" r="96146">
                        <a14:backgroundMark x1="16667" y1="54630" x2="86042" y2="55185"/>
                        <a14:backgroundMark x1="90625" y1="53889" x2="93125" y2="53889"/>
                      </a14:backgroundRemoval>
                    </a14:imgEffect>
                  </a14:imgLayer>
                </a14:imgProps>
              </a:ext>
              <a:ext uri="{28A0092B-C50C-407E-A947-70E740481C1C}">
                <a14:useLocalDpi xmlns:a14="http://schemas.microsoft.com/office/drawing/2010/main" val="0"/>
              </a:ext>
            </a:extLst>
          </a:blip>
          <a:srcRect t="43978" b="41311"/>
          <a:stretch/>
        </p:blipFill>
        <p:spPr bwMode="auto">
          <a:xfrm flipH="1">
            <a:off x="3732707" y="2575401"/>
            <a:ext cx="4568091" cy="28385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Users\powerpoint.vn\Downloads\1e2cd4b177168ad16ce2e7c504bba4d2.x400.jpeg"/>
          <p:cNvPicPr>
            <a:picLocks noChangeAspect="1" noChangeArrowheads="1"/>
          </p:cNvPicPr>
          <p:nvPr userDrawn="1"/>
        </p:nvPicPr>
        <p:blipFill rotWithShape="1">
          <a:blip r:embed="rId4" cstate="print">
            <a:extLst>
              <a:ext uri="{BEBA8EAE-BF5A-486C-A8C5-ECC9F3942E4B}">
                <a14:imgProps xmlns:a14="http://schemas.microsoft.com/office/drawing/2010/main">
                  <a14:imgLayer r:embed="rId5">
                    <a14:imgEffect>
                      <a14:backgroundRemoval t="1750" b="81000" l="9971" r="89736">
                        <a14:backgroundMark x1="33724" y1="42750" x2="69208" y2="55250"/>
                        <a14:backgroundMark x1="25806" y1="33250" x2="25806" y2="37500"/>
                        <a14:backgroundMark x1="26100" y1="32250" x2="26100" y2="32250"/>
                        <a14:backgroundMark x1="70674" y1="35750" x2="70674" y2="35750"/>
                        <a14:backgroundMark x1="76246" y1="31250" x2="76246" y2="31250"/>
                        <a14:backgroundMark x1="70968" y1="34750" x2="70968" y2="34750"/>
                      </a14:backgroundRemoval>
                    </a14:imgEffect>
                  </a14:imgLayer>
                </a14:imgProps>
              </a:ext>
              <a:ext uri="{28A0092B-C50C-407E-A947-70E740481C1C}">
                <a14:useLocalDpi xmlns:a14="http://schemas.microsoft.com/office/drawing/2010/main" val="0"/>
              </a:ext>
            </a:extLst>
          </a:blip>
          <a:srcRect b="55710"/>
          <a:stretch/>
        </p:blipFill>
        <p:spPr bwMode="auto">
          <a:xfrm>
            <a:off x="2568620" y="609600"/>
            <a:ext cx="7257961" cy="282806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userDrawn="1"/>
        </p:nvSpPr>
        <p:spPr>
          <a:xfrm>
            <a:off x="4103893" y="3124200"/>
            <a:ext cx="4735308" cy="2139047"/>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200" b="1" dirty="0">
                <a:solidFill>
                  <a:schemeClr val="bg1"/>
                </a:solidFill>
              </a:rPr>
              <a:t>DEM</a:t>
            </a:r>
            <a:r>
              <a:rPr lang="en-US" sz="11500" b="1" dirty="0">
                <a:solidFill>
                  <a:schemeClr val="bg1"/>
                </a:solidFill>
              </a:rPr>
              <a:t>O</a:t>
            </a:r>
          </a:p>
          <a:p>
            <a:endParaRPr lang="en-US" sz="1800" dirty="0"/>
          </a:p>
        </p:txBody>
      </p:sp>
      <p:pic>
        <p:nvPicPr>
          <p:cNvPr id="10" name="Picture 2" descr="http://www.designofsignage.com/application/symbol/hands/image/600x600/hand-press-button-4.jpg"/>
          <p:cNvPicPr>
            <a:picLocks noChangeAspect="1" noChangeArrowheads="1"/>
          </p:cNvPicPr>
          <p:nvPr userDrawn="1"/>
        </p:nvPicPr>
        <p:blipFill>
          <a:blip r:embed="rId6" cstate="print">
            <a:extLst>
              <a:ext uri="{BEBA8EAE-BF5A-486C-A8C5-ECC9F3942E4B}">
                <a14:imgProps xmlns:a14="http://schemas.microsoft.com/office/drawing/2010/main">
                  <a14:imgLayer r:embed="rId7">
                    <a14:imgEffect>
                      <a14:backgroundRemoval t="10000" b="99500" l="10000" r="90000">
                        <a14:foregroundMark x1="35833" y1="26500" x2="41500" y2="85000"/>
                      </a14:backgroundRemoval>
                    </a14:imgEffect>
                  </a14:imgLayer>
                </a14:imgProps>
              </a:ext>
              <a:ext uri="{28A0092B-C50C-407E-A947-70E740481C1C}">
                <a14:useLocalDpi xmlns:a14="http://schemas.microsoft.com/office/drawing/2010/main" val="0"/>
              </a:ext>
            </a:extLst>
          </a:blip>
          <a:srcRect/>
          <a:stretch>
            <a:fillRect/>
          </a:stretch>
        </p:blipFill>
        <p:spPr bwMode="auto">
          <a:xfrm>
            <a:off x="6016752" y="3568725"/>
            <a:ext cx="3488947" cy="2616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216684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F3AF78-3B29-49D4-81C3-7555616E6373}" type="datetime1">
              <a:rPr lang="en-US" smtClean="0"/>
              <a:t>12/31/2024</a:t>
            </a:fld>
            <a:endParaRPr lang="en-US"/>
          </a:p>
        </p:txBody>
      </p:sp>
      <p:sp>
        <p:nvSpPr>
          <p:cNvPr id="3" name="Footer Placeholder 2"/>
          <p:cNvSpPr>
            <a:spLocks noGrp="1"/>
          </p:cNvSpPr>
          <p:nvPr>
            <p:ph type="ftr" sz="quarter" idx="11"/>
          </p:nvPr>
        </p:nvSpPr>
        <p:spPr/>
        <p:txBody>
          <a:bodyPr/>
          <a:lstStyle/>
          <a:p>
            <a:r>
              <a:rPr lang="vi-VN"/>
              <a:t>Lập trình C#3</a:t>
            </a:r>
            <a:endParaRPr lang="en-US"/>
          </a:p>
        </p:txBody>
      </p:sp>
      <p:sp>
        <p:nvSpPr>
          <p:cNvPr id="4" name="Slide Number Placeholder 3"/>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183744525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C48055-7455-47F1-BA44-73D8B83B9342}" type="datetime1">
              <a:rPr lang="en-US" smtClean="0"/>
              <a:t>12/31/2024</a:t>
            </a:fld>
            <a:endParaRPr lang="en-US"/>
          </a:p>
        </p:txBody>
      </p:sp>
      <p:sp>
        <p:nvSpPr>
          <p:cNvPr id="6" name="Footer Placeholder 5"/>
          <p:cNvSpPr>
            <a:spLocks noGrp="1"/>
          </p:cNvSpPr>
          <p:nvPr>
            <p:ph type="ftr" sz="quarter" idx="11"/>
          </p:nvPr>
        </p:nvSpPr>
        <p:spPr/>
        <p:txBody>
          <a:bodyPr/>
          <a:lstStyle/>
          <a:p>
            <a:r>
              <a:rPr lang="vi-VN"/>
              <a:t>Lập trình C#3</a:t>
            </a:r>
            <a:endParaRPr lang="en-US"/>
          </a:p>
        </p:txBody>
      </p:sp>
      <p:sp>
        <p:nvSpPr>
          <p:cNvPr id="7" name="Slide Number Placeholder 6"/>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246149373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B46837-A547-4964-AC0B-E650641F7846}" type="datetime1">
              <a:rPr lang="en-US" smtClean="0"/>
              <a:t>12/31/2024</a:t>
            </a:fld>
            <a:endParaRPr lang="en-US"/>
          </a:p>
        </p:txBody>
      </p:sp>
      <p:sp>
        <p:nvSpPr>
          <p:cNvPr id="6" name="Footer Placeholder 5"/>
          <p:cNvSpPr>
            <a:spLocks noGrp="1"/>
          </p:cNvSpPr>
          <p:nvPr>
            <p:ph type="ftr" sz="quarter" idx="11"/>
          </p:nvPr>
        </p:nvSpPr>
        <p:spPr/>
        <p:txBody>
          <a:bodyPr/>
          <a:lstStyle/>
          <a:p>
            <a:r>
              <a:rPr lang="vi-VN"/>
              <a:t>Lập trình C#3</a:t>
            </a:r>
            <a:endParaRPr lang="en-US"/>
          </a:p>
        </p:txBody>
      </p:sp>
      <p:sp>
        <p:nvSpPr>
          <p:cNvPr id="7" name="Slide Number Placeholder 6"/>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393351455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E0451A-A87B-4BA7-B824-056B86D6CA5D}" type="datetime1">
              <a:rPr lang="en-US" smtClean="0"/>
              <a:t>12/31/2024</a:t>
            </a:fld>
            <a:endParaRPr lang="en-US"/>
          </a:p>
        </p:txBody>
      </p:sp>
      <p:sp>
        <p:nvSpPr>
          <p:cNvPr id="5" name="Footer Placeholder 4"/>
          <p:cNvSpPr>
            <a:spLocks noGrp="1"/>
          </p:cNvSpPr>
          <p:nvPr>
            <p:ph type="ftr" sz="quarter" idx="11"/>
          </p:nvPr>
        </p:nvSpPr>
        <p:spPr/>
        <p:txBody>
          <a:bodyPr/>
          <a:lstStyle/>
          <a:p>
            <a:r>
              <a:rPr lang="vi-VN"/>
              <a:t>Lập trình C#3</a:t>
            </a:r>
            <a:endParaRPr lang="en-US"/>
          </a:p>
        </p:txBody>
      </p:sp>
      <p:sp>
        <p:nvSpPr>
          <p:cNvPr id="6" name="Slide Number Placeholder 5"/>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356486633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74BB19-EC7D-4033-B460-36F421974985}" type="datetime1">
              <a:rPr lang="en-US" smtClean="0"/>
              <a:t>12/31/2024</a:t>
            </a:fld>
            <a:endParaRPr lang="en-US"/>
          </a:p>
        </p:txBody>
      </p:sp>
      <p:sp>
        <p:nvSpPr>
          <p:cNvPr id="5" name="Footer Placeholder 4"/>
          <p:cNvSpPr>
            <a:spLocks noGrp="1"/>
          </p:cNvSpPr>
          <p:nvPr>
            <p:ph type="ftr" sz="quarter" idx="11"/>
          </p:nvPr>
        </p:nvSpPr>
        <p:spPr/>
        <p:txBody>
          <a:bodyPr/>
          <a:lstStyle/>
          <a:p>
            <a:r>
              <a:rPr lang="vi-VN"/>
              <a:t>Lập trình C#3</a:t>
            </a:r>
            <a:endParaRPr lang="en-US"/>
          </a:p>
        </p:txBody>
      </p:sp>
      <p:sp>
        <p:nvSpPr>
          <p:cNvPr id="6" name="Slide Number Placeholder 5"/>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325423732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Slide Number Placeholder 5"/>
          <p:cNvSpPr>
            <a:spLocks noGrp="1"/>
          </p:cNvSpPr>
          <p:nvPr>
            <p:ph type="sldNum" sz="quarter" idx="10"/>
          </p:nvPr>
        </p:nvSpPr>
        <p:spPr>
          <a:xfrm>
            <a:off x="-1930400" y="6188076"/>
            <a:ext cx="2844800" cy="365125"/>
          </a:xfrm>
          <a:prstGeom prst="rect">
            <a:avLst/>
          </a:prstGeom>
        </p:spPr>
        <p:txBody>
          <a:bodyPr/>
          <a:lstStyle>
            <a:lvl1pPr>
              <a:defRPr/>
            </a:lvl1pPr>
          </a:lstStyle>
          <a:p>
            <a:pPr>
              <a:defRPr/>
            </a:pPr>
            <a:fld id="{587C0512-7E02-4E40-BD9C-21FAB99329CB}" type="slidenum">
              <a:rPr lang="en-US"/>
              <a:pPr>
                <a:defRPr/>
              </a:pPr>
              <a:t>‹#›</a:t>
            </a:fld>
            <a:endParaRPr lang="en-US"/>
          </a:p>
        </p:txBody>
      </p:sp>
    </p:spTree>
    <p:extLst>
      <p:ext uri="{BB962C8B-B14F-4D97-AF65-F5344CB8AC3E}">
        <p14:creationId xmlns:p14="http://schemas.microsoft.com/office/powerpoint/2010/main" val="425519138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Title &amp;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itle Placeholder 1"/>
          <p:cNvSpPr txBox="1">
            <a:spLocks/>
          </p:cNvSpPr>
          <p:nvPr userDrawn="1"/>
        </p:nvSpPr>
        <p:spPr>
          <a:xfrm>
            <a:off x="2946400" y="274638"/>
            <a:ext cx="8636000" cy="563562"/>
          </a:xfrm>
          <a:prstGeom prst="rect">
            <a:avLst/>
          </a:prstGeom>
        </p:spPr>
        <p:txBody>
          <a:bodyPr vert="horz" lIns="91440" tIns="45720" rIns="91440" bIns="45720" rtlCol="0" anchor="ctr">
            <a:noAutofit/>
          </a:bodyPr>
          <a:lstStyle>
            <a:lvl1pPr algn="r" defTabSz="914400" rtl="0" eaLnBrk="1" latinLnBrk="0" hangingPunct="1">
              <a:spcBef>
                <a:spcPct val="0"/>
              </a:spcBef>
              <a:buNone/>
              <a:defRPr sz="3200" b="1" kern="1200" cap="small" baseline="0">
                <a:solidFill>
                  <a:srgbClr val="FF9900"/>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3200" dirty="0"/>
              <a:t>Click to edit Master title style</a:t>
            </a:r>
          </a:p>
        </p:txBody>
      </p:sp>
      <p:sp>
        <p:nvSpPr>
          <p:cNvPr id="4" name="Text Placeholder 2"/>
          <p:cNvSpPr>
            <a:spLocks noGrp="1"/>
          </p:cNvSpPr>
          <p:nvPr>
            <p:ph idx="1"/>
          </p:nvPr>
        </p:nvSpPr>
        <p:spPr>
          <a:xfrm>
            <a:off x="609600" y="990600"/>
            <a:ext cx="10972800" cy="5562600"/>
          </a:xfrm>
          <a:prstGeom prst="rect">
            <a:avLst/>
          </a:prstGeom>
        </p:spPr>
        <p:txBody>
          <a:bodyPr vert="horz" lIns="91440" tIns="45720" rIns="91440" bIns="45720" rtlCol="0">
            <a:normAutofit/>
          </a:bodyPr>
          <a:lstStyle/>
          <a:p>
            <a:pPr lvl="0"/>
            <a:r>
              <a:rPr lang="en-US" dirty="0"/>
              <a:t> 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1200" y="228601"/>
            <a:ext cx="2133600" cy="484909"/>
          </a:xfrm>
          <a:prstGeom prst="rect">
            <a:avLst/>
          </a:prstGeom>
        </p:spPr>
      </p:pic>
      <p:cxnSp>
        <p:nvCxnSpPr>
          <p:cNvPr id="6" name="Straight Connector 5"/>
          <p:cNvCxnSpPr/>
          <p:nvPr userDrawn="1"/>
        </p:nvCxnSpPr>
        <p:spPr>
          <a:xfrm flipH="1">
            <a:off x="711200" y="835152"/>
            <a:ext cx="10871200" cy="0"/>
          </a:xfrm>
          <a:prstGeom prst="line">
            <a:avLst/>
          </a:prstGeom>
          <a:ln w="381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87913878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36800" y="198438"/>
            <a:ext cx="9448800" cy="487362"/>
          </a:xfrm>
        </p:spPr>
        <p:txBody>
          <a:bodyPr anchor="t">
            <a:normAutofit/>
          </a:bodyPr>
          <a:lstStyle>
            <a:lvl1pPr algn="r">
              <a:defRPr sz="2400" b="0" i="0" baseline="0">
                <a:solidFill>
                  <a:schemeClr val="bg1"/>
                </a:solidFill>
                <a:latin typeface="Segoe UI" pitchFamily="34" charset="0"/>
                <a:ea typeface="Roboto Lt" pitchFamily="2" charset="0"/>
                <a:cs typeface="Segoe UI" pitchFamily="34" charset="0"/>
              </a:defRPr>
            </a:lvl1pPr>
          </a:lstStyle>
          <a:p>
            <a:r>
              <a:rPr lang="en-US" dirty="0" err="1"/>
              <a:t>Tiêu</a:t>
            </a:r>
            <a:r>
              <a:rPr lang="en-US" dirty="0"/>
              <a:t> </a:t>
            </a:r>
            <a:r>
              <a:rPr lang="en-US" dirty="0" err="1"/>
              <a:t>đề</a:t>
            </a:r>
            <a:r>
              <a:rPr lang="en-US" dirty="0"/>
              <a:t> </a:t>
            </a:r>
            <a:r>
              <a:rPr lang="en-US" dirty="0" err="1"/>
              <a:t>Silde</a:t>
            </a:r>
            <a:endParaRPr lang="en-US" dirty="0"/>
          </a:p>
        </p:txBody>
      </p:sp>
      <p:sp>
        <p:nvSpPr>
          <p:cNvPr id="3" name="Content Placeholder 2"/>
          <p:cNvSpPr>
            <a:spLocks noGrp="1"/>
          </p:cNvSpPr>
          <p:nvPr>
            <p:ph idx="1" hasCustomPrompt="1"/>
          </p:nvPr>
        </p:nvSpPr>
        <p:spPr>
          <a:xfrm>
            <a:off x="1727200" y="1066800"/>
            <a:ext cx="10363200" cy="457200"/>
          </a:xfrm>
        </p:spPr>
        <p:txBody>
          <a:bodyPr>
            <a:normAutofit/>
          </a:bodyPr>
          <a:lstStyle>
            <a:lvl1pPr marL="0" indent="0">
              <a:buFontTx/>
              <a:buNone/>
              <a:defRPr sz="2400" b="1" baseline="0">
                <a:latin typeface="Segoe UI" pitchFamily="34" charset="0"/>
                <a:ea typeface="Roboto" pitchFamily="2" charset="0"/>
                <a:cs typeface="Segoe UI" pitchFamily="34" charset="0"/>
              </a:defRPr>
            </a:lvl1pPr>
            <a:lvl2pPr marL="457200" indent="0" algn="just">
              <a:buFontTx/>
              <a:buNone/>
              <a:defRPr sz="1600">
                <a:latin typeface="Roboto Lt" pitchFamily="2" charset="0"/>
                <a:ea typeface="Roboto Lt" pitchFamily="2" charset="0"/>
              </a:defRPr>
            </a:lvl2pPr>
            <a:lvl3pPr algn="just">
              <a:defRPr sz="1600">
                <a:latin typeface="Roboto Lt" pitchFamily="2" charset="0"/>
                <a:ea typeface="Roboto Lt" pitchFamily="2" charset="0"/>
              </a:defRPr>
            </a:lvl3pPr>
            <a:lvl4pPr marL="1600200" indent="-228600" algn="just">
              <a:buFont typeface="Courier New" pitchFamily="49" charset="0"/>
              <a:buChar char="o"/>
              <a:defRPr sz="1600">
                <a:latin typeface="Roboto Lt" pitchFamily="2" charset="0"/>
                <a:ea typeface="Roboto Lt" pitchFamily="2" charset="0"/>
              </a:defRPr>
            </a:lvl4pPr>
            <a:lvl5pPr algn="just">
              <a:defRPr sz="1600">
                <a:latin typeface="Roboto Lt" pitchFamily="2" charset="0"/>
                <a:ea typeface="Roboto Lt" pitchFamily="2" charset="0"/>
              </a:defRPr>
            </a:lvl5pPr>
          </a:lstStyle>
          <a:p>
            <a:pPr lvl="0"/>
            <a:r>
              <a:rPr lang="en-US" dirty="0" err="1"/>
              <a:t>Đề</a:t>
            </a:r>
            <a:r>
              <a:rPr lang="en-US" dirty="0"/>
              <a:t> </a:t>
            </a:r>
            <a:r>
              <a:rPr lang="en-US" dirty="0" err="1"/>
              <a:t>mục</a:t>
            </a:r>
            <a:r>
              <a:rPr lang="en-US" dirty="0"/>
              <a:t> </a:t>
            </a:r>
            <a:r>
              <a:rPr lang="en-US" dirty="0" err="1"/>
              <a:t>lớn</a:t>
            </a:r>
            <a:endParaRPr lang="en-US" dirty="0"/>
          </a:p>
        </p:txBody>
      </p:sp>
      <p:sp>
        <p:nvSpPr>
          <p:cNvPr id="7" name="Content Placeholder 2"/>
          <p:cNvSpPr>
            <a:spLocks noGrp="1"/>
          </p:cNvSpPr>
          <p:nvPr>
            <p:ph idx="13" hasCustomPrompt="1"/>
          </p:nvPr>
        </p:nvSpPr>
        <p:spPr>
          <a:xfrm>
            <a:off x="6604000" y="1828800"/>
            <a:ext cx="5384800" cy="2743200"/>
          </a:xfrm>
        </p:spPr>
        <p:txBody>
          <a:bodyPr>
            <a:normAutofit/>
          </a:bodyPr>
          <a:lstStyle>
            <a:lvl1pPr marL="0" indent="0">
              <a:buFontTx/>
              <a:buNone/>
              <a:defRPr sz="2400" b="0" baseline="0">
                <a:latin typeface="Segoe UI" pitchFamily="34" charset="0"/>
                <a:ea typeface="Roboto" pitchFamily="2" charset="0"/>
                <a:cs typeface="Segoe UI" pitchFamily="34" charset="0"/>
              </a:defRPr>
            </a:lvl1pPr>
            <a:lvl2pPr marL="457200" indent="0" algn="just">
              <a:buFontTx/>
              <a:buNone/>
              <a:defRPr sz="1600">
                <a:latin typeface="Roboto Lt" pitchFamily="2" charset="0"/>
                <a:ea typeface="Roboto Lt" pitchFamily="2" charset="0"/>
              </a:defRPr>
            </a:lvl2pPr>
            <a:lvl3pPr algn="just">
              <a:defRPr sz="1600">
                <a:latin typeface="Roboto Lt" pitchFamily="2" charset="0"/>
                <a:ea typeface="Roboto Lt" pitchFamily="2" charset="0"/>
              </a:defRPr>
            </a:lvl3pPr>
            <a:lvl4pPr marL="1600200" indent="-228600" algn="just">
              <a:buFont typeface="Courier New" pitchFamily="49" charset="0"/>
              <a:buChar char="o"/>
              <a:defRPr sz="1600">
                <a:latin typeface="Roboto Lt" pitchFamily="2" charset="0"/>
                <a:ea typeface="Roboto Lt" pitchFamily="2" charset="0"/>
              </a:defRPr>
            </a:lvl4pPr>
            <a:lvl5pPr algn="just">
              <a:defRPr sz="1600">
                <a:latin typeface="Roboto Lt" pitchFamily="2" charset="0"/>
                <a:ea typeface="Roboto Lt" pitchFamily="2" charset="0"/>
              </a:defRPr>
            </a:lvl5pPr>
          </a:lstStyle>
          <a:p>
            <a:r>
              <a:rPr lang="en-US" dirty="0" err="1"/>
              <a:t>Nội</a:t>
            </a:r>
            <a:r>
              <a:rPr lang="en-US" dirty="0"/>
              <a:t> dung </a:t>
            </a:r>
            <a:r>
              <a:rPr lang="en-US" dirty="0" err="1"/>
              <a:t>cần</a:t>
            </a:r>
            <a:r>
              <a:rPr lang="en-US" dirty="0"/>
              <a:t> </a:t>
            </a:r>
            <a:r>
              <a:rPr lang="en-US" dirty="0" err="1"/>
              <a:t>viết</a:t>
            </a:r>
            <a:r>
              <a:rPr lang="en-US" dirty="0"/>
              <a:t> …….</a:t>
            </a:r>
          </a:p>
          <a:p>
            <a:r>
              <a:rPr lang="en-US" dirty="0"/>
              <a:t>960, abstract, background, banner, bar, box, business, button, circle, clean,</a:t>
            </a:r>
          </a:p>
          <a:p>
            <a:r>
              <a:rPr lang="en-US" b="1" dirty="0" err="1"/>
              <a:t>Nôi</a:t>
            </a:r>
            <a:r>
              <a:rPr lang="en-US" b="1" dirty="0"/>
              <a:t> dung </a:t>
            </a:r>
            <a:r>
              <a:rPr lang="en-US" b="1" dirty="0" err="1"/>
              <a:t>cần</a:t>
            </a:r>
            <a:r>
              <a:rPr lang="en-US" b="1" dirty="0"/>
              <a:t> </a:t>
            </a:r>
            <a:r>
              <a:rPr lang="en-US" b="1" dirty="0" err="1"/>
              <a:t>nhấn</a:t>
            </a:r>
            <a:r>
              <a:rPr lang="en-US" b="1" dirty="0"/>
              <a:t> </a:t>
            </a:r>
            <a:r>
              <a:rPr lang="en-US" b="1" dirty="0" err="1"/>
              <a:t>mạnh</a:t>
            </a:r>
            <a:endParaRPr lang="en-US" dirty="0"/>
          </a:p>
        </p:txBody>
      </p:sp>
      <p:sp>
        <p:nvSpPr>
          <p:cNvPr id="11" name="Slide Number Placeholder 10"/>
          <p:cNvSpPr>
            <a:spLocks noGrp="1"/>
          </p:cNvSpPr>
          <p:nvPr>
            <p:ph type="sldNum" sz="quarter" idx="14"/>
          </p:nvPr>
        </p:nvSpPr>
        <p:spPr>
          <a:xfrm>
            <a:off x="-1828800" y="6172201"/>
            <a:ext cx="2844800" cy="365125"/>
          </a:xfrm>
          <a:prstGeom prst="rect">
            <a:avLst/>
          </a:prstGeom>
        </p:spPr>
        <p:txBody>
          <a:bodyPr/>
          <a:lstStyle>
            <a:lvl1pPr algn="r">
              <a:defRPr>
                <a:solidFill>
                  <a:schemeClr val="bg1"/>
                </a:solidFill>
                <a:latin typeface="Segoe UI" pitchFamily="34" charset="0"/>
                <a:ea typeface="Segoe UI" pitchFamily="34" charset="0"/>
                <a:cs typeface="Segoe UI" pitchFamily="34" charset="0"/>
              </a:defRPr>
            </a:lvl1pPr>
          </a:lstStyle>
          <a:p>
            <a:fld id="{C9454D8F-10CC-4917-9EE3-EC45D591F45E}" type="slidenum">
              <a:rPr lang="en-US" smtClean="0"/>
              <a:pPr/>
              <a:t>‹#›</a:t>
            </a:fld>
            <a:endParaRPr lang="en-US"/>
          </a:p>
        </p:txBody>
      </p:sp>
    </p:spTree>
    <p:extLst>
      <p:ext uri="{BB962C8B-B14F-4D97-AF65-F5344CB8AC3E}">
        <p14:creationId xmlns:p14="http://schemas.microsoft.com/office/powerpoint/2010/main" val="182780133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2946400" y="274638"/>
            <a:ext cx="8636000" cy="563562"/>
          </a:xfrm>
          <a:prstGeom prst="rect">
            <a:avLst/>
          </a:prstGeom>
        </p:spPr>
        <p:txBody>
          <a:bodyPr vert="horz" lIns="91440" tIns="45720" rIns="91440" bIns="45720" rtlCol="0" anchor="ctr">
            <a:noAutofit/>
          </a:bodyPr>
          <a:lstStyle/>
          <a:p>
            <a:r>
              <a:rPr lang="en-US" dirty="0"/>
              <a:t>Click to edit Master title style</a:t>
            </a:r>
          </a:p>
        </p:txBody>
      </p:sp>
      <p:sp>
        <p:nvSpPr>
          <p:cNvPr id="8" name="Text Placeholder 2"/>
          <p:cNvSpPr>
            <a:spLocks noGrp="1"/>
          </p:cNvSpPr>
          <p:nvPr>
            <p:ph idx="1"/>
          </p:nvPr>
        </p:nvSpPr>
        <p:spPr>
          <a:xfrm>
            <a:off x="609600" y="990600"/>
            <a:ext cx="10972800" cy="5562600"/>
          </a:xfrm>
          <a:prstGeom prst="rect">
            <a:avLst/>
          </a:prstGeom>
        </p:spPr>
        <p:txBody>
          <a:bodyPr vert="horz" lIns="91440" tIns="45720" rIns="91440" bIns="45720" rtlCol="0">
            <a:normAutofit/>
          </a:bodyPr>
          <a:lstStyle/>
          <a:p>
            <a:pPr lvl="0"/>
            <a:r>
              <a:rPr lang="en-US" dirty="0"/>
              <a:t> 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1200" y="228601"/>
            <a:ext cx="2133600" cy="484909"/>
          </a:xfrm>
          <a:prstGeom prst="rect">
            <a:avLst/>
          </a:prstGeom>
        </p:spPr>
      </p:pic>
    </p:spTree>
    <p:extLst>
      <p:ext uri="{BB962C8B-B14F-4D97-AF65-F5344CB8AC3E}">
        <p14:creationId xmlns:p14="http://schemas.microsoft.com/office/powerpoint/2010/main" val="2912703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slideLayout" Target="../slideLayouts/slideLayout67.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theme" Target="../theme/theme2.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2" Type="http://schemas.openxmlformats.org/officeDocument/2006/relationships/slideLayout" Target="../slideLayouts/slideLayout69.xml"/><Relationship Id="rId16" Type="http://schemas.openxmlformats.org/officeDocument/2006/relationships/theme" Target="../theme/theme3.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5" Type="http://schemas.openxmlformats.org/officeDocument/2006/relationships/slideLayout" Target="../slideLayouts/slideLayout8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DF40E0-E6EB-4A06-A23A-FAEAF1FE809C}" type="datetimeFigureOut">
              <a:rPr lang="en-US" smtClean="0"/>
              <a:t>12/31/2024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4E73CF-C580-4B9B-819E-F0AF56E99B06}" type="slidenum">
              <a:rPr lang="en-US" smtClean="0"/>
              <a:t>‹#›</a:t>
            </a:fld>
            <a:endParaRPr lang="en-US"/>
          </a:p>
        </p:txBody>
      </p:sp>
    </p:spTree>
    <p:extLst>
      <p:ext uri="{BB962C8B-B14F-4D97-AF65-F5344CB8AC3E}">
        <p14:creationId xmlns:p14="http://schemas.microsoft.com/office/powerpoint/2010/main" val="32333868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548640"/>
            <a:ext cx="11106150"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48640" y="2103120"/>
            <a:ext cx="11106150" cy="422148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539594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hdr="0" ftr="0" dt="0"/>
  <p:txStyles>
    <p:titleStyle>
      <a:lvl1pPr algn="l" defTabSz="914400" rtl="0" eaLnBrk="1" latinLnBrk="0" hangingPunct="1">
        <a:lnSpc>
          <a:spcPct val="90000"/>
        </a:lnSpc>
        <a:spcBef>
          <a:spcPct val="0"/>
        </a:spcBef>
        <a:buNone/>
        <a:defRPr sz="4200" kern="1200" cap="all" spc="100" baseline="0">
          <a:solidFill>
            <a:schemeClr val="tx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36">
          <p15:clr>
            <a:srgbClr val="F26B43"/>
          </p15:clr>
        </p15:guide>
        <p15:guide id="4" orient="horz" pos="336">
          <p15:clr>
            <a:srgbClr val="F26B43"/>
          </p15:clr>
        </p15:guide>
        <p15:guide id="5" pos="7344">
          <p15:clr>
            <a:srgbClr val="F26B43"/>
          </p15:clr>
        </p15:guide>
        <p15:guide id="6" orient="horz" pos="398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DC4897-F721-4489-83C3-CD2672282672}" type="datetime1">
              <a:rPr lang="en-US" smtClean="0"/>
              <a:t>12/31/2024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a:t>Lập trình C#3</a:t>
            </a: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ACEE26-D979-411F-B229-D9F26BAEDF07}" type="slidenum">
              <a:rPr lang="en-US" smtClean="0"/>
              <a:t>‹#›</a:t>
            </a:fld>
            <a:endParaRPr lang="en-US"/>
          </a:p>
        </p:txBody>
      </p:sp>
    </p:spTree>
    <p:extLst>
      <p:ext uri="{BB962C8B-B14F-4D97-AF65-F5344CB8AC3E}">
        <p14:creationId xmlns:p14="http://schemas.microsoft.com/office/powerpoint/2010/main" val="753548654"/>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5.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5.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5.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09890287-4DB6-4C87-AEAF-17E9594F401B}"/>
              </a:ext>
              <a:ext uri="{C183D7F6-B498-43B3-948B-1728B52AA6E4}">
                <adec:decorative xmlns="" xmlns:adec="http://schemas.microsoft.com/office/drawing/2017/decorative" val="1"/>
              </a:ext>
            </a:extLst>
          </p:cNvPr>
          <p:cNvPicPr>
            <a:picLocks noGrp="1" noChangeAspect="1"/>
          </p:cNvPicPr>
          <p:nvPr>
            <p:ph type="pic" sz="quarter" idx="11"/>
          </p:nvPr>
        </p:nvPicPr>
        <p:blipFill>
          <a:blip r:embed="rId3"/>
          <a:srcRect t="7813" b="7813"/>
          <a:stretch>
            <a:fillRect/>
          </a:stretch>
        </p:blipFill>
        <p:spPr/>
      </p:pic>
      <p:sp>
        <p:nvSpPr>
          <p:cNvPr id="285" name="Text Placeholder 284">
            <a:extLst>
              <a:ext uri="{FF2B5EF4-FFF2-40B4-BE49-F238E27FC236}">
                <a16:creationId xmlns:a16="http://schemas.microsoft.com/office/drawing/2014/main" id="{C0BF9B80-F084-4423-8C1C-E79BE829875F}"/>
              </a:ext>
              <a:ext uri="{C183D7F6-B498-43B3-948B-1728B52AA6E4}">
                <adec:decorative xmlns="" xmlns:adec="http://schemas.microsoft.com/office/drawing/2017/decorative" val="1"/>
              </a:ext>
            </a:extLst>
          </p:cNvPr>
          <p:cNvSpPr>
            <a:spLocks noGrp="1"/>
          </p:cNvSpPr>
          <p:nvPr>
            <p:ph type="body" sz="quarter" idx="13"/>
          </p:nvPr>
        </p:nvSpPr>
        <p:spPr/>
        <p:txBody>
          <a:bodyPr/>
          <a:lstStyle/>
          <a:p>
            <a:endParaRPr lang="en-US" dirty="0"/>
          </a:p>
        </p:txBody>
      </p:sp>
      <p:sp>
        <p:nvSpPr>
          <p:cNvPr id="286" name="Text Placeholder 285">
            <a:extLst>
              <a:ext uri="{FF2B5EF4-FFF2-40B4-BE49-F238E27FC236}">
                <a16:creationId xmlns:a16="http://schemas.microsoft.com/office/drawing/2014/main" id="{9626180B-FF05-48CF-BFB3-C95C9B5DAB99}"/>
              </a:ext>
              <a:ext uri="{C183D7F6-B498-43B3-948B-1728B52AA6E4}">
                <adec:decorative xmlns="" xmlns:adec="http://schemas.microsoft.com/office/drawing/2017/decorative" val="1"/>
              </a:ext>
            </a:extLst>
          </p:cNvPr>
          <p:cNvSpPr>
            <a:spLocks noGrp="1"/>
          </p:cNvSpPr>
          <p:nvPr>
            <p:ph type="body" sz="quarter" idx="15"/>
          </p:nvPr>
        </p:nvSpPr>
        <p:spPr/>
        <p:txBody>
          <a:bodyPr/>
          <a:lstStyle/>
          <a:p>
            <a:endParaRPr lang="en-US" dirty="0"/>
          </a:p>
        </p:txBody>
      </p:sp>
      <p:sp>
        <p:nvSpPr>
          <p:cNvPr id="6" name="Title 5">
            <a:extLst>
              <a:ext uri="{FF2B5EF4-FFF2-40B4-BE49-F238E27FC236}">
                <a16:creationId xmlns:a16="http://schemas.microsoft.com/office/drawing/2014/main" id="{3933031D-018B-489E-B613-2113C1CD2360}"/>
              </a:ext>
            </a:extLst>
          </p:cNvPr>
          <p:cNvSpPr>
            <a:spLocks noGrp="1"/>
          </p:cNvSpPr>
          <p:nvPr>
            <p:ph type="ctrTitle"/>
          </p:nvPr>
        </p:nvSpPr>
        <p:spPr>
          <a:xfrm>
            <a:off x="3163809" y="1905000"/>
            <a:ext cx="5751591" cy="756097"/>
          </a:xfrm>
        </p:spPr>
        <p:txBody>
          <a:bodyPr>
            <a:normAutofit fontScale="90000"/>
          </a:bodyPr>
          <a:lstStyle/>
          <a:p>
            <a:r>
              <a:rPr lang="en-US" dirty="0" err="1"/>
              <a:t>Lập</a:t>
            </a:r>
            <a:r>
              <a:rPr lang="en-US" dirty="0"/>
              <a:t> </a:t>
            </a:r>
            <a:r>
              <a:rPr lang="en-US" dirty="0" err="1" smtClean="0"/>
              <a:t>Trình</a:t>
            </a:r>
            <a:r>
              <a:rPr lang="en-US" dirty="0" smtClean="0"/>
              <a:t> C#3</a:t>
            </a:r>
            <a:endParaRPr lang="en-US" dirty="0"/>
          </a:p>
        </p:txBody>
      </p:sp>
      <p:sp>
        <p:nvSpPr>
          <p:cNvPr id="7" name="Subtitle 6">
            <a:extLst>
              <a:ext uri="{FF2B5EF4-FFF2-40B4-BE49-F238E27FC236}">
                <a16:creationId xmlns:a16="http://schemas.microsoft.com/office/drawing/2014/main" id="{606F8B2E-A7F5-4413-BEED-BFF7C3D9FF78}"/>
              </a:ext>
            </a:extLst>
          </p:cNvPr>
          <p:cNvSpPr>
            <a:spLocks noGrp="1"/>
          </p:cNvSpPr>
          <p:nvPr>
            <p:ph type="subTitle" idx="1"/>
          </p:nvPr>
        </p:nvSpPr>
        <p:spPr>
          <a:xfrm>
            <a:off x="2514600" y="3299438"/>
            <a:ext cx="7244861" cy="1196362"/>
          </a:xfrm>
        </p:spPr>
        <p:txBody>
          <a:bodyPr>
            <a:normAutofit lnSpcReduction="10000"/>
          </a:bodyPr>
          <a:lstStyle/>
          <a:p>
            <a:r>
              <a:rPr lang="en-US" sz="3600" dirty="0" err="1">
                <a:solidFill>
                  <a:srgbClr val="FFC000"/>
                </a:solidFill>
              </a:rPr>
              <a:t>Bài</a:t>
            </a:r>
            <a:r>
              <a:rPr lang="en-US" sz="3600" dirty="0">
                <a:solidFill>
                  <a:srgbClr val="FFC000"/>
                </a:solidFill>
              </a:rPr>
              <a:t> </a:t>
            </a:r>
            <a:r>
              <a:rPr lang="en-US" sz="3600" dirty="0" smtClean="0">
                <a:solidFill>
                  <a:srgbClr val="FFC000"/>
                </a:solidFill>
              </a:rPr>
              <a:t>8: </a:t>
            </a:r>
            <a:r>
              <a:rPr lang="vi-VN" sz="3600" dirty="0">
                <a:solidFill>
                  <a:srgbClr val="FFC000"/>
                </a:solidFill>
              </a:rPr>
              <a:t>Entity Framework </a:t>
            </a:r>
            <a:r>
              <a:rPr lang="vi-VN" sz="3600" dirty="0" smtClean="0">
                <a:solidFill>
                  <a:srgbClr val="FFC000"/>
                </a:solidFill>
              </a:rPr>
              <a:t>Core-</a:t>
            </a:r>
            <a:endParaRPr lang="en-US" sz="3600" dirty="0" smtClean="0">
              <a:solidFill>
                <a:srgbClr val="FFC000"/>
              </a:solidFill>
            </a:endParaRPr>
          </a:p>
          <a:p>
            <a:r>
              <a:rPr lang="vi-VN" sz="3600" dirty="0" smtClean="0">
                <a:solidFill>
                  <a:srgbClr val="FFC000"/>
                </a:solidFill>
              </a:rPr>
              <a:t>code </a:t>
            </a:r>
            <a:r>
              <a:rPr lang="vi-VN" sz="3600" dirty="0">
                <a:solidFill>
                  <a:srgbClr val="FFC000"/>
                </a:solidFill>
              </a:rPr>
              <a:t>first</a:t>
            </a:r>
            <a:endParaRPr lang="en-US" sz="3600" dirty="0">
              <a:solidFill>
                <a:srgbClr val="FFC000"/>
              </a:solidFill>
            </a:endParaRPr>
          </a:p>
        </p:txBody>
      </p:sp>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22541166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latin typeface="+mn-lt"/>
              </a:rPr>
              <a:t>Mục</a:t>
            </a:r>
            <a:r>
              <a:rPr lang="en-US" sz="4800" b="1" dirty="0" smtClean="0">
                <a:solidFill>
                  <a:srgbClr val="FF0000"/>
                </a:solidFill>
                <a:latin typeface="+mn-lt"/>
              </a:rPr>
              <a:t> </a:t>
            </a:r>
            <a:r>
              <a:rPr lang="en-US" sz="4800" b="1" dirty="0" err="1" smtClean="0">
                <a:solidFill>
                  <a:srgbClr val="FF0000"/>
                </a:solidFill>
                <a:latin typeface="+mn-lt"/>
              </a:rPr>
              <a:t>tiêu</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
            </a:pPr>
            <a:r>
              <a:rPr lang="en-US" sz="3200" dirty="0"/>
              <a:t>Entity Framework Core – Code First</a:t>
            </a:r>
          </a:p>
          <a:p>
            <a:pPr>
              <a:buFont typeface="Wingdings" pitchFamily="2" charset="2"/>
              <a:buChar char="¤"/>
            </a:pPr>
            <a:r>
              <a:rPr lang="en-US" sz="3200" dirty="0"/>
              <a:t>Conventions Rules</a:t>
            </a:r>
          </a:p>
          <a:p>
            <a:pPr>
              <a:buFont typeface="Wingdings" pitchFamily="2" charset="2"/>
              <a:buChar char="¤"/>
            </a:pPr>
            <a:r>
              <a:rPr lang="en-US" sz="3200" dirty="0"/>
              <a:t>Code first </a:t>
            </a:r>
            <a:r>
              <a:rPr lang="en-US" sz="3200" dirty="0" err="1"/>
              <a:t>và</a:t>
            </a:r>
            <a:r>
              <a:rPr lang="en-US" sz="3200" dirty="0"/>
              <a:t> razor view</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18594507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Entity Framework Core – Code First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3</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solidFill>
                  <a:srgbClr val="444444"/>
                </a:solidFill>
                <a:latin typeface="Times New Roman" panose="02020603050405020304" pitchFamily="18" charset="0"/>
                <a:cs typeface="Times New Roman" panose="02020603050405020304" pitchFamily="18" charset="0"/>
              </a:rPr>
              <a:t>P</a:t>
            </a:r>
            <a:r>
              <a:rPr lang="vi-VN" dirty="0">
                <a:solidFill>
                  <a:srgbClr val="444444"/>
                </a:solidFill>
                <a:latin typeface="Times New Roman" panose="02020603050405020304" pitchFamily="18" charset="0"/>
                <a:cs typeface="Times New Roman" panose="02020603050405020304" pitchFamily="18" charset="0"/>
              </a:rPr>
              <a:t>hương pháp tạo các class Model sau đó phát sinh ra database</a:t>
            </a:r>
            <a:endParaRPr lang="en-US" dirty="0">
              <a:solidFill>
                <a:srgbClr val="0000FF"/>
              </a:solidFill>
              <a:latin typeface="Times New Roman" panose="02020603050405020304" pitchFamily="18" charset="0"/>
              <a:cs typeface="Times New Roman" panose="02020603050405020304" pitchFamily="18" charset="0"/>
            </a:endParaRPr>
          </a:p>
          <a:p>
            <a:r>
              <a:rPr lang="en-US" dirty="0" err="1">
                <a:solidFill>
                  <a:srgbClr val="444444"/>
                </a:solidFill>
                <a:latin typeface="Times New Roman" panose="02020603050405020304" pitchFamily="18" charset="0"/>
                <a:cs typeface="Times New Roman" panose="02020603050405020304" pitchFamily="18" charset="0"/>
              </a:rPr>
              <a:t>Tập</a:t>
            </a:r>
            <a:r>
              <a:rPr lang="en-US" dirty="0">
                <a:solidFill>
                  <a:srgbClr val="444444"/>
                </a:solidFill>
                <a:latin typeface="Times New Roman" panose="02020603050405020304" pitchFamily="18" charset="0"/>
                <a:cs typeface="Times New Roman" panose="02020603050405020304" pitchFamily="18" charset="0"/>
              </a:rPr>
              <a:t> </a:t>
            </a:r>
            <a:r>
              <a:rPr lang="en-US" dirty="0" err="1">
                <a:solidFill>
                  <a:srgbClr val="444444"/>
                </a:solidFill>
                <a:latin typeface="Times New Roman" panose="02020603050405020304" pitchFamily="18" charset="0"/>
                <a:cs typeface="Times New Roman" panose="02020603050405020304" pitchFamily="18" charset="0"/>
              </a:rPr>
              <a:t>trung</a:t>
            </a:r>
            <a:r>
              <a:rPr lang="en-US" dirty="0">
                <a:solidFill>
                  <a:srgbClr val="444444"/>
                </a:solidFill>
                <a:latin typeface="Times New Roman" panose="02020603050405020304" pitchFamily="18" charset="0"/>
                <a:cs typeface="Times New Roman" panose="02020603050405020304" pitchFamily="18" charset="0"/>
              </a:rPr>
              <a:t> </a:t>
            </a:r>
            <a:r>
              <a:rPr lang="en-US" dirty="0" err="1">
                <a:solidFill>
                  <a:srgbClr val="444444"/>
                </a:solidFill>
                <a:latin typeface="Times New Roman" panose="02020603050405020304" pitchFamily="18" charset="0"/>
                <a:cs typeface="Times New Roman" panose="02020603050405020304" pitchFamily="18" charset="0"/>
              </a:rPr>
              <a:t>vào</a:t>
            </a:r>
            <a:r>
              <a:rPr lang="en-US" dirty="0">
                <a:solidFill>
                  <a:srgbClr val="444444"/>
                </a:solidFill>
                <a:latin typeface="Times New Roman" panose="02020603050405020304" pitchFamily="18" charset="0"/>
                <a:cs typeface="Times New Roman" panose="02020603050405020304" pitchFamily="18" charset="0"/>
              </a:rPr>
              <a:t> </a:t>
            </a:r>
            <a:r>
              <a:rPr lang="en-US" dirty="0" err="1">
                <a:solidFill>
                  <a:srgbClr val="444444"/>
                </a:solidFill>
                <a:latin typeface="Times New Roman" panose="02020603050405020304" pitchFamily="18" charset="0"/>
                <a:cs typeface="Times New Roman" panose="02020603050405020304" pitchFamily="18" charset="0"/>
              </a:rPr>
              <a:t>việc</a:t>
            </a:r>
            <a:r>
              <a:rPr lang="en-US" dirty="0">
                <a:solidFill>
                  <a:srgbClr val="444444"/>
                </a:solidFill>
                <a:latin typeface="Times New Roman" panose="02020603050405020304" pitchFamily="18" charset="0"/>
                <a:cs typeface="Times New Roman" panose="02020603050405020304" pitchFamily="18" charset="0"/>
              </a:rPr>
              <a:t> </a:t>
            </a:r>
            <a:r>
              <a:rPr lang="en-US" dirty="0" err="1">
                <a:solidFill>
                  <a:srgbClr val="444444"/>
                </a:solidFill>
                <a:latin typeface="Times New Roman" panose="02020603050405020304" pitchFamily="18" charset="0"/>
                <a:cs typeface="Times New Roman" panose="02020603050405020304" pitchFamily="18" charset="0"/>
              </a:rPr>
              <a:t>thiết</a:t>
            </a:r>
            <a:r>
              <a:rPr lang="en-US" dirty="0">
                <a:solidFill>
                  <a:srgbClr val="444444"/>
                </a:solidFill>
                <a:latin typeface="Times New Roman" panose="02020603050405020304" pitchFamily="18" charset="0"/>
                <a:cs typeface="Times New Roman" panose="02020603050405020304" pitchFamily="18" charset="0"/>
              </a:rPr>
              <a:t> </a:t>
            </a:r>
            <a:r>
              <a:rPr lang="en-US" dirty="0" err="1">
                <a:solidFill>
                  <a:srgbClr val="444444"/>
                </a:solidFill>
                <a:latin typeface="Times New Roman" panose="02020603050405020304" pitchFamily="18" charset="0"/>
                <a:cs typeface="Times New Roman" panose="02020603050405020304" pitchFamily="18" charset="0"/>
              </a:rPr>
              <a:t>kế</a:t>
            </a:r>
            <a:r>
              <a:rPr lang="en-US" dirty="0">
                <a:solidFill>
                  <a:srgbClr val="444444"/>
                </a:solidFill>
                <a:latin typeface="Times New Roman" panose="02020603050405020304" pitchFamily="18" charset="0"/>
                <a:cs typeface="Times New Roman" panose="02020603050405020304" pitchFamily="18" charset="0"/>
              </a:rPr>
              <a:t> </a:t>
            </a:r>
            <a:r>
              <a:rPr lang="en-US" b="1" dirty="0">
                <a:solidFill>
                  <a:srgbClr val="444444"/>
                </a:solidFill>
                <a:latin typeface="Times New Roman" panose="02020603050405020304" pitchFamily="18" charset="0"/>
                <a:cs typeface="Times New Roman" panose="02020603050405020304" pitchFamily="18" charset="0"/>
              </a:rPr>
              <a:t>Domain</a:t>
            </a:r>
            <a:r>
              <a:rPr lang="en-US" dirty="0">
                <a:solidFill>
                  <a:srgbClr val="444444"/>
                </a:solidFill>
                <a:latin typeface="Times New Roman" panose="02020603050405020304" pitchFamily="18" charset="0"/>
                <a:cs typeface="Times New Roman" panose="02020603050405020304" pitchFamily="18" charset="0"/>
              </a:rPr>
              <a:t> </a:t>
            </a:r>
            <a:r>
              <a:rPr lang="en-US" dirty="0" err="1">
                <a:solidFill>
                  <a:srgbClr val="444444"/>
                </a:solidFill>
                <a:latin typeface="Times New Roman" panose="02020603050405020304" pitchFamily="18" charset="0"/>
                <a:cs typeface="Times New Roman" panose="02020603050405020304" pitchFamily="18" charset="0"/>
              </a:rPr>
              <a:t>và</a:t>
            </a:r>
            <a:r>
              <a:rPr lang="en-US" dirty="0">
                <a:solidFill>
                  <a:srgbClr val="444444"/>
                </a:solidFill>
                <a:latin typeface="Times New Roman" panose="02020603050405020304" pitchFamily="18" charset="0"/>
                <a:cs typeface="Times New Roman" panose="02020603050405020304" pitchFamily="18" charset="0"/>
              </a:rPr>
              <a:t> </a:t>
            </a:r>
            <a:r>
              <a:rPr lang="en-US" dirty="0" err="1">
                <a:solidFill>
                  <a:srgbClr val="444444"/>
                </a:solidFill>
                <a:latin typeface="Times New Roman" panose="02020603050405020304" pitchFamily="18" charset="0"/>
                <a:cs typeface="Times New Roman" panose="02020603050405020304" pitchFamily="18" charset="0"/>
              </a:rPr>
              <a:t>bắt</a:t>
            </a:r>
            <a:r>
              <a:rPr lang="en-US" dirty="0">
                <a:solidFill>
                  <a:srgbClr val="444444"/>
                </a:solidFill>
                <a:latin typeface="Times New Roman" panose="02020603050405020304" pitchFamily="18" charset="0"/>
                <a:cs typeface="Times New Roman" panose="02020603050405020304" pitchFamily="18" charset="0"/>
              </a:rPr>
              <a:t> </a:t>
            </a:r>
            <a:r>
              <a:rPr lang="en-US" dirty="0" err="1">
                <a:solidFill>
                  <a:srgbClr val="444444"/>
                </a:solidFill>
                <a:latin typeface="Times New Roman" panose="02020603050405020304" pitchFamily="18" charset="0"/>
                <a:cs typeface="Times New Roman" panose="02020603050405020304" pitchFamily="18" charset="0"/>
              </a:rPr>
              <a:t>đầu</a:t>
            </a:r>
            <a:r>
              <a:rPr lang="en-US" dirty="0">
                <a:solidFill>
                  <a:srgbClr val="444444"/>
                </a:solidFill>
                <a:latin typeface="Times New Roman" panose="02020603050405020304" pitchFamily="18" charset="0"/>
                <a:cs typeface="Times New Roman" panose="02020603050405020304" pitchFamily="18" charset="0"/>
              </a:rPr>
              <a:t> </a:t>
            </a:r>
            <a:r>
              <a:rPr lang="en-US" dirty="0" err="1">
                <a:solidFill>
                  <a:srgbClr val="444444"/>
                </a:solidFill>
                <a:latin typeface="Times New Roman" panose="02020603050405020304" pitchFamily="18" charset="0"/>
                <a:cs typeface="Times New Roman" panose="02020603050405020304" pitchFamily="18" charset="0"/>
              </a:rPr>
              <a:t>tạo</a:t>
            </a:r>
            <a:r>
              <a:rPr lang="en-US" dirty="0">
                <a:solidFill>
                  <a:srgbClr val="444444"/>
                </a:solidFill>
                <a:latin typeface="Times New Roman" panose="02020603050405020304" pitchFamily="18" charset="0"/>
                <a:cs typeface="Times New Roman" panose="02020603050405020304" pitchFamily="18" charset="0"/>
              </a:rPr>
              <a:t> </a:t>
            </a:r>
            <a:r>
              <a:rPr lang="en-US" dirty="0" err="1">
                <a:solidFill>
                  <a:srgbClr val="444444"/>
                </a:solidFill>
                <a:latin typeface="Times New Roman" panose="02020603050405020304" pitchFamily="18" charset="0"/>
                <a:cs typeface="Times New Roman" panose="02020603050405020304" pitchFamily="18" charset="0"/>
              </a:rPr>
              <a:t>ra</a:t>
            </a:r>
            <a:r>
              <a:rPr lang="en-US" dirty="0">
                <a:solidFill>
                  <a:srgbClr val="444444"/>
                </a:solidFill>
                <a:latin typeface="Times New Roman" panose="02020603050405020304" pitchFamily="18" charset="0"/>
                <a:cs typeface="Times New Roman" panose="02020603050405020304" pitchFamily="18" charset="0"/>
              </a:rPr>
              <a:t> </a:t>
            </a:r>
            <a:r>
              <a:rPr lang="en-US" dirty="0" err="1">
                <a:solidFill>
                  <a:srgbClr val="444444"/>
                </a:solidFill>
                <a:latin typeface="Times New Roman" panose="02020603050405020304" pitchFamily="18" charset="0"/>
                <a:cs typeface="Times New Roman" panose="02020603050405020304" pitchFamily="18" charset="0"/>
              </a:rPr>
              <a:t>các</a:t>
            </a:r>
            <a:r>
              <a:rPr lang="en-US" dirty="0">
                <a:solidFill>
                  <a:srgbClr val="444444"/>
                </a:solidFill>
                <a:latin typeface="Times New Roman" panose="02020603050405020304" pitchFamily="18" charset="0"/>
                <a:cs typeface="Times New Roman" panose="02020603050405020304" pitchFamily="18" charset="0"/>
              </a:rPr>
              <a:t> class </a:t>
            </a:r>
            <a:r>
              <a:rPr lang="en-US" dirty="0" err="1">
                <a:solidFill>
                  <a:srgbClr val="444444"/>
                </a:solidFill>
                <a:latin typeface="Times New Roman" panose="02020603050405020304" pitchFamily="18" charset="0"/>
                <a:cs typeface="Times New Roman" panose="02020603050405020304" pitchFamily="18" charset="0"/>
              </a:rPr>
              <a:t>theo</a:t>
            </a:r>
            <a:r>
              <a:rPr lang="en-US" dirty="0">
                <a:solidFill>
                  <a:srgbClr val="444444"/>
                </a:solidFill>
                <a:latin typeface="Times New Roman" panose="02020603050405020304" pitchFamily="18" charset="0"/>
                <a:cs typeface="Times New Roman" panose="02020603050405020304" pitchFamily="18" charset="0"/>
              </a:rPr>
              <a:t> </a:t>
            </a:r>
            <a:r>
              <a:rPr lang="en-US" dirty="0" err="1">
                <a:solidFill>
                  <a:srgbClr val="444444"/>
                </a:solidFill>
                <a:latin typeface="Times New Roman" panose="02020603050405020304" pitchFamily="18" charset="0"/>
                <a:cs typeface="Times New Roman" panose="02020603050405020304" pitchFamily="18" charset="0"/>
              </a:rPr>
              <a:t>yêu</a:t>
            </a:r>
            <a:r>
              <a:rPr lang="en-US" dirty="0">
                <a:solidFill>
                  <a:srgbClr val="444444"/>
                </a:solidFill>
                <a:latin typeface="Times New Roman" panose="02020603050405020304" pitchFamily="18" charset="0"/>
                <a:cs typeface="Times New Roman" panose="02020603050405020304" pitchFamily="18" charset="0"/>
              </a:rPr>
              <a:t> </a:t>
            </a:r>
            <a:r>
              <a:rPr lang="en-US" dirty="0" err="1">
                <a:solidFill>
                  <a:srgbClr val="444444"/>
                </a:solidFill>
                <a:latin typeface="Times New Roman" panose="02020603050405020304" pitchFamily="18" charset="0"/>
                <a:cs typeface="Times New Roman" panose="02020603050405020304" pitchFamily="18" charset="0"/>
              </a:rPr>
              <a:t>cầu</a:t>
            </a:r>
            <a:r>
              <a:rPr lang="en-US" dirty="0">
                <a:solidFill>
                  <a:srgbClr val="444444"/>
                </a:solidFill>
                <a:latin typeface="Times New Roman" panose="02020603050405020304" pitchFamily="18" charset="0"/>
                <a:cs typeface="Times New Roman" panose="02020603050405020304" pitchFamily="18" charset="0"/>
              </a:rPr>
              <a:t> </a:t>
            </a:r>
            <a:r>
              <a:rPr lang="en-US" dirty="0" err="1">
                <a:solidFill>
                  <a:srgbClr val="444444"/>
                </a:solidFill>
                <a:latin typeface="Times New Roman" panose="02020603050405020304" pitchFamily="18" charset="0"/>
                <a:cs typeface="Times New Roman" panose="02020603050405020304" pitchFamily="18" charset="0"/>
              </a:rPr>
              <a:t>của</a:t>
            </a:r>
            <a:r>
              <a:rPr lang="en-US" dirty="0">
                <a:solidFill>
                  <a:srgbClr val="444444"/>
                </a:solidFill>
                <a:latin typeface="Times New Roman" panose="02020603050405020304" pitchFamily="18" charset="0"/>
                <a:cs typeface="Times New Roman" panose="02020603050405020304" pitchFamily="18" charset="0"/>
              </a:rPr>
              <a:t> </a:t>
            </a:r>
            <a:r>
              <a:rPr lang="en-US" b="1" dirty="0">
                <a:solidFill>
                  <a:srgbClr val="444444"/>
                </a:solidFill>
                <a:latin typeface="Times New Roman" panose="02020603050405020304" pitchFamily="18" charset="0"/>
                <a:cs typeface="Times New Roman" panose="02020603050405020304" pitchFamily="18" charset="0"/>
              </a:rPr>
              <a:t>Domain</a:t>
            </a:r>
            <a:r>
              <a:rPr lang="en-US" dirty="0">
                <a:solidFill>
                  <a:srgbClr val="444444"/>
                </a:solidFill>
                <a:latin typeface="Times New Roman" panose="02020603050405020304" pitchFamily="18" charset="0"/>
                <a:cs typeface="Times New Roman" panose="02020603050405020304" pitchFamily="18" charset="0"/>
              </a:rPr>
              <a:t> </a:t>
            </a:r>
          </a:p>
          <a:p>
            <a:r>
              <a:rPr lang="vi-VN" dirty="0">
                <a:solidFill>
                  <a:srgbClr val="444444"/>
                </a:solidFill>
                <a:latin typeface="Times New Roman" panose="02020603050405020304" pitchFamily="18" charset="0"/>
                <a:cs typeface="Times New Roman" panose="02020603050405020304" pitchFamily="18" charset="0"/>
              </a:rPr>
              <a:t>Cách tiếp cận Code-First là tạo các </a:t>
            </a:r>
            <a:r>
              <a:rPr lang="en-US" dirty="0">
                <a:solidFill>
                  <a:srgbClr val="444444"/>
                </a:solidFill>
                <a:latin typeface="Times New Roman" panose="02020603050405020304" pitchFamily="18" charset="0"/>
                <a:cs typeface="Times New Roman" panose="02020603050405020304" pitchFamily="18" charset="0"/>
              </a:rPr>
              <a:t>class</a:t>
            </a:r>
            <a:r>
              <a:rPr lang="vi-VN" dirty="0">
                <a:solidFill>
                  <a:srgbClr val="444444"/>
                </a:solidFill>
                <a:latin typeface="Times New Roman" panose="02020603050405020304" pitchFamily="18" charset="0"/>
                <a:cs typeface="Times New Roman" panose="02020603050405020304" pitchFamily="18" charset="0"/>
              </a:rPr>
              <a:t> (</a:t>
            </a:r>
            <a:r>
              <a:rPr lang="en-US" dirty="0">
                <a:solidFill>
                  <a:srgbClr val="444444"/>
                </a:solidFill>
                <a:latin typeface="Times New Roman" panose="02020603050405020304" pitchFamily="18" charset="0"/>
                <a:cs typeface="Times New Roman" panose="02020603050405020304" pitchFamily="18" charset="0"/>
              </a:rPr>
              <a:t>Entities</a:t>
            </a:r>
            <a:r>
              <a:rPr lang="vi-VN" dirty="0">
                <a:solidFill>
                  <a:srgbClr val="444444"/>
                </a:solidFill>
                <a:latin typeface="Times New Roman" panose="02020603050405020304" pitchFamily="18" charset="0"/>
                <a:cs typeface="Times New Roman" panose="02020603050405020304" pitchFamily="18" charset="0"/>
              </a:rPr>
              <a:t> POCO</a:t>
            </a:r>
            <a:r>
              <a:rPr lang="en-US" dirty="0">
                <a:solidFill>
                  <a:srgbClr val="444444"/>
                </a:solidFill>
                <a:latin typeface="Times New Roman" panose="02020603050405020304" pitchFamily="18" charset="0"/>
                <a:cs typeface="Times New Roman" panose="02020603050405020304" pitchFamily="18" charset="0"/>
              </a:rPr>
              <a:t> - Plain Old Class Object </a:t>
            </a:r>
            <a:r>
              <a:rPr lang="vi-VN" dirty="0">
                <a:solidFill>
                  <a:srgbClr val="444444"/>
                </a:solidFill>
                <a:latin typeface="Times New Roman" panose="02020603050405020304" pitchFamily="18" charset="0"/>
                <a:cs typeface="Times New Roman" panose="02020603050405020304" pitchFamily="18" charset="0"/>
              </a:rPr>
              <a:t>) và tạo cơ sở dữ liệu mới từ nó</a:t>
            </a:r>
            <a:endParaRPr lang="en-US" dirty="0">
              <a:solidFill>
                <a:srgbClr val="444444"/>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6">
            <a:extLst>
              <a:ext uri="{FF2B5EF4-FFF2-40B4-BE49-F238E27FC236}">
                <a16:creationId xmlns:a16="http://schemas.microsoft.com/office/drawing/2014/main" id="{8A493C44-4D26-4709-B12D-39BA54B3425B}"/>
              </a:ext>
            </a:extLst>
          </p:cNvPr>
          <p:cNvPicPr>
            <a:picLocks noChangeAspect="1"/>
          </p:cNvPicPr>
          <p:nvPr/>
        </p:nvPicPr>
        <p:blipFill>
          <a:blip r:embed="rId3"/>
          <a:stretch>
            <a:fillRect/>
          </a:stretch>
        </p:blipFill>
        <p:spPr>
          <a:xfrm rot="16200000">
            <a:off x="4947625" y="2487372"/>
            <a:ext cx="2501904" cy="5236052"/>
          </a:xfrm>
          <a:prstGeom prst="rect">
            <a:avLst/>
          </a:prstGeom>
        </p:spPr>
      </p:pic>
    </p:spTree>
    <p:extLst>
      <p:ext uri="{BB962C8B-B14F-4D97-AF65-F5344CB8AC3E}">
        <p14:creationId xmlns:p14="http://schemas.microsoft.com/office/powerpoint/2010/main" val="33285076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Entity Framework Core – Code First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4</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solidFill>
                  <a:srgbClr val="181717"/>
                </a:solidFill>
                <a:latin typeface="Times New Roman" panose="02020603050405020304" pitchFamily="18" charset="0"/>
                <a:cs typeface="Times New Roman" panose="02020603050405020304" pitchFamily="18" charset="0"/>
              </a:rPr>
              <a:t>Code-First Workflow</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7">
            <a:extLst>
              <a:ext uri="{FF2B5EF4-FFF2-40B4-BE49-F238E27FC236}">
                <a16:creationId xmlns:a16="http://schemas.microsoft.com/office/drawing/2014/main" id="{C871FA1D-1263-468D-8A10-BBFBFF38685F}"/>
              </a:ext>
            </a:extLst>
          </p:cNvPr>
          <p:cNvPicPr>
            <a:picLocks noChangeAspect="1"/>
          </p:cNvPicPr>
          <p:nvPr/>
        </p:nvPicPr>
        <p:blipFill>
          <a:blip r:embed="rId3"/>
          <a:stretch>
            <a:fillRect/>
          </a:stretch>
        </p:blipFill>
        <p:spPr>
          <a:xfrm>
            <a:off x="4038600" y="1142512"/>
            <a:ext cx="7467600" cy="914400"/>
          </a:xfrm>
          <a:prstGeom prst="rect">
            <a:avLst/>
          </a:prstGeom>
        </p:spPr>
      </p:pic>
      <p:pic>
        <p:nvPicPr>
          <p:cNvPr id="9" name="Picture 8">
            <a:extLst>
              <a:ext uri="{FF2B5EF4-FFF2-40B4-BE49-F238E27FC236}">
                <a16:creationId xmlns:a16="http://schemas.microsoft.com/office/drawing/2014/main" id="{85D94584-6C3E-B112-BE88-89255EA2FF50}"/>
              </a:ext>
            </a:extLst>
          </p:cNvPr>
          <p:cNvPicPr>
            <a:picLocks noChangeAspect="1"/>
          </p:cNvPicPr>
          <p:nvPr/>
        </p:nvPicPr>
        <p:blipFill>
          <a:blip r:embed="rId4"/>
          <a:stretch>
            <a:fillRect/>
          </a:stretch>
        </p:blipFill>
        <p:spPr>
          <a:xfrm>
            <a:off x="695570" y="2089933"/>
            <a:ext cx="8932007" cy="4448979"/>
          </a:xfrm>
          <a:prstGeom prst="rect">
            <a:avLst/>
          </a:prstGeom>
        </p:spPr>
      </p:pic>
    </p:spTree>
    <p:extLst>
      <p:ext uri="{BB962C8B-B14F-4D97-AF65-F5344CB8AC3E}">
        <p14:creationId xmlns:p14="http://schemas.microsoft.com/office/powerpoint/2010/main" val="23726783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Entity Framework Core – Code First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5</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vi-VN" sz="3600" dirty="0">
                <a:solidFill>
                  <a:srgbClr val="181717"/>
                </a:solidFill>
                <a:latin typeface="Times New Roman" panose="02020603050405020304" pitchFamily="18" charset="0"/>
                <a:cs typeface="Times New Roman" panose="02020603050405020304" pitchFamily="18" charset="0"/>
              </a:rPr>
              <a:t>Ưu điểm và nhược điểm</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10" name="Picture 9">
            <a:extLst>
              <a:ext uri="{FF2B5EF4-FFF2-40B4-BE49-F238E27FC236}">
                <a16:creationId xmlns:a16="http://schemas.microsoft.com/office/drawing/2014/main" id="{6EF20987-ADDC-4AC8-9B50-3E704E26DD60}"/>
              </a:ext>
            </a:extLst>
          </p:cNvPr>
          <p:cNvPicPr>
            <a:picLocks noChangeAspect="1"/>
          </p:cNvPicPr>
          <p:nvPr/>
        </p:nvPicPr>
        <p:blipFill>
          <a:blip r:embed="rId3"/>
          <a:stretch>
            <a:fillRect/>
          </a:stretch>
        </p:blipFill>
        <p:spPr>
          <a:xfrm>
            <a:off x="2135066" y="1673368"/>
            <a:ext cx="7668358" cy="4759670"/>
          </a:xfrm>
          <a:prstGeom prst="rect">
            <a:avLst/>
          </a:prstGeom>
        </p:spPr>
      </p:pic>
    </p:spTree>
    <p:extLst>
      <p:ext uri="{BB962C8B-B14F-4D97-AF65-F5344CB8AC3E}">
        <p14:creationId xmlns:p14="http://schemas.microsoft.com/office/powerpoint/2010/main" val="29937713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Installation of Entity Framework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6</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err="1">
                <a:solidFill>
                  <a:srgbClr val="181717"/>
                </a:solidFill>
                <a:latin typeface="Times New Roman" panose="02020603050405020304" pitchFamily="18" charset="0"/>
                <a:cs typeface="Times New Roman" panose="02020603050405020304" pitchFamily="18" charset="0"/>
              </a:rPr>
              <a:t>Tạo</a:t>
            </a:r>
            <a:r>
              <a:rPr lang="en-US" sz="2400" dirty="0">
                <a:solidFill>
                  <a:srgbClr val="181717"/>
                </a:solidFill>
                <a:latin typeface="Times New Roman" panose="02020603050405020304" pitchFamily="18" charset="0"/>
                <a:cs typeface="Times New Roman" panose="02020603050405020304" pitchFamily="18" charset="0"/>
              </a:rPr>
              <a:t> </a:t>
            </a:r>
            <a:r>
              <a:rPr lang="en-US" sz="2400" dirty="0" err="1">
                <a:solidFill>
                  <a:srgbClr val="181717"/>
                </a:solidFill>
                <a:latin typeface="Times New Roman" panose="02020603050405020304" pitchFamily="18" charset="0"/>
                <a:cs typeface="Times New Roman" panose="02020603050405020304" pitchFamily="18" charset="0"/>
              </a:rPr>
              <a:t>mới</a:t>
            </a:r>
            <a:r>
              <a:rPr lang="en-US" sz="2400" dirty="0">
                <a:solidFill>
                  <a:srgbClr val="181717"/>
                </a:solidFill>
                <a:latin typeface="Times New Roman" panose="02020603050405020304" pitchFamily="18" charset="0"/>
                <a:cs typeface="Times New Roman" panose="02020603050405020304" pitchFamily="18" charset="0"/>
              </a:rPr>
              <a:t> project NET Core &amp; ASP.NET Core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7">
            <a:extLst>
              <a:ext uri="{FF2B5EF4-FFF2-40B4-BE49-F238E27FC236}">
                <a16:creationId xmlns:a16="http://schemas.microsoft.com/office/drawing/2014/main" id="{163175CB-0D2F-E5D6-0077-1152814B4D57}"/>
              </a:ext>
            </a:extLst>
          </p:cNvPr>
          <p:cNvPicPr>
            <a:picLocks noChangeAspect="1"/>
          </p:cNvPicPr>
          <p:nvPr/>
        </p:nvPicPr>
        <p:blipFill>
          <a:blip r:embed="rId3"/>
          <a:stretch>
            <a:fillRect/>
          </a:stretch>
        </p:blipFill>
        <p:spPr>
          <a:xfrm>
            <a:off x="2344615" y="1606110"/>
            <a:ext cx="7502769" cy="4750240"/>
          </a:xfrm>
          <a:prstGeom prst="rect">
            <a:avLst/>
          </a:prstGeom>
        </p:spPr>
      </p:pic>
    </p:spTree>
    <p:extLst>
      <p:ext uri="{BB962C8B-B14F-4D97-AF65-F5344CB8AC3E}">
        <p14:creationId xmlns:p14="http://schemas.microsoft.com/office/powerpoint/2010/main" val="25618801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Database for EF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7</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solidFill>
                  <a:srgbClr val="181717"/>
                </a:solidFill>
                <a:latin typeface="Times New Roman" panose="02020603050405020304" pitchFamily="18" charset="0"/>
                <a:cs typeface="Times New Roman" panose="02020603050405020304" pitchFamily="18" charset="0"/>
              </a:rPr>
              <a:t>Database </a:t>
            </a:r>
            <a:r>
              <a:rPr lang="en-US" sz="2000" dirty="0" err="1">
                <a:solidFill>
                  <a:srgbClr val="181717"/>
                </a:solidFill>
                <a:latin typeface="Times New Roman" panose="02020603050405020304" pitchFamily="18" charset="0"/>
                <a:cs typeface="Times New Roman" panose="02020603050405020304" pitchFamily="18" charset="0"/>
              </a:rPr>
              <a:t>được</a:t>
            </a:r>
            <a:r>
              <a:rPr lang="en-US" sz="2000" dirty="0">
                <a:solidFill>
                  <a:srgbClr val="181717"/>
                </a:solidFill>
                <a:latin typeface="Times New Roman" panose="02020603050405020304" pitchFamily="18" charset="0"/>
                <a:cs typeface="Times New Roman" panose="02020603050405020304" pitchFamily="18" charset="0"/>
              </a:rPr>
              <a:t> </a:t>
            </a:r>
            <a:r>
              <a:rPr lang="en-US" sz="2000" dirty="0" err="1">
                <a:solidFill>
                  <a:srgbClr val="181717"/>
                </a:solidFill>
                <a:latin typeface="Times New Roman" panose="02020603050405020304" pitchFamily="18" charset="0"/>
                <a:cs typeface="Times New Roman" panose="02020603050405020304" pitchFamily="18" charset="0"/>
              </a:rPr>
              <a:t>tạo</a:t>
            </a:r>
            <a:r>
              <a:rPr lang="en-US" sz="2000" dirty="0">
                <a:solidFill>
                  <a:srgbClr val="181717"/>
                </a:solidFill>
                <a:latin typeface="Times New Roman" panose="02020603050405020304" pitchFamily="18" charset="0"/>
                <a:cs typeface="Times New Roman" panose="02020603050405020304" pitchFamily="18" charset="0"/>
              </a:rPr>
              <a:t> </a:t>
            </a:r>
            <a:r>
              <a:rPr lang="en-US" sz="2000" dirty="0" err="1">
                <a:solidFill>
                  <a:srgbClr val="181717"/>
                </a:solidFill>
                <a:latin typeface="Times New Roman" panose="02020603050405020304" pitchFamily="18" charset="0"/>
                <a:cs typeface="Times New Roman" panose="02020603050405020304" pitchFamily="18" charset="0"/>
              </a:rPr>
              <a:t>và</a:t>
            </a:r>
            <a:r>
              <a:rPr lang="en-US" sz="2000" dirty="0">
                <a:solidFill>
                  <a:srgbClr val="181717"/>
                </a:solidFill>
                <a:latin typeface="Times New Roman" panose="02020603050405020304" pitchFamily="18" charset="0"/>
                <a:cs typeface="Times New Roman" panose="02020603050405020304" pitchFamily="18" charset="0"/>
              </a:rPr>
              <a:t> </a:t>
            </a:r>
            <a:r>
              <a:rPr lang="en-US" sz="2000" dirty="0" err="1">
                <a:solidFill>
                  <a:srgbClr val="181717"/>
                </a:solidFill>
                <a:latin typeface="Times New Roman" panose="02020603050405020304" pitchFamily="18" charset="0"/>
                <a:cs typeface="Times New Roman" panose="02020603050405020304" pitchFamily="18" charset="0"/>
              </a:rPr>
              <a:t>quản</a:t>
            </a:r>
            <a:r>
              <a:rPr lang="en-US" sz="2000" dirty="0">
                <a:solidFill>
                  <a:srgbClr val="181717"/>
                </a:solidFill>
                <a:latin typeface="Times New Roman" panose="02020603050405020304" pitchFamily="18" charset="0"/>
                <a:cs typeface="Times New Roman" panose="02020603050405020304" pitchFamily="18" charset="0"/>
              </a:rPr>
              <a:t> </a:t>
            </a:r>
            <a:r>
              <a:rPr lang="en-US" sz="2000" dirty="0" err="1">
                <a:solidFill>
                  <a:srgbClr val="181717"/>
                </a:solidFill>
                <a:latin typeface="Times New Roman" panose="02020603050405020304" pitchFamily="18" charset="0"/>
                <a:cs typeface="Times New Roman" panose="02020603050405020304" pitchFamily="18" charset="0"/>
              </a:rPr>
              <a:t>lý</a:t>
            </a:r>
            <a:r>
              <a:rPr lang="en-US" sz="2000" dirty="0">
                <a:solidFill>
                  <a:srgbClr val="181717"/>
                </a:solidFill>
                <a:latin typeface="Times New Roman" panose="02020603050405020304" pitchFamily="18" charset="0"/>
                <a:cs typeface="Times New Roman" panose="02020603050405020304" pitchFamily="18" charset="0"/>
              </a:rPr>
              <a:t> </a:t>
            </a:r>
            <a:r>
              <a:rPr lang="en-US" sz="2000" dirty="0" err="1">
                <a:solidFill>
                  <a:srgbClr val="181717"/>
                </a:solidFill>
                <a:latin typeface="Times New Roman" panose="02020603050405020304" pitchFamily="18" charset="0"/>
                <a:cs typeface="Times New Roman" panose="02020603050405020304" pitchFamily="18" charset="0"/>
              </a:rPr>
              <a:t>bởi</a:t>
            </a:r>
            <a:r>
              <a:rPr lang="en-US" sz="2000" dirty="0">
                <a:solidFill>
                  <a:srgbClr val="181717"/>
                </a:solidFill>
                <a:latin typeface="Times New Roman" panose="02020603050405020304" pitchFamily="18" charset="0"/>
                <a:cs typeface="Times New Roman" panose="02020603050405020304" pitchFamily="18" charset="0"/>
              </a:rPr>
              <a:t> </a:t>
            </a:r>
            <a:r>
              <a:rPr lang="en-US" sz="2000" dirty="0" err="1">
                <a:solidFill>
                  <a:srgbClr val="181717"/>
                </a:solidFill>
                <a:latin typeface="Times New Roman" panose="02020603050405020304" pitchFamily="18" charset="0"/>
                <a:cs typeface="Times New Roman" panose="02020603050405020304" pitchFamily="18" charset="0"/>
              </a:rPr>
              <a:t>Ef</a:t>
            </a:r>
            <a:r>
              <a:rPr lang="en-US" sz="2000" dirty="0">
                <a:solidFill>
                  <a:srgbClr val="181717"/>
                </a:solidFill>
                <a:latin typeface="Times New Roman" panose="02020603050405020304" pitchFamily="18" charset="0"/>
                <a:cs typeface="Times New Roman" panose="02020603050405020304" pitchFamily="18" charset="0"/>
              </a:rPr>
              <a:t>-Core code first </a:t>
            </a:r>
            <a:r>
              <a:rPr lang="en-US" sz="2000" dirty="0" err="1">
                <a:solidFill>
                  <a:srgbClr val="181717"/>
                </a:solidFill>
                <a:latin typeface="Times New Roman" panose="02020603050405020304" pitchFamily="18" charset="0"/>
                <a:cs typeface="Times New Roman" panose="02020603050405020304" pitchFamily="18" charset="0"/>
              </a:rPr>
              <a:t>bằng</a:t>
            </a:r>
            <a:r>
              <a:rPr lang="en-US" sz="2000" dirty="0">
                <a:solidFill>
                  <a:srgbClr val="181717"/>
                </a:solidFill>
                <a:latin typeface="Times New Roman" panose="02020603050405020304" pitchFamily="18" charset="0"/>
                <a:cs typeface="Times New Roman" panose="02020603050405020304" pitchFamily="18" charset="0"/>
              </a:rPr>
              <a:t> </a:t>
            </a:r>
            <a:r>
              <a:rPr lang="en-US" sz="2000" dirty="0" err="1">
                <a:solidFill>
                  <a:srgbClr val="181717"/>
                </a:solidFill>
                <a:latin typeface="Times New Roman" panose="02020603050405020304" pitchFamily="18" charset="0"/>
                <a:cs typeface="Times New Roman" panose="02020603050405020304" pitchFamily="18" charset="0"/>
              </a:rPr>
              <a:t>cách</a:t>
            </a:r>
            <a:r>
              <a:rPr lang="en-US" sz="2000" dirty="0">
                <a:solidFill>
                  <a:srgbClr val="181717"/>
                </a:solidFill>
                <a:latin typeface="Times New Roman" panose="02020603050405020304" pitchFamily="18" charset="0"/>
                <a:cs typeface="Times New Roman" panose="02020603050405020304" pitchFamily="18" charset="0"/>
              </a:rPr>
              <a:t> </a:t>
            </a:r>
            <a:r>
              <a:rPr lang="en-US" sz="2000" dirty="0" err="1">
                <a:solidFill>
                  <a:srgbClr val="181717"/>
                </a:solidFill>
                <a:latin typeface="Times New Roman" panose="02020603050405020304" pitchFamily="18" charset="0"/>
                <a:cs typeface="Times New Roman" panose="02020603050405020304" pitchFamily="18" charset="0"/>
              </a:rPr>
              <a:t>cài</a:t>
            </a:r>
            <a:r>
              <a:rPr lang="en-US" sz="2000" dirty="0">
                <a:solidFill>
                  <a:srgbClr val="181717"/>
                </a:solidFill>
                <a:latin typeface="Times New Roman" panose="02020603050405020304" pitchFamily="18" charset="0"/>
                <a:cs typeface="Times New Roman" panose="02020603050405020304" pitchFamily="18" charset="0"/>
              </a:rPr>
              <a:t> </a:t>
            </a:r>
            <a:r>
              <a:rPr lang="en-US" sz="2000" dirty="0" err="1">
                <a:solidFill>
                  <a:srgbClr val="181717"/>
                </a:solidFill>
                <a:latin typeface="Times New Roman" panose="02020603050405020304" pitchFamily="18" charset="0"/>
                <a:cs typeface="Times New Roman" panose="02020603050405020304" pitchFamily="18" charset="0"/>
              </a:rPr>
              <a:t>các</a:t>
            </a:r>
            <a:r>
              <a:rPr lang="en-US" sz="2000" dirty="0">
                <a:solidFill>
                  <a:srgbClr val="181717"/>
                </a:solidFill>
                <a:latin typeface="Times New Roman" panose="02020603050405020304" pitchFamily="18" charset="0"/>
                <a:cs typeface="Times New Roman" panose="02020603050405020304" pitchFamily="18" charset="0"/>
              </a:rPr>
              <a:t> </a:t>
            </a:r>
            <a:r>
              <a:rPr lang="en-US" sz="2000" dirty="0" err="1">
                <a:solidFill>
                  <a:srgbClr val="181717"/>
                </a:solidFill>
                <a:latin typeface="Times New Roman" panose="02020603050405020304" pitchFamily="18" charset="0"/>
                <a:cs typeface="Times New Roman" panose="02020603050405020304" pitchFamily="18" charset="0"/>
              </a:rPr>
              <a:t>NuGet</a:t>
            </a:r>
            <a:r>
              <a:rPr lang="en-US" sz="2000" dirty="0">
                <a:solidFill>
                  <a:srgbClr val="181717"/>
                </a:solidFill>
                <a:latin typeface="Times New Roman" panose="02020603050405020304" pitchFamily="18" charset="0"/>
                <a:cs typeface="Times New Roman" panose="02020603050405020304" pitchFamily="18" charset="0"/>
              </a:rPr>
              <a:t> Packages</a:t>
            </a:r>
          </a:p>
          <a:p>
            <a:pPr lvl="1"/>
            <a:r>
              <a:rPr lang="en-US" sz="2000" dirty="0">
                <a:solidFill>
                  <a:srgbClr val="181717"/>
                </a:solidFill>
                <a:latin typeface="Times New Roman" panose="02020603050405020304" pitchFamily="18" charset="0"/>
                <a:cs typeface="Times New Roman" panose="02020603050405020304" pitchFamily="18" charset="0"/>
              </a:rPr>
              <a:t>EF Core SQL Server provider : </a:t>
            </a:r>
            <a:r>
              <a:rPr lang="en-US" sz="2000" dirty="0" err="1">
                <a:solidFill>
                  <a:srgbClr val="181717"/>
                </a:solidFill>
                <a:latin typeface="Times New Roman" panose="02020603050405020304" pitchFamily="18" charset="0"/>
                <a:cs typeface="Times New Roman" panose="02020603050405020304" pitchFamily="18" charset="0"/>
              </a:rPr>
              <a:t>hỗ</a:t>
            </a:r>
            <a:r>
              <a:rPr lang="en-US" sz="2000" dirty="0">
                <a:solidFill>
                  <a:srgbClr val="181717"/>
                </a:solidFill>
                <a:latin typeface="Times New Roman" panose="02020603050405020304" pitchFamily="18" charset="0"/>
                <a:cs typeface="Times New Roman" panose="02020603050405020304" pitchFamily="18" charset="0"/>
              </a:rPr>
              <a:t> </a:t>
            </a:r>
            <a:r>
              <a:rPr lang="en-US" sz="2000" dirty="0" err="1">
                <a:solidFill>
                  <a:srgbClr val="181717"/>
                </a:solidFill>
                <a:latin typeface="Times New Roman" panose="02020603050405020304" pitchFamily="18" charset="0"/>
                <a:cs typeface="Times New Roman" panose="02020603050405020304" pitchFamily="18" charset="0"/>
              </a:rPr>
              <a:t>trợ</a:t>
            </a:r>
            <a:r>
              <a:rPr lang="en-US" sz="2000" dirty="0">
                <a:solidFill>
                  <a:srgbClr val="181717"/>
                </a:solidFill>
                <a:latin typeface="Times New Roman" panose="02020603050405020304" pitchFamily="18" charset="0"/>
                <a:cs typeface="Times New Roman" panose="02020603050405020304" pitchFamily="18" charset="0"/>
              </a:rPr>
              <a:t> </a:t>
            </a:r>
            <a:r>
              <a:rPr lang="en-US" sz="2000" dirty="0" err="1">
                <a:solidFill>
                  <a:srgbClr val="181717"/>
                </a:solidFill>
                <a:latin typeface="Times New Roman" panose="02020603050405020304" pitchFamily="18" charset="0"/>
                <a:cs typeface="Times New Roman" panose="02020603050405020304" pitchFamily="18" charset="0"/>
              </a:rPr>
              <a:t>làm</a:t>
            </a:r>
            <a:r>
              <a:rPr lang="en-US" sz="2000" dirty="0">
                <a:solidFill>
                  <a:srgbClr val="181717"/>
                </a:solidFill>
                <a:latin typeface="Times New Roman" panose="02020603050405020304" pitchFamily="18" charset="0"/>
                <a:cs typeface="Times New Roman" panose="02020603050405020304" pitchFamily="18" charset="0"/>
              </a:rPr>
              <a:t> </a:t>
            </a:r>
            <a:r>
              <a:rPr lang="en-US" sz="2000" dirty="0" err="1">
                <a:solidFill>
                  <a:srgbClr val="181717"/>
                </a:solidFill>
                <a:latin typeface="Times New Roman" panose="02020603050405020304" pitchFamily="18" charset="0"/>
                <a:cs typeface="Times New Roman" panose="02020603050405020304" pitchFamily="18" charset="0"/>
              </a:rPr>
              <a:t>việc</a:t>
            </a:r>
            <a:r>
              <a:rPr lang="en-US" sz="2000" dirty="0">
                <a:solidFill>
                  <a:srgbClr val="181717"/>
                </a:solidFill>
                <a:latin typeface="Times New Roman" panose="02020603050405020304" pitchFamily="18" charset="0"/>
                <a:cs typeface="Times New Roman" panose="02020603050405020304" pitchFamily="18" charset="0"/>
              </a:rPr>
              <a:t> </a:t>
            </a:r>
            <a:r>
              <a:rPr lang="en-US" sz="2000" dirty="0" err="1">
                <a:solidFill>
                  <a:srgbClr val="181717"/>
                </a:solidFill>
                <a:latin typeface="Times New Roman" panose="02020603050405020304" pitchFamily="18" charset="0"/>
                <a:cs typeface="Times New Roman" panose="02020603050405020304" pitchFamily="18" charset="0"/>
              </a:rPr>
              <a:t>với</a:t>
            </a:r>
            <a:r>
              <a:rPr lang="en-US" sz="2000" dirty="0">
                <a:solidFill>
                  <a:srgbClr val="181717"/>
                </a:solidFill>
                <a:latin typeface="Times New Roman" panose="02020603050405020304" pitchFamily="18" charset="0"/>
                <a:cs typeface="Times New Roman" panose="02020603050405020304" pitchFamily="18" charset="0"/>
              </a:rPr>
              <a:t> </a:t>
            </a:r>
            <a:r>
              <a:rPr lang="en-US" sz="2000" dirty="0" err="1">
                <a:solidFill>
                  <a:srgbClr val="181717"/>
                </a:solidFill>
                <a:latin typeface="Times New Roman" panose="02020603050405020304" pitchFamily="18" charset="0"/>
                <a:cs typeface="Times New Roman" panose="02020603050405020304" pitchFamily="18" charset="0"/>
              </a:rPr>
              <a:t>Sql</a:t>
            </a:r>
            <a:r>
              <a:rPr lang="en-US" sz="2000" dirty="0">
                <a:solidFill>
                  <a:srgbClr val="181717"/>
                </a:solidFill>
                <a:latin typeface="Times New Roman" panose="02020603050405020304" pitchFamily="18" charset="0"/>
                <a:cs typeface="Times New Roman" panose="02020603050405020304" pitchFamily="18" charset="0"/>
              </a:rPr>
              <a:t> server</a:t>
            </a:r>
          </a:p>
          <a:p>
            <a:pPr lvl="1"/>
            <a:r>
              <a:rPr lang="en-US" sz="2000" dirty="0">
                <a:solidFill>
                  <a:srgbClr val="181717"/>
                </a:solidFill>
                <a:latin typeface="Times New Roman" panose="02020603050405020304" pitchFamily="18" charset="0"/>
                <a:cs typeface="Times New Roman" panose="02020603050405020304" pitchFamily="18" charset="0"/>
              </a:rPr>
              <a:t>EF Core Tools: </a:t>
            </a:r>
            <a:r>
              <a:rPr lang="en-US" sz="2000" dirty="0" err="1">
                <a:solidFill>
                  <a:srgbClr val="181717"/>
                </a:solidFill>
                <a:latin typeface="Times New Roman" panose="02020603050405020304" pitchFamily="18" charset="0"/>
                <a:cs typeface="Times New Roman" panose="02020603050405020304" pitchFamily="18" charset="0"/>
              </a:rPr>
              <a:t>hỗ</a:t>
            </a:r>
            <a:r>
              <a:rPr lang="en-US" sz="2000" dirty="0">
                <a:solidFill>
                  <a:srgbClr val="181717"/>
                </a:solidFill>
                <a:latin typeface="Times New Roman" panose="02020603050405020304" pitchFamily="18" charset="0"/>
                <a:cs typeface="Times New Roman" panose="02020603050405020304" pitchFamily="18" charset="0"/>
              </a:rPr>
              <a:t> </a:t>
            </a:r>
            <a:r>
              <a:rPr lang="en-US" sz="2000" dirty="0" err="1">
                <a:solidFill>
                  <a:srgbClr val="181717"/>
                </a:solidFill>
                <a:latin typeface="Times New Roman" panose="02020603050405020304" pitchFamily="18" charset="0"/>
                <a:cs typeface="Times New Roman" panose="02020603050405020304" pitchFamily="18" charset="0"/>
              </a:rPr>
              <a:t>trợ</a:t>
            </a:r>
            <a:r>
              <a:rPr lang="en-US" sz="2000" dirty="0">
                <a:solidFill>
                  <a:srgbClr val="181717"/>
                </a:solidFill>
                <a:latin typeface="Times New Roman" panose="02020603050405020304" pitchFamily="18" charset="0"/>
                <a:cs typeface="Times New Roman" panose="02020603050405020304" pitchFamily="18" charset="0"/>
              </a:rPr>
              <a:t> </a:t>
            </a:r>
            <a:r>
              <a:rPr lang="en-US" sz="2000" dirty="0" err="1">
                <a:solidFill>
                  <a:srgbClr val="181717"/>
                </a:solidFill>
                <a:latin typeface="Times New Roman" panose="02020603050405020304" pitchFamily="18" charset="0"/>
                <a:cs typeface="Times New Roman" panose="02020603050405020304" pitchFamily="18" charset="0"/>
              </a:rPr>
              <a:t>thực</a:t>
            </a:r>
            <a:r>
              <a:rPr lang="en-US" sz="2000" dirty="0">
                <a:solidFill>
                  <a:srgbClr val="181717"/>
                </a:solidFill>
                <a:latin typeface="Times New Roman" panose="02020603050405020304" pitchFamily="18" charset="0"/>
                <a:cs typeface="Times New Roman" panose="02020603050405020304" pitchFamily="18" charset="0"/>
              </a:rPr>
              <a:t> </a:t>
            </a:r>
            <a:r>
              <a:rPr lang="en-US" sz="2000" dirty="0" err="1">
                <a:solidFill>
                  <a:srgbClr val="181717"/>
                </a:solidFill>
                <a:latin typeface="Times New Roman" panose="02020603050405020304" pitchFamily="18" charset="0"/>
                <a:cs typeface="Times New Roman" panose="02020603050405020304" pitchFamily="18" charset="0"/>
              </a:rPr>
              <a:t>thi</a:t>
            </a:r>
            <a:r>
              <a:rPr lang="en-US" sz="2000" dirty="0">
                <a:solidFill>
                  <a:srgbClr val="181717"/>
                </a:solidFill>
                <a:latin typeface="Times New Roman" panose="02020603050405020304" pitchFamily="18" charset="0"/>
                <a:cs typeface="Times New Roman" panose="02020603050405020304" pitchFamily="18" charset="0"/>
              </a:rPr>
              <a:t> </a:t>
            </a:r>
            <a:r>
              <a:rPr lang="en-US" sz="2000" dirty="0" err="1">
                <a:solidFill>
                  <a:srgbClr val="181717"/>
                </a:solidFill>
                <a:latin typeface="Times New Roman" panose="02020603050405020304" pitchFamily="18" charset="0"/>
                <a:cs typeface="Times New Roman" panose="02020603050405020304" pitchFamily="18" charset="0"/>
              </a:rPr>
              <a:t>các</a:t>
            </a:r>
            <a:r>
              <a:rPr lang="en-US" sz="2000" dirty="0">
                <a:solidFill>
                  <a:srgbClr val="181717"/>
                </a:solidFill>
                <a:latin typeface="Times New Roman" panose="02020603050405020304" pitchFamily="18" charset="0"/>
                <a:cs typeface="Times New Roman" panose="02020603050405020304" pitchFamily="18" charset="0"/>
              </a:rPr>
              <a:t> </a:t>
            </a:r>
            <a:r>
              <a:rPr lang="en-US" sz="2000" dirty="0" err="1">
                <a:solidFill>
                  <a:srgbClr val="181717"/>
                </a:solidFill>
                <a:latin typeface="Times New Roman" panose="02020603050405020304" pitchFamily="18" charset="0"/>
                <a:cs typeface="Times New Roman" panose="02020603050405020304" pitchFamily="18" charset="0"/>
              </a:rPr>
              <a:t>lệnh</a:t>
            </a:r>
            <a:r>
              <a:rPr lang="en-US" sz="2000" dirty="0">
                <a:solidFill>
                  <a:srgbClr val="181717"/>
                </a:solidFill>
                <a:latin typeface="Times New Roman" panose="02020603050405020304" pitchFamily="18" charset="0"/>
                <a:cs typeface="Times New Roman" panose="02020603050405020304" pitchFamily="18" charset="0"/>
              </a:rPr>
              <a:t> </a:t>
            </a:r>
            <a:r>
              <a:rPr lang="en-US" sz="2000" dirty="0" err="1">
                <a:solidFill>
                  <a:srgbClr val="181717"/>
                </a:solidFill>
                <a:latin typeface="Times New Roman" panose="02020603050405020304" pitchFamily="18" charset="0"/>
                <a:cs typeface="Times New Roman" panose="02020603050405020304" pitchFamily="18" charset="0"/>
              </a:rPr>
              <a:t>dạng</a:t>
            </a:r>
            <a:r>
              <a:rPr lang="en-US" sz="2000" dirty="0">
                <a:solidFill>
                  <a:srgbClr val="181717"/>
                </a:solidFill>
                <a:latin typeface="Times New Roman" panose="02020603050405020304" pitchFamily="18" charset="0"/>
                <a:cs typeface="Times New Roman" panose="02020603050405020304" pitchFamily="18" charset="0"/>
              </a:rPr>
              <a:t> command (Migration, scaffoldings…). EF Core </a:t>
            </a:r>
            <a:r>
              <a:rPr lang="en-US" sz="2000" dirty="0" err="1">
                <a:solidFill>
                  <a:srgbClr val="181717"/>
                </a:solidFill>
                <a:latin typeface="Times New Roman" panose="02020603050405020304" pitchFamily="18" charset="0"/>
                <a:cs typeface="Times New Roman" panose="02020603050405020304" pitchFamily="18" charset="0"/>
              </a:rPr>
              <a:t>hỗ</a:t>
            </a:r>
            <a:r>
              <a:rPr lang="en-US" sz="2000" dirty="0">
                <a:solidFill>
                  <a:srgbClr val="181717"/>
                </a:solidFill>
                <a:latin typeface="Times New Roman" panose="02020603050405020304" pitchFamily="18" charset="0"/>
                <a:cs typeface="Times New Roman" panose="02020603050405020304" pitchFamily="18" charset="0"/>
              </a:rPr>
              <a:t> </a:t>
            </a:r>
            <a:r>
              <a:rPr lang="en-US" sz="2000" dirty="0" err="1">
                <a:solidFill>
                  <a:srgbClr val="181717"/>
                </a:solidFill>
                <a:latin typeface="Times New Roman" panose="02020603050405020304" pitchFamily="18" charset="0"/>
                <a:cs typeface="Times New Roman" panose="02020603050405020304" pitchFamily="18" charset="0"/>
              </a:rPr>
              <a:t>trợ</a:t>
            </a:r>
            <a:r>
              <a:rPr lang="en-US" sz="2000" dirty="0">
                <a:solidFill>
                  <a:srgbClr val="181717"/>
                </a:solidFill>
                <a:latin typeface="Times New Roman" panose="02020603050405020304" pitchFamily="18" charset="0"/>
                <a:cs typeface="Times New Roman" panose="02020603050405020304" pitchFamily="18" charset="0"/>
              </a:rPr>
              <a:t> 2 tool </a:t>
            </a:r>
            <a:r>
              <a:rPr lang="en-US" sz="2000" dirty="0" err="1">
                <a:solidFill>
                  <a:srgbClr val="181717"/>
                </a:solidFill>
                <a:latin typeface="Times New Roman" panose="02020603050405020304" pitchFamily="18" charset="0"/>
                <a:cs typeface="Times New Roman" panose="02020603050405020304" pitchFamily="18" charset="0"/>
              </a:rPr>
              <a:t>là</a:t>
            </a:r>
            <a:r>
              <a:rPr lang="en-US" sz="2000" dirty="0">
                <a:solidFill>
                  <a:srgbClr val="181717"/>
                </a:solidFill>
                <a:latin typeface="Times New Roman" panose="02020603050405020304" pitchFamily="18" charset="0"/>
                <a:cs typeface="Times New Roman" panose="02020603050405020304" pitchFamily="18" charset="0"/>
              </a:rPr>
              <a:t> .NET Core command-line interface (CLI) </a:t>
            </a:r>
            <a:r>
              <a:rPr lang="en-US" sz="2000" dirty="0" err="1">
                <a:solidFill>
                  <a:srgbClr val="181717"/>
                </a:solidFill>
                <a:latin typeface="Times New Roman" panose="02020603050405020304" pitchFamily="18" charset="0"/>
                <a:cs typeface="Times New Roman" panose="02020603050405020304" pitchFamily="18" charset="0"/>
              </a:rPr>
              <a:t>và</a:t>
            </a:r>
            <a:r>
              <a:rPr lang="en-US" sz="2000" dirty="0">
                <a:solidFill>
                  <a:srgbClr val="181717"/>
                </a:solidFill>
                <a:latin typeface="Times New Roman" panose="02020603050405020304" pitchFamily="18" charset="0"/>
                <a:cs typeface="Times New Roman" panose="02020603050405020304" pitchFamily="18" charset="0"/>
              </a:rPr>
              <a:t> Package Manager Console (PMC)</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8">
            <a:extLst>
              <a:ext uri="{FF2B5EF4-FFF2-40B4-BE49-F238E27FC236}">
                <a16:creationId xmlns:a16="http://schemas.microsoft.com/office/drawing/2014/main" id="{EDBF8390-EC80-4D46-87CC-CC82161CA877}"/>
              </a:ext>
            </a:extLst>
          </p:cNvPr>
          <p:cNvPicPr>
            <a:picLocks noChangeAspect="1"/>
          </p:cNvPicPr>
          <p:nvPr/>
        </p:nvPicPr>
        <p:blipFill>
          <a:blip r:embed="rId3"/>
          <a:stretch>
            <a:fillRect/>
          </a:stretch>
        </p:blipFill>
        <p:spPr>
          <a:xfrm>
            <a:off x="7658385" y="3196550"/>
            <a:ext cx="3522980" cy="650650"/>
          </a:xfrm>
          <a:prstGeom prst="rect">
            <a:avLst/>
          </a:prstGeom>
        </p:spPr>
      </p:pic>
      <p:pic>
        <p:nvPicPr>
          <p:cNvPr id="10" name="Picture 2" descr="Showing list of NuGet Packages for Entity Framework Core">
            <a:extLst>
              <a:ext uri="{FF2B5EF4-FFF2-40B4-BE49-F238E27FC236}">
                <a16:creationId xmlns:a16="http://schemas.microsoft.com/office/drawing/2014/main" id="{3757339C-0521-4DF0-AFA7-D6E0CE27C2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6411" y="2606675"/>
            <a:ext cx="6376988"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15022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Database for EF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8</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err="1"/>
              <a:t>Khai</a:t>
            </a:r>
            <a:r>
              <a:rPr lang="en-US" sz="2000" dirty="0"/>
              <a:t> </a:t>
            </a:r>
            <a:r>
              <a:rPr lang="en-US" sz="2000" dirty="0" err="1"/>
              <a:t>báo</a:t>
            </a:r>
            <a:r>
              <a:rPr lang="en-US" sz="2000" dirty="0"/>
              <a:t> </a:t>
            </a:r>
            <a:r>
              <a:rPr lang="en-US" sz="2000" dirty="0" err="1"/>
              <a:t>trực</a:t>
            </a:r>
            <a:r>
              <a:rPr lang="en-US" sz="2000" dirty="0"/>
              <a:t> </a:t>
            </a:r>
            <a:r>
              <a:rPr lang="en-US" sz="2000" dirty="0" err="1"/>
              <a:t>tiếp</a:t>
            </a:r>
            <a:r>
              <a:rPr lang="en-US" sz="2000" dirty="0"/>
              <a:t> </a:t>
            </a:r>
            <a:r>
              <a:rPr lang="vi-VN" sz="2000" dirty="0"/>
              <a:t>connection strings</a:t>
            </a:r>
            <a:r>
              <a:rPr lang="en-US" sz="2000" dirty="0"/>
              <a:t> </a:t>
            </a:r>
            <a:r>
              <a:rPr lang="en-US" sz="2000" dirty="0" err="1"/>
              <a:t>trong</a:t>
            </a:r>
            <a:r>
              <a:rPr lang="en-US" sz="2000" dirty="0"/>
              <a:t> </a:t>
            </a:r>
            <a:r>
              <a:rPr lang="en-US" sz="2000" dirty="0" err="1" smtClean="0"/>
              <a:t>DBContext</a:t>
            </a:r>
            <a:endParaRPr lang="en-US" sz="2000" dirty="0" smtClean="0"/>
          </a:p>
          <a:p>
            <a:endParaRPr lang="en-US" sz="2000" dirty="0"/>
          </a:p>
          <a:p>
            <a:endParaRPr lang="en-US" sz="2000" dirty="0" smtClean="0"/>
          </a:p>
          <a:p>
            <a:endParaRPr lang="en-US" sz="2000" dirty="0"/>
          </a:p>
          <a:p>
            <a:endParaRPr lang="en-US" sz="2000" dirty="0" smtClean="0"/>
          </a:p>
          <a:p>
            <a:endParaRPr lang="en-US" sz="2000" dirty="0" smtClean="0"/>
          </a:p>
          <a:p>
            <a:endParaRPr lang="en-US" sz="2000" dirty="0"/>
          </a:p>
          <a:p>
            <a:r>
              <a:rPr lang="vi-VN" sz="2000" dirty="0"/>
              <a:t>Lưu trữ connection strings: ASP.NET Core có thể đọc các file cấu hình từ nhiều nguồn như appsettings.json, user secrets, environment variables, command line arguments</a:t>
            </a:r>
            <a:r>
              <a:rPr lang="en-US" sz="2000" dirty="0">
                <a:sym typeface="Wingdings" panose="05000000000000000000" pitchFamily="2" charset="2"/>
              </a:rPr>
              <a:t></a:t>
            </a:r>
            <a:r>
              <a:rPr lang="vi-VN" sz="2000" dirty="0"/>
              <a:t>tùy chọn nơi lưu connection strings (thông thường là appsettings.json)</a:t>
            </a:r>
          </a:p>
          <a:p>
            <a:endParaRPr lang="en-US" sz="2000"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3" name="Picture 2"/>
          <p:cNvPicPr>
            <a:picLocks noChangeAspect="1"/>
          </p:cNvPicPr>
          <p:nvPr/>
        </p:nvPicPr>
        <p:blipFill>
          <a:blip r:embed="rId3"/>
          <a:stretch>
            <a:fillRect/>
          </a:stretch>
        </p:blipFill>
        <p:spPr>
          <a:xfrm>
            <a:off x="943272" y="1617135"/>
            <a:ext cx="10059272" cy="1996613"/>
          </a:xfrm>
          <a:prstGeom prst="rect">
            <a:avLst/>
          </a:prstGeom>
        </p:spPr>
      </p:pic>
      <p:pic>
        <p:nvPicPr>
          <p:cNvPr id="7" name="Picture 6"/>
          <p:cNvPicPr>
            <a:picLocks noChangeAspect="1"/>
          </p:cNvPicPr>
          <p:nvPr/>
        </p:nvPicPr>
        <p:blipFill>
          <a:blip r:embed="rId4"/>
          <a:stretch>
            <a:fillRect/>
          </a:stretch>
        </p:blipFill>
        <p:spPr>
          <a:xfrm>
            <a:off x="1736645" y="5003954"/>
            <a:ext cx="8245555" cy="929721"/>
          </a:xfrm>
          <a:prstGeom prst="rect">
            <a:avLst/>
          </a:prstGeom>
        </p:spPr>
      </p:pic>
    </p:spTree>
    <p:extLst>
      <p:ext uri="{BB962C8B-B14F-4D97-AF65-F5344CB8AC3E}">
        <p14:creationId xmlns:p14="http://schemas.microsoft.com/office/powerpoint/2010/main" val="42329190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Database for EF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9</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solidFill>
                  <a:srgbClr val="181717"/>
                </a:solidFill>
                <a:latin typeface="Times New Roman" panose="02020603050405020304" pitchFamily="18" charset="0"/>
                <a:cs typeface="Times New Roman" panose="02020603050405020304" pitchFamily="18" charset="0"/>
              </a:rPr>
              <a:t>Truyền</a:t>
            </a:r>
            <a:r>
              <a:rPr lang="en-US" dirty="0">
                <a:solidFill>
                  <a:srgbClr val="181717"/>
                </a:solidFill>
                <a:latin typeface="Times New Roman" panose="02020603050405020304" pitchFamily="18" charset="0"/>
                <a:cs typeface="Times New Roman" panose="02020603050405020304" pitchFamily="18" charset="0"/>
              </a:rPr>
              <a:t> Connection string </a:t>
            </a:r>
            <a:r>
              <a:rPr lang="en-US" dirty="0" err="1">
                <a:solidFill>
                  <a:srgbClr val="181717"/>
                </a:solidFill>
                <a:latin typeface="Times New Roman" panose="02020603050405020304" pitchFamily="18" charset="0"/>
                <a:cs typeface="Times New Roman" panose="02020603050405020304" pitchFamily="18" charset="0"/>
              </a:rPr>
              <a:t>tới</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DBContext</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bằng</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cách</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tạo</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lớp</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kế</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thừa</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DBContext</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sử</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dụng</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DbContextOptions</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truyền</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các</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thông</a:t>
            </a:r>
            <a:r>
              <a:rPr lang="en-US" dirty="0">
                <a:solidFill>
                  <a:srgbClr val="181717"/>
                </a:solidFill>
                <a:latin typeface="Times New Roman" panose="02020603050405020304" pitchFamily="18" charset="0"/>
                <a:cs typeface="Times New Roman" panose="02020603050405020304" pitchFamily="18" charset="0"/>
              </a:rPr>
              <a:t> tin </a:t>
            </a:r>
            <a:r>
              <a:rPr lang="en-US" dirty="0" err="1">
                <a:solidFill>
                  <a:srgbClr val="181717"/>
                </a:solidFill>
                <a:latin typeface="Times New Roman" panose="02020603050405020304" pitchFamily="18" charset="0"/>
                <a:cs typeface="Times New Roman" panose="02020603050405020304" pitchFamily="18" charset="0"/>
              </a:rPr>
              <a:t>như</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kiểu</a:t>
            </a:r>
            <a:r>
              <a:rPr lang="en-US" dirty="0">
                <a:solidFill>
                  <a:srgbClr val="181717"/>
                </a:solidFill>
                <a:latin typeface="Times New Roman" panose="02020603050405020304" pitchFamily="18" charset="0"/>
                <a:cs typeface="Times New Roman" panose="02020603050405020304" pitchFamily="18" charset="0"/>
              </a:rPr>
              <a:t> database, </a:t>
            </a:r>
            <a:r>
              <a:rPr lang="en-US" dirty="0" err="1">
                <a:solidFill>
                  <a:srgbClr val="181717"/>
                </a:solidFill>
                <a:latin typeface="Times New Roman" panose="02020603050405020304" pitchFamily="18" charset="0"/>
                <a:cs typeface="Times New Roman" panose="02020603050405020304" pitchFamily="18" charset="0"/>
              </a:rPr>
              <a:t>chuỗi</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kết</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nối</a:t>
            </a:r>
            <a:r>
              <a:rPr lang="en-US" dirty="0">
                <a:solidFill>
                  <a:srgbClr val="181717"/>
                </a:solidFill>
                <a:latin typeface="Times New Roman" panose="02020603050405020304" pitchFamily="18" charset="0"/>
                <a:cs typeface="Times New Roman" panose="02020603050405020304" pitchFamily="18" charset="0"/>
              </a:rPr>
              <a:t>…</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8">
            <a:extLst>
              <a:ext uri="{FF2B5EF4-FFF2-40B4-BE49-F238E27FC236}">
                <a16:creationId xmlns:a16="http://schemas.microsoft.com/office/drawing/2014/main" id="{FAA79389-A940-3101-D016-A41C98034806}"/>
              </a:ext>
            </a:extLst>
          </p:cNvPr>
          <p:cNvPicPr>
            <a:picLocks noChangeAspect="1"/>
          </p:cNvPicPr>
          <p:nvPr/>
        </p:nvPicPr>
        <p:blipFill>
          <a:blip r:embed="rId3"/>
          <a:stretch>
            <a:fillRect/>
          </a:stretch>
        </p:blipFill>
        <p:spPr>
          <a:xfrm>
            <a:off x="1651033" y="2743200"/>
            <a:ext cx="8889933" cy="3395663"/>
          </a:xfrm>
          <a:prstGeom prst="rect">
            <a:avLst/>
          </a:prstGeom>
        </p:spPr>
      </p:pic>
    </p:spTree>
    <p:extLst>
      <p:ext uri="{BB962C8B-B14F-4D97-AF65-F5344CB8AC3E}">
        <p14:creationId xmlns:p14="http://schemas.microsoft.com/office/powerpoint/2010/main" val="31938539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Database for EF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10</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solidFill>
                  <a:srgbClr val="181717"/>
                </a:solidFill>
                <a:latin typeface="Times New Roman" panose="02020603050405020304" pitchFamily="18" charset="0"/>
                <a:cs typeface="Times New Roman" panose="02020603050405020304" pitchFamily="18" charset="0"/>
              </a:rPr>
              <a:t>Đăng</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ký</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DbContext</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là</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một</a:t>
            </a:r>
            <a:r>
              <a:rPr lang="en-US" dirty="0">
                <a:solidFill>
                  <a:srgbClr val="181717"/>
                </a:solidFill>
                <a:latin typeface="Times New Roman" panose="02020603050405020304" pitchFamily="18" charset="0"/>
                <a:cs typeface="Times New Roman" panose="02020603050405020304" pitchFamily="18" charset="0"/>
              </a:rPr>
              <a:t> service </a:t>
            </a:r>
            <a:r>
              <a:rPr lang="en-US" dirty="0" err="1">
                <a:solidFill>
                  <a:srgbClr val="181717"/>
                </a:solidFill>
                <a:latin typeface="Times New Roman" panose="02020603050405020304" pitchFamily="18" charset="0"/>
                <a:cs typeface="Times New Roman" panose="02020603050405020304" pitchFamily="18" charset="0"/>
              </a:rPr>
              <a:t>trong</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Program.cs</a:t>
            </a:r>
            <a:r>
              <a:rPr lang="en-US" dirty="0">
                <a:solidFill>
                  <a:srgbClr val="181717"/>
                </a:solidFill>
                <a:latin typeface="Times New Roman" panose="02020603050405020304" pitchFamily="18" charset="0"/>
                <a:cs typeface="Times New Roman" panose="02020603050405020304" pitchFamily="18" charset="0"/>
              </a:rPr>
              <a:t> class</a:t>
            </a:r>
          </a:p>
          <a:p>
            <a:endParaRPr lang="en-US" dirty="0">
              <a:solidFill>
                <a:srgbClr val="181717"/>
              </a:solidFill>
              <a:latin typeface="Times New Roman" panose="02020603050405020304" pitchFamily="18" charset="0"/>
              <a:cs typeface="Times New Roman" panose="02020603050405020304" pitchFamily="18" charset="0"/>
            </a:endParaRPr>
          </a:p>
          <a:p>
            <a:endParaRPr lang="en-US" dirty="0">
              <a:solidFill>
                <a:srgbClr val="181717"/>
              </a:solidFill>
              <a:latin typeface="Times New Roman" panose="02020603050405020304" pitchFamily="18" charset="0"/>
              <a:cs typeface="Times New Roman" panose="02020603050405020304" pitchFamily="18" charset="0"/>
            </a:endParaRPr>
          </a:p>
          <a:p>
            <a:endParaRPr lang="en-US" dirty="0">
              <a:solidFill>
                <a:srgbClr val="181717"/>
              </a:solidFill>
              <a:latin typeface="Times New Roman" panose="02020603050405020304" pitchFamily="18" charset="0"/>
              <a:cs typeface="Times New Roman" panose="02020603050405020304" pitchFamily="18" charset="0"/>
            </a:endParaRPr>
          </a:p>
          <a:p>
            <a:r>
              <a:rPr lang="en-US" dirty="0" err="1" smtClean="0">
                <a:solidFill>
                  <a:srgbClr val="181717"/>
                </a:solidFill>
                <a:latin typeface="Times New Roman" panose="02020603050405020304" pitchFamily="18" charset="0"/>
                <a:cs typeface="Times New Roman" panose="02020603050405020304" pitchFamily="18" charset="0"/>
              </a:rPr>
              <a:t>Sử</a:t>
            </a:r>
            <a:r>
              <a:rPr lang="en-US" dirty="0" smtClean="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dụng</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DbContext</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bên</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trong</a:t>
            </a:r>
            <a:r>
              <a:rPr lang="en-US" dirty="0">
                <a:solidFill>
                  <a:srgbClr val="181717"/>
                </a:solidFill>
                <a:latin typeface="Times New Roman" panose="02020603050405020304" pitchFamily="18" charset="0"/>
                <a:cs typeface="Times New Roman" panose="02020603050405020304" pitchFamily="18" charset="0"/>
              </a:rPr>
              <a:t> constructor </a:t>
            </a:r>
            <a:r>
              <a:rPr lang="en-US" dirty="0" err="1">
                <a:solidFill>
                  <a:srgbClr val="181717"/>
                </a:solidFill>
                <a:latin typeface="Times New Roman" panose="02020603050405020304" pitchFamily="18" charset="0"/>
                <a:cs typeface="Times New Roman" panose="02020603050405020304" pitchFamily="18" charset="0"/>
              </a:rPr>
              <a:t>của</a:t>
            </a:r>
            <a:r>
              <a:rPr lang="en-US" dirty="0">
                <a:solidFill>
                  <a:srgbClr val="181717"/>
                </a:solidFill>
                <a:latin typeface="Times New Roman" panose="02020603050405020304" pitchFamily="18" charset="0"/>
                <a:cs typeface="Times New Roman" panose="02020603050405020304" pitchFamily="18" charset="0"/>
              </a:rPr>
              <a:t> Controllers (</a:t>
            </a:r>
            <a:r>
              <a:rPr lang="en-US" dirty="0" err="1">
                <a:solidFill>
                  <a:srgbClr val="181717"/>
                </a:solidFill>
                <a:latin typeface="Times New Roman" panose="02020603050405020304" pitchFamily="18" charset="0"/>
                <a:cs typeface="Times New Roman" panose="02020603050405020304" pitchFamily="18" charset="0"/>
              </a:rPr>
              <a:t>sẽ</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tìm</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hiểu</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kỹ</a:t>
            </a:r>
            <a:r>
              <a:rPr lang="en-US" dirty="0">
                <a:solidFill>
                  <a:srgbClr val="181717"/>
                </a:solidFill>
                <a:latin typeface="Times New Roman" panose="02020603050405020304" pitchFamily="18" charset="0"/>
                <a:cs typeface="Times New Roman" panose="02020603050405020304" pitchFamily="18" charset="0"/>
              </a:rPr>
              <a:t> </a:t>
            </a:r>
            <a:r>
              <a:rPr lang="en-US" dirty="0"/>
              <a:t>Dependency Injection </a:t>
            </a:r>
            <a:r>
              <a:rPr lang="en-US" dirty="0" err="1"/>
              <a:t>trong</a:t>
            </a:r>
            <a:r>
              <a:rPr lang="en-US" dirty="0"/>
              <a:t> </a:t>
            </a:r>
            <a:r>
              <a:rPr lang="en-US" dirty="0" err="1"/>
              <a:t>bài</a:t>
            </a:r>
            <a:r>
              <a:rPr lang="en-US" dirty="0"/>
              <a:t> </a:t>
            </a:r>
            <a:r>
              <a:rPr lang="en-US" dirty="0" err="1"/>
              <a:t>sau</a:t>
            </a:r>
            <a:r>
              <a:rPr lang="en-US" dirty="0"/>
              <a:t>)</a:t>
            </a:r>
            <a:endParaRPr lang="en-US" dirty="0">
              <a:solidFill>
                <a:srgbClr val="181717"/>
              </a:solidFill>
              <a:latin typeface="Times New Roman" panose="02020603050405020304" pitchFamily="18" charset="0"/>
              <a:cs typeface="Times New Roman" panose="02020603050405020304" pitchFamily="18" charset="0"/>
            </a:endParaRPr>
          </a:p>
          <a:p>
            <a:pPr marL="0" indent="0">
              <a:buNone/>
            </a:pPr>
            <a:endParaRPr lang="en-US" dirty="0">
              <a:solidFill>
                <a:srgbClr val="181717"/>
              </a:solidFill>
              <a:latin typeface="Times New Roman" panose="02020603050405020304" pitchFamily="18" charset="0"/>
              <a:cs typeface="Times New Roman" panose="02020603050405020304" pitchFamily="18" charset="0"/>
            </a:endParaRPr>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7">
            <a:extLst>
              <a:ext uri="{FF2B5EF4-FFF2-40B4-BE49-F238E27FC236}">
                <a16:creationId xmlns:a16="http://schemas.microsoft.com/office/drawing/2014/main" id="{EE26B2F4-B6B2-C444-D321-DCDACB9A5161}"/>
              </a:ext>
            </a:extLst>
          </p:cNvPr>
          <p:cNvPicPr>
            <a:picLocks noChangeAspect="1"/>
          </p:cNvPicPr>
          <p:nvPr/>
        </p:nvPicPr>
        <p:blipFill>
          <a:blip r:embed="rId3"/>
          <a:stretch>
            <a:fillRect/>
          </a:stretch>
        </p:blipFill>
        <p:spPr>
          <a:xfrm>
            <a:off x="1016107" y="1998784"/>
            <a:ext cx="9833935" cy="671513"/>
          </a:xfrm>
          <a:prstGeom prst="rect">
            <a:avLst/>
          </a:prstGeom>
        </p:spPr>
      </p:pic>
      <p:pic>
        <p:nvPicPr>
          <p:cNvPr id="10" name="Picture 9">
            <a:extLst>
              <a:ext uri="{FF2B5EF4-FFF2-40B4-BE49-F238E27FC236}">
                <a16:creationId xmlns:a16="http://schemas.microsoft.com/office/drawing/2014/main" id="{2FA83498-7776-490B-86A1-3E2198AEA28F}"/>
              </a:ext>
            </a:extLst>
          </p:cNvPr>
          <p:cNvPicPr>
            <a:picLocks noChangeAspect="1"/>
          </p:cNvPicPr>
          <p:nvPr/>
        </p:nvPicPr>
        <p:blipFill>
          <a:blip r:embed="rId4"/>
          <a:stretch>
            <a:fillRect/>
          </a:stretch>
        </p:blipFill>
        <p:spPr>
          <a:xfrm>
            <a:off x="3686040" y="4457700"/>
            <a:ext cx="4494068" cy="1714500"/>
          </a:xfrm>
          <a:prstGeom prst="rect">
            <a:avLst/>
          </a:prstGeom>
        </p:spPr>
      </p:pic>
    </p:spTree>
    <p:extLst>
      <p:ext uri="{BB962C8B-B14F-4D97-AF65-F5344CB8AC3E}">
        <p14:creationId xmlns:p14="http://schemas.microsoft.com/office/powerpoint/2010/main" val="4885833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Entity Framework Core Migrations</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11</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Hỗ</a:t>
            </a:r>
            <a:r>
              <a:rPr lang="en-US" dirty="0"/>
              <a:t> </a:t>
            </a:r>
            <a:r>
              <a:rPr lang="en-US" dirty="0" err="1"/>
              <a:t>trợ</a:t>
            </a:r>
            <a:r>
              <a:rPr lang="en-US" dirty="0"/>
              <a:t> </a:t>
            </a:r>
            <a:r>
              <a:rPr lang="en-US" dirty="0" err="1"/>
              <a:t>các</a:t>
            </a:r>
            <a:r>
              <a:rPr lang="en-US" dirty="0"/>
              <a:t> </a:t>
            </a:r>
            <a:r>
              <a:rPr lang="en-US" dirty="0" err="1"/>
              <a:t>lệnh</a:t>
            </a:r>
            <a:r>
              <a:rPr lang="en-US" dirty="0"/>
              <a:t> </a:t>
            </a:r>
            <a:r>
              <a:rPr lang="en-US" dirty="0" err="1"/>
              <a:t>đồng</a:t>
            </a:r>
            <a:r>
              <a:rPr lang="en-US" dirty="0"/>
              <a:t> </a:t>
            </a:r>
            <a:r>
              <a:rPr lang="en-US" dirty="0" err="1"/>
              <a:t>bộ</a:t>
            </a:r>
            <a:r>
              <a:rPr lang="en-US" dirty="0"/>
              <a:t> database </a:t>
            </a:r>
            <a:r>
              <a:rPr lang="en-US" dirty="0" err="1"/>
              <a:t>với</a:t>
            </a:r>
            <a:r>
              <a:rPr lang="en-US" dirty="0"/>
              <a:t> domain(entity)</a:t>
            </a:r>
          </a:p>
          <a:p>
            <a:r>
              <a:rPr lang="vi-VN" dirty="0"/>
              <a:t>Migrations cho phép bạn đồng bộ hóa mô hình dữ liệu của ứng dụng với cơ sở dữ liệu mà không cần phải viết các câu lệnh SQL thủ công</a:t>
            </a:r>
            <a:endParaRPr lang="en-US" dirty="0"/>
          </a:p>
          <a:p>
            <a:r>
              <a:rPr lang="vi-VN" dirty="0"/>
              <a:t>Khi bạn tạo một migration, EF Core tạo ra một tệp chứa mã C# mô tả các thay đổi cần thực hiện trên cơ sở dữ liệu</a:t>
            </a:r>
            <a:endParaRPr lang="en-US" dirty="0"/>
          </a:p>
          <a:p>
            <a:r>
              <a:rPr lang="en-US" dirty="0"/>
              <a:t>G</a:t>
            </a:r>
            <a:r>
              <a:rPr lang="vi-VN" dirty="0"/>
              <a:t>iúp theo dõi lịch sử thay đổi cấu trúc cơ sở dữ liệu và áp dụng các thay đổi đó một cách có tổ chức.</a:t>
            </a:r>
            <a:endParaRPr lang="en-US" dirty="0"/>
          </a:p>
          <a:p>
            <a:r>
              <a:rPr lang="en-US" dirty="0"/>
              <a:t>H</a:t>
            </a:r>
            <a:r>
              <a:rPr lang="vi-VN" dirty="0"/>
              <a:t>ỗ trợ quản lý các thay đổi của mô hình dữ liệu qua các phiên bản của ứng dụng mà không làm mất dữ liệu hiện có trong cơ sở dữ liệu</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77400917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Entity Framework Core Migrations</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12</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solidFill>
                  <a:srgbClr val="181717"/>
                </a:solidFill>
                <a:latin typeface="Times New Roman" panose="02020603050405020304" pitchFamily="18" charset="0"/>
                <a:cs typeface="Times New Roman" panose="02020603050405020304" pitchFamily="18" charset="0"/>
              </a:rPr>
              <a:t>Một</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số</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lệnh</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thường</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dùng</a:t>
            </a:r>
            <a:r>
              <a:rPr lang="en-US" dirty="0">
                <a:solidFill>
                  <a:srgbClr val="181717"/>
                </a:solidFill>
                <a:latin typeface="Times New Roman" panose="02020603050405020304" pitchFamily="18" charset="0"/>
                <a:cs typeface="Times New Roman" panose="02020603050405020304" pitchFamily="18" charset="0"/>
              </a:rPr>
              <a:t> migration: add-migration, remove-migration, update-database, Drop-Database, script-migration</a:t>
            </a:r>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6">
            <a:extLst>
              <a:ext uri="{FF2B5EF4-FFF2-40B4-BE49-F238E27FC236}">
                <a16:creationId xmlns:a16="http://schemas.microsoft.com/office/drawing/2014/main" id="{907710FA-08DA-47CF-AE02-5D03930CDC99}"/>
              </a:ext>
            </a:extLst>
          </p:cNvPr>
          <p:cNvPicPr>
            <a:picLocks noChangeAspect="1"/>
          </p:cNvPicPr>
          <p:nvPr/>
        </p:nvPicPr>
        <p:blipFill>
          <a:blip r:embed="rId3"/>
          <a:stretch>
            <a:fillRect/>
          </a:stretch>
        </p:blipFill>
        <p:spPr>
          <a:xfrm>
            <a:off x="2347546" y="2051478"/>
            <a:ext cx="7367954" cy="4304872"/>
          </a:xfrm>
          <a:prstGeom prst="rect">
            <a:avLst/>
          </a:prstGeom>
        </p:spPr>
      </p:pic>
    </p:spTree>
    <p:extLst>
      <p:ext uri="{BB962C8B-B14F-4D97-AF65-F5344CB8AC3E}">
        <p14:creationId xmlns:p14="http://schemas.microsoft.com/office/powerpoint/2010/main" val="14521453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Ví</a:t>
            </a:r>
            <a:r>
              <a:rPr lang="en-US" sz="4800" b="1" dirty="0">
                <a:solidFill>
                  <a:srgbClr val="FF0000"/>
                </a:solidFill>
                <a:latin typeface="+mn-lt"/>
              </a:rPr>
              <a:t> </a:t>
            </a:r>
            <a:r>
              <a:rPr lang="en-US" sz="4800" b="1" dirty="0" err="1">
                <a:solidFill>
                  <a:srgbClr val="FF0000"/>
                </a:solidFill>
                <a:latin typeface="+mn-lt"/>
              </a:rPr>
              <a:t>dụ</a:t>
            </a:r>
            <a:r>
              <a:rPr lang="en-US" sz="4800" b="1" dirty="0">
                <a:solidFill>
                  <a:srgbClr val="FF0000"/>
                </a:solidFill>
                <a:latin typeface="+mn-lt"/>
              </a:rPr>
              <a:t> code first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13</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solidFill>
                  <a:srgbClr val="181717"/>
                </a:solidFill>
                <a:latin typeface="Times New Roman" panose="02020603050405020304" pitchFamily="18" charset="0"/>
                <a:cs typeface="Times New Roman" panose="02020603050405020304" pitchFamily="18" charset="0"/>
              </a:rPr>
              <a:t>Tạo</a:t>
            </a:r>
            <a:r>
              <a:rPr lang="en-US" dirty="0">
                <a:solidFill>
                  <a:srgbClr val="181717"/>
                </a:solidFill>
                <a:latin typeface="Times New Roman" panose="02020603050405020304" pitchFamily="18" charset="0"/>
                <a:cs typeface="Times New Roman" panose="02020603050405020304" pitchFamily="18" charset="0"/>
              </a:rPr>
              <a:t> Entity</a:t>
            </a:r>
          </a:p>
          <a:p>
            <a:endParaRPr lang="en-US" dirty="0">
              <a:solidFill>
                <a:srgbClr val="181717"/>
              </a:solidFill>
              <a:latin typeface="Times New Roman" panose="02020603050405020304" pitchFamily="18" charset="0"/>
              <a:cs typeface="Times New Roman" panose="02020603050405020304" pitchFamily="18" charset="0"/>
            </a:endParaRPr>
          </a:p>
          <a:p>
            <a:endParaRPr lang="en-US" dirty="0">
              <a:solidFill>
                <a:srgbClr val="181717"/>
              </a:solidFill>
              <a:latin typeface="Times New Roman" panose="02020603050405020304" pitchFamily="18" charset="0"/>
              <a:cs typeface="Times New Roman" panose="02020603050405020304" pitchFamily="18" charset="0"/>
            </a:endParaRPr>
          </a:p>
          <a:p>
            <a:endParaRPr lang="en-US" dirty="0">
              <a:solidFill>
                <a:srgbClr val="181717"/>
              </a:solidFill>
              <a:latin typeface="Times New Roman" panose="02020603050405020304" pitchFamily="18" charset="0"/>
              <a:cs typeface="Times New Roman" panose="02020603050405020304" pitchFamily="18" charset="0"/>
            </a:endParaRPr>
          </a:p>
          <a:p>
            <a:r>
              <a:rPr lang="en-US" dirty="0" err="1">
                <a:solidFill>
                  <a:srgbClr val="181717"/>
                </a:solidFill>
                <a:latin typeface="Times New Roman" panose="02020603050405020304" pitchFamily="18" charset="0"/>
                <a:cs typeface="Times New Roman" panose="02020603050405020304" pitchFamily="18" charset="0"/>
              </a:rPr>
              <a:t>Tạo</a:t>
            </a:r>
            <a:r>
              <a:rPr lang="en-US" dirty="0">
                <a:solidFill>
                  <a:srgbClr val="181717"/>
                </a:solidFill>
                <a:latin typeface="Times New Roman" panose="02020603050405020304" pitchFamily="18" charset="0"/>
                <a:cs typeface="Times New Roman" panose="02020603050405020304" pitchFamily="18" charset="0"/>
              </a:rPr>
              <a:t> Context classes</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7">
            <a:extLst>
              <a:ext uri="{FF2B5EF4-FFF2-40B4-BE49-F238E27FC236}">
                <a16:creationId xmlns:a16="http://schemas.microsoft.com/office/drawing/2014/main" id="{106907BB-1CE7-4F03-90F2-2101D0C457F5}"/>
              </a:ext>
            </a:extLst>
          </p:cNvPr>
          <p:cNvPicPr>
            <a:picLocks noChangeAspect="1"/>
          </p:cNvPicPr>
          <p:nvPr/>
        </p:nvPicPr>
        <p:blipFill>
          <a:blip r:embed="rId3"/>
          <a:stretch>
            <a:fillRect/>
          </a:stretch>
        </p:blipFill>
        <p:spPr>
          <a:xfrm>
            <a:off x="5943600" y="914401"/>
            <a:ext cx="4724400" cy="2066925"/>
          </a:xfrm>
          <a:prstGeom prst="rect">
            <a:avLst/>
          </a:prstGeom>
        </p:spPr>
      </p:pic>
      <p:pic>
        <p:nvPicPr>
          <p:cNvPr id="3" name="Picture 2"/>
          <p:cNvPicPr>
            <a:picLocks noChangeAspect="1"/>
          </p:cNvPicPr>
          <p:nvPr/>
        </p:nvPicPr>
        <p:blipFill>
          <a:blip r:embed="rId4"/>
          <a:stretch>
            <a:fillRect/>
          </a:stretch>
        </p:blipFill>
        <p:spPr>
          <a:xfrm>
            <a:off x="1340721" y="4043497"/>
            <a:ext cx="9205758" cy="1988992"/>
          </a:xfrm>
          <a:prstGeom prst="rect">
            <a:avLst/>
          </a:prstGeom>
        </p:spPr>
      </p:pic>
    </p:spTree>
    <p:extLst>
      <p:ext uri="{BB962C8B-B14F-4D97-AF65-F5344CB8AC3E}">
        <p14:creationId xmlns:p14="http://schemas.microsoft.com/office/powerpoint/2010/main" val="40720578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Ví</a:t>
            </a:r>
            <a:r>
              <a:rPr lang="en-US" sz="4800" b="1" dirty="0">
                <a:solidFill>
                  <a:srgbClr val="FF0000"/>
                </a:solidFill>
                <a:latin typeface="+mn-lt"/>
              </a:rPr>
              <a:t> </a:t>
            </a:r>
            <a:r>
              <a:rPr lang="en-US" sz="4800" b="1" dirty="0" err="1">
                <a:solidFill>
                  <a:srgbClr val="FF0000"/>
                </a:solidFill>
                <a:latin typeface="+mn-lt"/>
              </a:rPr>
              <a:t>dụ</a:t>
            </a:r>
            <a:r>
              <a:rPr lang="en-US" sz="4800" b="1" dirty="0">
                <a:solidFill>
                  <a:srgbClr val="FF0000"/>
                </a:solidFill>
                <a:latin typeface="+mn-lt"/>
              </a:rPr>
              <a:t> code first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14</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solidFill>
                  <a:srgbClr val="181717"/>
                </a:solidFill>
                <a:latin typeface="Times New Roman" panose="02020603050405020304" pitchFamily="18" charset="0"/>
                <a:cs typeface="Times New Roman" panose="02020603050405020304" pitchFamily="18" charset="0"/>
              </a:rPr>
              <a:t>Tạo</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và</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chạy</a:t>
            </a:r>
            <a:r>
              <a:rPr lang="en-US" dirty="0">
                <a:solidFill>
                  <a:srgbClr val="181717"/>
                </a:solidFill>
                <a:latin typeface="Times New Roman" panose="02020603050405020304" pitchFamily="18" charset="0"/>
                <a:cs typeface="Times New Roman" panose="02020603050405020304" pitchFamily="18" charset="0"/>
              </a:rPr>
              <a:t> Migration </a:t>
            </a:r>
          </a:p>
          <a:p>
            <a:pPr lvl="1"/>
            <a:r>
              <a:rPr lang="en-US" dirty="0" err="1">
                <a:solidFill>
                  <a:srgbClr val="181717"/>
                </a:solidFill>
                <a:latin typeface="Times New Roman" panose="02020603050405020304" pitchFamily="18" charset="0"/>
                <a:cs typeface="Times New Roman" panose="02020603050405020304" pitchFamily="18" charset="0"/>
              </a:rPr>
              <a:t>Dùng</a:t>
            </a:r>
            <a:r>
              <a:rPr lang="en-US" dirty="0">
                <a:solidFill>
                  <a:srgbClr val="181717"/>
                </a:solidFill>
                <a:latin typeface="Times New Roman" panose="02020603050405020304" pitchFamily="18" charset="0"/>
                <a:cs typeface="Times New Roman" panose="02020603050405020304" pitchFamily="18" charset="0"/>
              </a:rPr>
              <a:t> PMC: </a:t>
            </a:r>
          </a:p>
          <a:p>
            <a:pPr lvl="1"/>
            <a:endParaRPr lang="en-US" dirty="0">
              <a:solidFill>
                <a:srgbClr val="181717"/>
              </a:solidFill>
              <a:latin typeface="Times New Roman" panose="02020603050405020304" pitchFamily="18" charset="0"/>
              <a:cs typeface="Times New Roman" panose="02020603050405020304" pitchFamily="18" charset="0"/>
            </a:endParaRPr>
          </a:p>
          <a:p>
            <a:pPr lvl="1"/>
            <a:endParaRPr lang="en-US" dirty="0">
              <a:solidFill>
                <a:srgbClr val="181717"/>
              </a:solidFill>
              <a:latin typeface="Times New Roman" panose="02020603050405020304" pitchFamily="18" charset="0"/>
              <a:cs typeface="Times New Roman" panose="02020603050405020304" pitchFamily="18" charset="0"/>
            </a:endParaRPr>
          </a:p>
          <a:p>
            <a:pPr lvl="1"/>
            <a:r>
              <a:rPr lang="en-US" dirty="0" err="1">
                <a:solidFill>
                  <a:srgbClr val="181717"/>
                </a:solidFill>
                <a:latin typeface="Times New Roman" panose="02020603050405020304" pitchFamily="18" charset="0"/>
                <a:cs typeface="Times New Roman" panose="02020603050405020304" pitchFamily="18" charset="0"/>
              </a:rPr>
              <a:t>Dùng</a:t>
            </a:r>
            <a:r>
              <a:rPr lang="en-US" dirty="0">
                <a:solidFill>
                  <a:srgbClr val="181717"/>
                </a:solidFill>
                <a:latin typeface="Times New Roman" panose="02020603050405020304" pitchFamily="18" charset="0"/>
                <a:cs typeface="Times New Roman" panose="02020603050405020304" pitchFamily="18" charset="0"/>
              </a:rPr>
              <a:t> CLI:</a:t>
            </a:r>
          </a:p>
          <a:p>
            <a:endParaRPr lang="en-US" dirty="0">
              <a:solidFill>
                <a:srgbClr val="181717"/>
              </a:solidFill>
              <a:latin typeface="Times New Roman" panose="02020603050405020304" pitchFamily="18" charset="0"/>
              <a:cs typeface="Times New Roman" panose="02020603050405020304" pitchFamily="18" charset="0"/>
            </a:endParaRPr>
          </a:p>
          <a:p>
            <a:endParaRPr lang="en-US" dirty="0">
              <a:solidFill>
                <a:srgbClr val="181717"/>
              </a:solidFill>
              <a:latin typeface="Times New Roman" panose="02020603050405020304" pitchFamily="18" charset="0"/>
              <a:cs typeface="Times New Roman" panose="02020603050405020304" pitchFamily="18" charset="0"/>
            </a:endParaRPr>
          </a:p>
          <a:p>
            <a:r>
              <a:rPr lang="en-US" dirty="0" err="1">
                <a:solidFill>
                  <a:srgbClr val="181717"/>
                </a:solidFill>
                <a:latin typeface="Times New Roman" panose="02020603050405020304" pitchFamily="18" charset="0"/>
                <a:cs typeface="Times New Roman" panose="02020603050405020304" pitchFamily="18" charset="0"/>
              </a:rPr>
              <a:t>Thư</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mục</a:t>
            </a:r>
            <a:r>
              <a:rPr lang="en-US" dirty="0">
                <a:solidFill>
                  <a:srgbClr val="181717"/>
                </a:solidFill>
                <a:latin typeface="Times New Roman" panose="02020603050405020304" pitchFamily="18" charset="0"/>
                <a:cs typeface="Times New Roman" panose="02020603050405020304" pitchFamily="18" charset="0"/>
              </a:rPr>
              <a:t> migration </a:t>
            </a:r>
            <a:r>
              <a:rPr lang="en-US" dirty="0" err="1">
                <a:solidFill>
                  <a:srgbClr val="181717"/>
                </a:solidFill>
                <a:latin typeface="Times New Roman" panose="02020603050405020304" pitchFamily="18" charset="0"/>
                <a:cs typeface="Times New Roman" panose="02020603050405020304" pitchFamily="18" charset="0"/>
              </a:rPr>
              <a:t>được</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tạo</a:t>
            </a:r>
            <a:r>
              <a:rPr lang="en-US" dirty="0">
                <a:solidFill>
                  <a:srgbClr val="181717"/>
                </a:solidFill>
                <a:latin typeface="Times New Roman" panose="02020603050405020304" pitchFamily="18" charset="0"/>
                <a:cs typeface="Times New Roman" panose="02020603050405020304" pitchFamily="18" charset="0"/>
              </a:rPr>
              <a:t> </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10" name="Picture 9">
            <a:extLst>
              <a:ext uri="{FF2B5EF4-FFF2-40B4-BE49-F238E27FC236}">
                <a16:creationId xmlns:a16="http://schemas.microsoft.com/office/drawing/2014/main" id="{7FBB56D1-36DD-4804-918A-176A691A9A2D}"/>
              </a:ext>
            </a:extLst>
          </p:cNvPr>
          <p:cNvPicPr>
            <a:picLocks noChangeAspect="1"/>
          </p:cNvPicPr>
          <p:nvPr/>
        </p:nvPicPr>
        <p:blipFill>
          <a:blip r:embed="rId3"/>
          <a:stretch>
            <a:fillRect/>
          </a:stretch>
        </p:blipFill>
        <p:spPr>
          <a:xfrm>
            <a:off x="3612594" y="1584449"/>
            <a:ext cx="3767721" cy="728663"/>
          </a:xfrm>
          <a:prstGeom prst="rect">
            <a:avLst/>
          </a:prstGeom>
        </p:spPr>
      </p:pic>
      <p:pic>
        <p:nvPicPr>
          <p:cNvPr id="11" name="Picture 10">
            <a:extLst>
              <a:ext uri="{FF2B5EF4-FFF2-40B4-BE49-F238E27FC236}">
                <a16:creationId xmlns:a16="http://schemas.microsoft.com/office/drawing/2014/main" id="{6EA397A0-186A-4204-AC3E-4B944787F3C4}"/>
              </a:ext>
            </a:extLst>
          </p:cNvPr>
          <p:cNvPicPr>
            <a:picLocks noChangeAspect="1"/>
          </p:cNvPicPr>
          <p:nvPr/>
        </p:nvPicPr>
        <p:blipFill>
          <a:blip r:embed="rId4"/>
          <a:stretch>
            <a:fillRect/>
          </a:stretch>
        </p:blipFill>
        <p:spPr>
          <a:xfrm>
            <a:off x="3502524" y="2777331"/>
            <a:ext cx="5392106" cy="728663"/>
          </a:xfrm>
          <a:prstGeom prst="rect">
            <a:avLst/>
          </a:prstGeom>
        </p:spPr>
      </p:pic>
      <p:pic>
        <p:nvPicPr>
          <p:cNvPr id="13" name="Picture 12">
            <a:extLst>
              <a:ext uri="{FF2B5EF4-FFF2-40B4-BE49-F238E27FC236}">
                <a16:creationId xmlns:a16="http://schemas.microsoft.com/office/drawing/2014/main" id="{0C9F9519-B448-4DE3-A0FA-D1E5583EFB6F}"/>
              </a:ext>
            </a:extLst>
          </p:cNvPr>
          <p:cNvPicPr>
            <a:picLocks noChangeAspect="1"/>
          </p:cNvPicPr>
          <p:nvPr/>
        </p:nvPicPr>
        <p:blipFill>
          <a:blip r:embed="rId5"/>
          <a:stretch>
            <a:fillRect/>
          </a:stretch>
        </p:blipFill>
        <p:spPr>
          <a:xfrm>
            <a:off x="6956983" y="3567715"/>
            <a:ext cx="3658264" cy="2895600"/>
          </a:xfrm>
          <a:prstGeom prst="rect">
            <a:avLst/>
          </a:prstGeom>
        </p:spPr>
      </p:pic>
    </p:spTree>
    <p:extLst>
      <p:ext uri="{BB962C8B-B14F-4D97-AF65-F5344CB8AC3E}">
        <p14:creationId xmlns:p14="http://schemas.microsoft.com/office/powerpoint/2010/main" val="12981923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Ví</a:t>
            </a:r>
            <a:r>
              <a:rPr lang="en-US" sz="4800" b="1" dirty="0">
                <a:solidFill>
                  <a:srgbClr val="FF0000"/>
                </a:solidFill>
                <a:latin typeface="+mn-lt"/>
              </a:rPr>
              <a:t> </a:t>
            </a:r>
            <a:r>
              <a:rPr lang="en-US" sz="4800" b="1" dirty="0" err="1">
                <a:solidFill>
                  <a:srgbClr val="FF0000"/>
                </a:solidFill>
                <a:latin typeface="+mn-lt"/>
              </a:rPr>
              <a:t>dụ</a:t>
            </a:r>
            <a:r>
              <a:rPr lang="en-US" sz="4800" b="1" dirty="0">
                <a:solidFill>
                  <a:srgbClr val="FF0000"/>
                </a:solidFill>
                <a:latin typeface="+mn-lt"/>
              </a:rPr>
              <a:t> code first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15</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solidFill>
                  <a:srgbClr val="181717"/>
                </a:solidFill>
                <a:latin typeface="Times New Roman" panose="02020603050405020304" pitchFamily="18" charset="0"/>
                <a:cs typeface="Times New Roman" panose="02020603050405020304" pitchFamily="18" charset="0"/>
              </a:rPr>
              <a:t>Chạy</a:t>
            </a:r>
            <a:r>
              <a:rPr lang="en-US" dirty="0">
                <a:solidFill>
                  <a:srgbClr val="181717"/>
                </a:solidFill>
                <a:latin typeface="Times New Roman" panose="02020603050405020304" pitchFamily="18" charset="0"/>
                <a:cs typeface="Times New Roman" panose="02020603050405020304" pitchFamily="18" charset="0"/>
              </a:rPr>
              <a:t> </a:t>
            </a:r>
            <a:r>
              <a:rPr lang="en-US" dirty="0" err="1">
                <a:solidFill>
                  <a:srgbClr val="181717"/>
                </a:solidFill>
                <a:latin typeface="Times New Roman" panose="02020603050405020304" pitchFamily="18" charset="0"/>
                <a:cs typeface="Times New Roman" panose="02020603050405020304" pitchFamily="18" charset="0"/>
              </a:rPr>
              <a:t>lệnh</a:t>
            </a:r>
            <a:r>
              <a:rPr lang="en-US" dirty="0">
                <a:solidFill>
                  <a:srgbClr val="181717"/>
                </a:solidFill>
                <a:latin typeface="Times New Roman" panose="02020603050405020304" pitchFamily="18" charset="0"/>
                <a:cs typeface="Times New Roman" panose="02020603050405020304" pitchFamily="18" charset="0"/>
              </a:rPr>
              <a:t> update-database </a:t>
            </a:r>
            <a:r>
              <a:rPr lang="en-US" dirty="0" err="1">
                <a:solidFill>
                  <a:srgbClr val="181717"/>
                </a:solidFill>
                <a:latin typeface="Times New Roman" panose="02020603050405020304" pitchFamily="18" charset="0"/>
                <a:cs typeface="Times New Roman" panose="02020603050405020304" pitchFamily="18" charset="0"/>
              </a:rPr>
              <a:t>tạo</a:t>
            </a:r>
            <a:r>
              <a:rPr lang="en-US" dirty="0">
                <a:solidFill>
                  <a:srgbClr val="181717"/>
                </a:solidFill>
                <a:latin typeface="Times New Roman" panose="02020603050405020304" pitchFamily="18" charset="0"/>
                <a:cs typeface="Times New Roman" panose="02020603050405020304" pitchFamily="18" charset="0"/>
              </a:rPr>
              <a:t> database: update-database –verbose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14" name="Picture 13">
            <a:extLst>
              <a:ext uri="{FF2B5EF4-FFF2-40B4-BE49-F238E27FC236}">
                <a16:creationId xmlns:a16="http://schemas.microsoft.com/office/drawing/2014/main" id="{AF8792C5-CAE5-4C7C-941F-D89FA234A022}"/>
              </a:ext>
            </a:extLst>
          </p:cNvPr>
          <p:cNvPicPr>
            <a:picLocks noChangeAspect="1"/>
          </p:cNvPicPr>
          <p:nvPr/>
        </p:nvPicPr>
        <p:blipFill>
          <a:blip r:embed="rId3"/>
          <a:stretch>
            <a:fillRect/>
          </a:stretch>
        </p:blipFill>
        <p:spPr>
          <a:xfrm>
            <a:off x="3938046" y="2370683"/>
            <a:ext cx="4521061" cy="3262256"/>
          </a:xfrm>
          <a:prstGeom prst="rect">
            <a:avLst/>
          </a:prstGeom>
        </p:spPr>
      </p:pic>
    </p:spTree>
    <p:extLst>
      <p:ext uri="{BB962C8B-B14F-4D97-AF65-F5344CB8AC3E}">
        <p14:creationId xmlns:p14="http://schemas.microsoft.com/office/powerpoint/2010/main" val="335107771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Ví</a:t>
            </a:r>
            <a:r>
              <a:rPr lang="en-US" sz="4800" b="1" dirty="0">
                <a:solidFill>
                  <a:srgbClr val="FF0000"/>
                </a:solidFill>
                <a:latin typeface="+mn-lt"/>
              </a:rPr>
              <a:t> </a:t>
            </a:r>
            <a:r>
              <a:rPr lang="en-US" sz="4800" b="1" dirty="0" err="1">
                <a:solidFill>
                  <a:srgbClr val="FF0000"/>
                </a:solidFill>
                <a:latin typeface="+mn-lt"/>
              </a:rPr>
              <a:t>dụ</a:t>
            </a:r>
            <a:r>
              <a:rPr lang="en-US" sz="4800" b="1" dirty="0">
                <a:solidFill>
                  <a:srgbClr val="FF0000"/>
                </a:solidFill>
                <a:latin typeface="+mn-lt"/>
              </a:rPr>
              <a:t> code first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16</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solidFill>
                  <a:srgbClr val="181717"/>
                </a:solidFill>
                <a:latin typeface="Times New Roman" panose="02020603050405020304" pitchFamily="18" charset="0"/>
                <a:cs typeface="Times New Roman" panose="02020603050405020304" pitchFamily="18" charset="0"/>
              </a:rPr>
              <a:t>Thêm</a:t>
            </a:r>
            <a:r>
              <a:rPr lang="en-US" dirty="0">
                <a:solidFill>
                  <a:srgbClr val="181717"/>
                </a:solidFill>
                <a:latin typeface="Times New Roman" panose="02020603050405020304" pitchFamily="18" charset="0"/>
                <a:cs typeface="Times New Roman" panose="02020603050405020304" pitchFamily="18" charset="0"/>
              </a:rPr>
              <a:t> record </a:t>
            </a:r>
            <a:r>
              <a:rPr lang="en-US" dirty="0" err="1">
                <a:solidFill>
                  <a:srgbClr val="181717"/>
                </a:solidFill>
                <a:latin typeface="Times New Roman" panose="02020603050405020304" pitchFamily="18" charset="0"/>
                <a:cs typeface="Times New Roman" panose="02020603050405020304" pitchFamily="18" charset="0"/>
              </a:rPr>
              <a:t>vào</a:t>
            </a:r>
            <a:r>
              <a:rPr lang="en-US" dirty="0">
                <a:solidFill>
                  <a:srgbClr val="181717"/>
                </a:solidFill>
                <a:latin typeface="Times New Roman" panose="02020603050405020304" pitchFamily="18" charset="0"/>
                <a:cs typeface="Times New Roman" panose="02020603050405020304" pitchFamily="18" charset="0"/>
              </a:rPr>
              <a:t> table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
        <p:nvSpPr>
          <p:cNvPr id="3" name="Down Arrow 2"/>
          <p:cNvSpPr/>
          <p:nvPr/>
        </p:nvSpPr>
        <p:spPr>
          <a:xfrm>
            <a:off x="6286500" y="4985238"/>
            <a:ext cx="70338" cy="64183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a:stretch>
            <a:fillRect/>
          </a:stretch>
        </p:blipFill>
        <p:spPr>
          <a:xfrm>
            <a:off x="2775247" y="1981444"/>
            <a:ext cx="6645216" cy="2819644"/>
          </a:xfrm>
          <a:prstGeom prst="rect">
            <a:avLst/>
          </a:prstGeom>
        </p:spPr>
      </p:pic>
      <p:pic>
        <p:nvPicPr>
          <p:cNvPr id="10" name="Picture 9"/>
          <p:cNvPicPr>
            <a:picLocks noChangeAspect="1"/>
          </p:cNvPicPr>
          <p:nvPr/>
        </p:nvPicPr>
        <p:blipFill>
          <a:blip r:embed="rId4"/>
          <a:stretch>
            <a:fillRect/>
          </a:stretch>
        </p:blipFill>
        <p:spPr>
          <a:xfrm>
            <a:off x="4388972" y="5655249"/>
            <a:ext cx="3414056" cy="701101"/>
          </a:xfrm>
          <a:prstGeom prst="rect">
            <a:avLst/>
          </a:prstGeom>
        </p:spPr>
      </p:pic>
    </p:spTree>
    <p:extLst>
      <p:ext uri="{BB962C8B-B14F-4D97-AF65-F5344CB8AC3E}">
        <p14:creationId xmlns:p14="http://schemas.microsoft.com/office/powerpoint/2010/main" val="22600266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p:cNvSpPr>
            <a:spLocks noGrp="1"/>
          </p:cNvSpPr>
          <p:nvPr>
            <p:ph type="body" sz="quarter" idx="13"/>
          </p:nvPr>
        </p:nvSpPr>
        <p:spPr/>
        <p:txBody>
          <a:bodyPr/>
          <a:lstStyle/>
          <a:p>
            <a:endParaRPr lang="en-US"/>
          </a:p>
        </p:txBody>
      </p:sp>
      <p:sp>
        <p:nvSpPr>
          <p:cNvPr id="31" name="Text Placeholder 30"/>
          <p:cNvSpPr>
            <a:spLocks noGrp="1"/>
          </p:cNvSpPr>
          <p:nvPr>
            <p:ph type="body" sz="quarter" idx="22"/>
          </p:nvPr>
        </p:nvSpPr>
        <p:spPr/>
        <p:txBody>
          <a:bodyPr/>
          <a:lstStyle/>
          <a:p>
            <a:endParaRPr lang="en-US" dirty="0"/>
          </a:p>
        </p:txBody>
      </p:sp>
      <p:sp>
        <p:nvSpPr>
          <p:cNvPr id="2" name="Title 1"/>
          <p:cNvSpPr>
            <a:spLocks noGrp="1"/>
          </p:cNvSpPr>
          <p:nvPr>
            <p:ph type="title"/>
          </p:nvPr>
        </p:nvSpPr>
        <p:spPr/>
        <p:txBody>
          <a:bodyPr>
            <a:noAutofit/>
          </a:bodyPr>
          <a:lstStyle/>
          <a:p>
            <a:r>
              <a:rPr lang="en-US" sz="3600" dirty="0" err="1" smtClean="0">
                <a:solidFill>
                  <a:srgbClr val="FFC000"/>
                </a:solidFill>
              </a:rPr>
              <a:t>Hãy</a:t>
            </a:r>
            <a:r>
              <a:rPr lang="en-US" sz="3600" dirty="0" smtClean="0">
                <a:solidFill>
                  <a:srgbClr val="FFC000"/>
                </a:solidFill>
              </a:rPr>
              <a:t> </a:t>
            </a:r>
            <a:r>
              <a:rPr lang="en-US" sz="3600" dirty="0" err="1" smtClean="0">
                <a:solidFill>
                  <a:srgbClr val="FFC000"/>
                </a:solidFill>
              </a:rPr>
              <a:t>thực</a:t>
            </a:r>
            <a:r>
              <a:rPr lang="en-US" sz="3600" dirty="0" smtClean="0">
                <a:solidFill>
                  <a:srgbClr val="FFC000"/>
                </a:solidFill>
              </a:rPr>
              <a:t> </a:t>
            </a:r>
            <a:r>
              <a:rPr lang="en-US" sz="3600" dirty="0" err="1" smtClean="0">
                <a:solidFill>
                  <a:srgbClr val="FFC000"/>
                </a:solidFill>
              </a:rPr>
              <a:t>hiện</a:t>
            </a:r>
            <a:r>
              <a:rPr lang="en-US" sz="3600" dirty="0" smtClean="0">
                <a:solidFill>
                  <a:srgbClr val="FFC000"/>
                </a:solidFill>
              </a:rPr>
              <a:t> </a:t>
            </a:r>
            <a:r>
              <a:rPr lang="en-US" sz="3600" dirty="0" err="1" smtClean="0">
                <a:solidFill>
                  <a:srgbClr val="FFC000"/>
                </a:solidFill>
              </a:rPr>
              <a:t>các</a:t>
            </a:r>
            <a:r>
              <a:rPr lang="en-US" sz="3600" dirty="0" smtClean="0">
                <a:solidFill>
                  <a:srgbClr val="FFC000"/>
                </a:solidFill>
              </a:rPr>
              <a:t> </a:t>
            </a:r>
            <a:r>
              <a:rPr lang="en-US" sz="3600" dirty="0" err="1" smtClean="0">
                <a:solidFill>
                  <a:srgbClr val="FFC000"/>
                </a:solidFill>
              </a:rPr>
              <a:t>ví</a:t>
            </a:r>
            <a:r>
              <a:rPr lang="en-US" sz="3600" dirty="0" smtClean="0">
                <a:solidFill>
                  <a:srgbClr val="FFC000"/>
                </a:solidFill>
              </a:rPr>
              <a:t> </a:t>
            </a:r>
            <a:r>
              <a:rPr lang="en-US" sz="3600" dirty="0" err="1" smtClean="0">
                <a:solidFill>
                  <a:srgbClr val="FFC000"/>
                </a:solidFill>
              </a:rPr>
              <a:t>dụ</a:t>
            </a:r>
            <a:endParaRPr lang="en-US" sz="3600" dirty="0">
              <a:solidFill>
                <a:srgbClr val="FFC000"/>
              </a:solidFill>
            </a:endParaRPr>
          </a:p>
        </p:txBody>
      </p:sp>
      <p:sp>
        <p:nvSpPr>
          <p:cNvPr id="32" name="Text Placeholder 31"/>
          <p:cNvSpPr>
            <a:spLocks noGrp="1"/>
          </p:cNvSpPr>
          <p:nvPr>
            <p:ph type="body" sz="quarter" idx="23"/>
          </p:nvPr>
        </p:nvSpPr>
        <p:spPr/>
        <p:txBody>
          <a:bodyPr/>
          <a:lstStyle/>
          <a:p>
            <a:endParaRPr lang="en-US"/>
          </a:p>
        </p:txBody>
      </p:sp>
      <p:sp>
        <p:nvSpPr>
          <p:cNvPr id="4" name="Footer Placeholder 3"/>
          <p:cNvSpPr>
            <a:spLocks noGrp="1"/>
          </p:cNvSpPr>
          <p:nvPr>
            <p:ph type="ftr" sz="quarter" idx="4294967295"/>
          </p:nvPr>
        </p:nvSpPr>
        <p:spPr>
          <a:xfrm>
            <a:off x="0" y="6005146"/>
            <a:ext cx="12054254" cy="792529"/>
          </a:xfrm>
          <a:prstGeom prst="rect">
            <a:avLst/>
          </a:prstGeom>
        </p:spPr>
        <p:txBody>
          <a:bodyPr/>
          <a:lstStyle/>
          <a:p>
            <a:pPr algn="ctr"/>
            <a:r>
              <a:rPr lang="vi-VN" dirty="0"/>
              <a:t>Lập trình C#3</a:t>
            </a:r>
            <a:endParaRPr lang="en-US" dirty="0"/>
          </a:p>
        </p:txBody>
      </p:sp>
      <p:sp>
        <p:nvSpPr>
          <p:cNvPr id="5" name="Slide Number Placeholder 4"/>
          <p:cNvSpPr>
            <a:spLocks noGrp="1"/>
          </p:cNvSpPr>
          <p:nvPr>
            <p:ph type="sldNum" sz="quarter" idx="4294967295"/>
          </p:nvPr>
        </p:nvSpPr>
        <p:spPr>
          <a:xfrm>
            <a:off x="0" y="6340475"/>
            <a:ext cx="533400" cy="517525"/>
          </a:xfrm>
          <a:prstGeom prst="rect">
            <a:avLst/>
          </a:prstGeom>
        </p:spPr>
        <p:txBody>
          <a:bodyPr/>
          <a:lstStyle/>
          <a:p>
            <a:fld id="{8AACEE26-D979-411F-B229-D9F26BAEDF07}" type="slidenum">
              <a:rPr lang="en-US" smtClean="0"/>
              <a:t>17</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6000" dirty="0" smtClean="0">
                <a:solidFill>
                  <a:srgbClr val="FF0000"/>
                </a:solidFill>
              </a:rPr>
              <a:t>				  </a:t>
            </a:r>
            <a:r>
              <a:rPr lang="en-US" sz="6000" dirty="0" smtClean="0">
                <a:solidFill>
                  <a:schemeClr val="bg1"/>
                </a:solidFill>
              </a:rPr>
              <a:t>DEMO</a:t>
            </a:r>
            <a:endParaRPr lang="en-US" sz="6000" dirty="0">
              <a:solidFill>
                <a:schemeClr val="bg1"/>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04322" y="0"/>
            <a:ext cx="1828919" cy="1312750"/>
          </a:xfrm>
          <a:prstGeom prst="rect">
            <a:avLst/>
          </a:prstGeom>
        </p:spPr>
      </p:pic>
    </p:spTree>
    <p:extLst>
      <p:ext uri="{BB962C8B-B14F-4D97-AF65-F5344CB8AC3E}">
        <p14:creationId xmlns:p14="http://schemas.microsoft.com/office/powerpoint/2010/main" val="266907114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Configuring the Model</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18</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vi-VN" sz="2400" dirty="0">
                <a:latin typeface="Calibri" panose="020F0502020204030204" pitchFamily="34" charset="0"/>
                <a:ea typeface="Calibri" panose="020F0502020204030204" pitchFamily="34" charset="0"/>
                <a:cs typeface="Calibri" panose="020F0502020204030204" pitchFamily="34" charset="0"/>
              </a:rPr>
              <a:t>Entity Framework code-first có khả năng tự động tạo cơ sở dữ liệu và bảng dữ liệu</a:t>
            </a:r>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dirty="0" err="1">
                <a:latin typeface="Calibri" panose="020F0502020204030204" pitchFamily="34" charset="0"/>
                <a:ea typeface="Calibri" panose="020F0502020204030204" pitchFamily="34" charset="0"/>
                <a:cs typeface="Calibri" panose="020F0502020204030204" pitchFamily="34" charset="0"/>
              </a:rPr>
              <a:t>bao</a:t>
            </a:r>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dirty="0" err="1">
                <a:latin typeface="Calibri" panose="020F0502020204030204" pitchFamily="34" charset="0"/>
                <a:ea typeface="Calibri" panose="020F0502020204030204" pitchFamily="34" charset="0"/>
                <a:cs typeface="Calibri" panose="020F0502020204030204" pitchFamily="34" charset="0"/>
              </a:rPr>
              <a:t>gồm</a:t>
            </a:r>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dirty="0" err="1">
                <a:latin typeface="Calibri" panose="020F0502020204030204" pitchFamily="34" charset="0"/>
                <a:ea typeface="Calibri" panose="020F0502020204030204" pitchFamily="34" charset="0"/>
                <a:cs typeface="Calibri" panose="020F0502020204030204" pitchFamily="34" charset="0"/>
              </a:rPr>
              <a:t>nhiều</a:t>
            </a:r>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dirty="0" err="1">
                <a:latin typeface="Calibri" panose="020F0502020204030204" pitchFamily="34" charset="0"/>
                <a:ea typeface="Calibri" panose="020F0502020204030204" pitchFamily="34" charset="0"/>
                <a:cs typeface="Calibri" panose="020F0502020204030204" pitchFamily="34" charset="0"/>
              </a:rPr>
              <a:t>ràng</a:t>
            </a:r>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dirty="0" err="1">
                <a:latin typeface="Calibri" panose="020F0502020204030204" pitchFamily="34" charset="0"/>
                <a:ea typeface="Calibri" panose="020F0502020204030204" pitchFamily="34" charset="0"/>
                <a:cs typeface="Calibri" panose="020F0502020204030204" pitchFamily="34" charset="0"/>
              </a:rPr>
              <a:t>buộc</a:t>
            </a:r>
            <a:r>
              <a:rPr lang="vi-VN" sz="2400" dirty="0">
                <a:latin typeface="Calibri" panose="020F0502020204030204" pitchFamily="34" charset="0"/>
                <a:ea typeface="Calibri" panose="020F0502020204030204" pitchFamily="34" charset="0"/>
                <a:cs typeface="Calibri" panose="020F0502020204030204" pitchFamily="34" charset="0"/>
              </a:rPr>
              <a:t> từ class.</a:t>
            </a:r>
            <a:endParaRPr lang="en-US" sz="2400" dirty="0">
              <a:latin typeface="Calibri" panose="020F0502020204030204" pitchFamily="34" charset="0"/>
              <a:ea typeface="Calibri" panose="020F0502020204030204" pitchFamily="34" charset="0"/>
              <a:cs typeface="Calibri" panose="020F0502020204030204" pitchFamily="34" charset="0"/>
            </a:endParaRPr>
          </a:p>
          <a:p>
            <a:r>
              <a:rPr lang="en-US" sz="2400" dirty="0" err="1">
                <a:latin typeface="Calibri" panose="020F0502020204030204" pitchFamily="34" charset="0"/>
                <a:ea typeface="Calibri" panose="020F0502020204030204" pitchFamily="34" charset="0"/>
                <a:cs typeface="Calibri" panose="020F0502020204030204" pitchFamily="34" charset="0"/>
              </a:rPr>
              <a:t>Các</a:t>
            </a:r>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dirty="0" err="1">
                <a:latin typeface="Calibri" panose="020F0502020204030204" pitchFamily="34" charset="0"/>
                <a:ea typeface="Calibri" panose="020F0502020204030204" pitchFamily="34" charset="0"/>
                <a:cs typeface="Calibri" panose="020F0502020204030204" pitchFamily="34" charset="0"/>
              </a:rPr>
              <a:t>phương</a:t>
            </a:r>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dirty="0" err="1">
                <a:latin typeface="Calibri" panose="020F0502020204030204" pitchFamily="34" charset="0"/>
                <a:ea typeface="Calibri" panose="020F0502020204030204" pitchFamily="34" charset="0"/>
                <a:cs typeface="Calibri" panose="020F0502020204030204" pitchFamily="34" charset="0"/>
              </a:rPr>
              <a:t>pháp</a:t>
            </a:r>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dirty="0">
                <a:solidFill>
                  <a:srgbClr val="222222"/>
                </a:solidFill>
                <a:latin typeface="Calibri" panose="020F0502020204030204" pitchFamily="34" charset="0"/>
                <a:ea typeface="Calibri" panose="020F0502020204030204" pitchFamily="34" charset="0"/>
                <a:cs typeface="Calibri" panose="020F0502020204030204" pitchFamily="34" charset="0"/>
              </a:rPr>
              <a:t>Convention, Data Annotations, Fluent</a:t>
            </a:r>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6">
            <a:extLst>
              <a:ext uri="{FF2B5EF4-FFF2-40B4-BE49-F238E27FC236}">
                <a16:creationId xmlns:a16="http://schemas.microsoft.com/office/drawing/2014/main" id="{90B041FF-51E8-4719-9D8A-98151899F47F}"/>
              </a:ext>
            </a:extLst>
          </p:cNvPr>
          <p:cNvPicPr>
            <a:picLocks noChangeAspect="1"/>
          </p:cNvPicPr>
          <p:nvPr/>
        </p:nvPicPr>
        <p:blipFill>
          <a:blip r:embed="rId3"/>
          <a:stretch>
            <a:fillRect/>
          </a:stretch>
        </p:blipFill>
        <p:spPr>
          <a:xfrm>
            <a:off x="3189298" y="2325042"/>
            <a:ext cx="5813404" cy="4290558"/>
          </a:xfrm>
          <a:prstGeom prst="rect">
            <a:avLst/>
          </a:prstGeom>
        </p:spPr>
      </p:pic>
    </p:spTree>
    <p:extLst>
      <p:ext uri="{BB962C8B-B14F-4D97-AF65-F5344CB8AC3E}">
        <p14:creationId xmlns:p14="http://schemas.microsoft.com/office/powerpoint/2010/main" val="6587854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Conventions Rules</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19</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C</a:t>
            </a:r>
            <a:r>
              <a:rPr lang="vi-VN" sz="2400" dirty="0">
                <a:latin typeface="Times New Roman" panose="02020603050405020304" pitchFamily="18" charset="0"/>
                <a:cs typeface="Times New Roman" panose="02020603050405020304" pitchFamily="18" charset="0"/>
              </a:rPr>
              <a:t>ác bộ quy tắc mặc định tự động cấu hình</a:t>
            </a:r>
            <a:r>
              <a:rPr lang="en-US" sz="2400" dirty="0">
                <a:latin typeface="Times New Roman" panose="02020603050405020304" pitchFamily="18" charset="0"/>
                <a:cs typeface="Times New Roman" panose="02020603050405020304" pitchFamily="18" charset="0"/>
              </a:rPr>
              <a:t>, </a:t>
            </a:r>
            <a:r>
              <a:rPr lang="vi-VN" sz="2400" dirty="0">
                <a:solidFill>
                  <a:srgbClr val="252525"/>
                </a:solidFill>
                <a:latin typeface="Times New Roman" panose="02020603050405020304" pitchFamily="18" charset="0"/>
                <a:cs typeface="Times New Roman" panose="02020603050405020304" pitchFamily="18" charset="0"/>
              </a:rPr>
              <a:t>ánh xạ giữa các lớp .NET và cơ sở dữ liệu</a:t>
            </a:r>
            <a:r>
              <a:rPr lang="en-US" sz="2400" dirty="0">
                <a:solidFill>
                  <a:srgbClr val="252525"/>
                </a:solidFill>
                <a:latin typeface="Times New Roman" panose="02020603050405020304" pitchFamily="18" charset="0"/>
                <a:cs typeface="Times New Roman" panose="02020603050405020304" pitchFamily="18" charset="0"/>
              </a:rPr>
              <a:t> (Table Name, Schema, Column, Data types, </a:t>
            </a:r>
            <a:r>
              <a:rPr lang="en-US" sz="2400" dirty="0" err="1">
                <a:solidFill>
                  <a:srgbClr val="000000"/>
                </a:solidFill>
                <a:latin typeface="Times New Roman" panose="02020603050405020304" pitchFamily="18" charset="0"/>
                <a:cs typeface="Times New Roman" panose="02020603050405020304" pitchFamily="18" charset="0"/>
              </a:rPr>
              <a:t>Nullability</a:t>
            </a:r>
            <a:r>
              <a:rPr lang="en-US" sz="2400" dirty="0">
                <a:solidFill>
                  <a:srgbClr val="252525"/>
                </a:solidFill>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rPr>
              <a:t>với cách tiếp cận Code First.</a:t>
            </a: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vi-VN" sz="2400" dirty="0">
                <a:latin typeface="Times New Roman" panose="02020603050405020304" pitchFamily="18" charset="0"/>
                <a:cs typeface="Times New Roman" panose="02020603050405020304" pitchFamily="18" charset="0"/>
              </a:rPr>
              <a:t>Entity Framework sẽ ánh xạ mỗi domain class sang một bảng CSDL nếu trong lớp context có property DbSet&lt;&gt; tương ứng</a:t>
            </a:r>
            <a:r>
              <a:rPr lang="en-US" sz="2400" dirty="0">
                <a:latin typeface="Times New Roman" panose="02020603050405020304" pitchFamily="18" charset="0"/>
                <a:cs typeface="Times New Roman" panose="02020603050405020304" pitchFamily="18" charset="0"/>
              </a:rPr>
              <a:t>. </a:t>
            </a:r>
          </a:p>
          <a:p>
            <a:pPr marL="457200" indent="-457200">
              <a:buFont typeface="+mj-lt"/>
              <a:buAutoNum type="arabicPeriod"/>
            </a:pPr>
            <a:r>
              <a:rPr lang="en-US" sz="2400" dirty="0" err="1">
                <a:latin typeface="Times New Roman" panose="02020603050405020304" pitchFamily="18" charset="0"/>
                <a:cs typeface="Times New Roman" panose="02020603050405020304" pitchFamily="18" charset="0"/>
              </a:rPr>
              <a:t>Mặc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luôn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schema </a:t>
            </a:r>
            <a:r>
              <a:rPr lang="en-US" sz="2400" dirty="0" err="1">
                <a:latin typeface="Times New Roman" panose="02020603050405020304" pitchFamily="18" charset="0"/>
                <a:cs typeface="Times New Roman" panose="02020603050405020304" pitchFamily="18" charset="0"/>
              </a:rPr>
              <a:t>dbo</a:t>
            </a: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vi-VN" sz="2400" dirty="0">
                <a:latin typeface="Times New Roman" panose="02020603050405020304" pitchFamily="18" charset="0"/>
                <a:cs typeface="Times New Roman" panose="02020603050405020304" pitchFamily="18" charset="0"/>
              </a:rPr>
              <a:t>Tên property của class được sử dụng làm tên cột của bảng CSDL</a:t>
            </a: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vi-VN" sz="2400" dirty="0">
                <a:latin typeface="Times New Roman" panose="02020603050405020304" pitchFamily="18" charset="0"/>
                <a:cs typeface="Times New Roman" panose="02020603050405020304" pitchFamily="18" charset="0"/>
              </a:rPr>
              <a:t>Thứ tự của cột trong bảng CSDL giống như thứ tự của property đó trong class.</a:t>
            </a: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vi-VN" sz="2400" dirty="0">
                <a:latin typeface="Times New Roman" panose="02020603050405020304" pitchFamily="18" charset="0"/>
                <a:cs typeface="Times New Roman" panose="02020603050405020304" pitchFamily="18" charset="0"/>
              </a:rPr>
              <a:t>Entity Framework quy ước tên khóa chính của bảng có thể ở hai dạng: Id, và &lt;Tên class&gt;Id</a:t>
            </a: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vi-VN" sz="2400" dirty="0">
                <a:latin typeface="Times New Roman" panose="02020603050405020304" pitchFamily="18" charset="0"/>
                <a:cs typeface="Times New Roman" panose="02020603050405020304" pitchFamily="18" charset="0"/>
              </a:rPr>
              <a:t>Nếu property thuộc kiểu reference hoặc nullable, cột tương ứng của nó được đánh dấu NULL (cho phép để trống không chứa giá trị). Nếu property thuộc kiểu value, nó sẽ ánh xạ sang cột NotNull (bắt buộc phải có giá trị).</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solidFill>
                <a:srgbClr val="333333"/>
              </a:solidFill>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63821564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Conventions Rules</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20</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buFont typeface="+mj-lt"/>
              <a:buAutoNum type="arabicPeriod" startAt="8"/>
            </a:pPr>
            <a:r>
              <a:rPr lang="en-US" sz="2400" dirty="0">
                <a:latin typeface="Times New Roman" panose="02020603050405020304" pitchFamily="18" charset="0"/>
                <a:cs typeface="Times New Roman" panose="02020603050405020304" pitchFamily="18" charset="0"/>
              </a:rPr>
              <a:t>M</a:t>
            </a:r>
            <a:r>
              <a:rPr lang="vi-VN" sz="2400" dirty="0">
                <a:latin typeface="Times New Roman" panose="02020603050405020304" pitchFamily="18" charset="0"/>
                <a:cs typeface="Times New Roman" panose="02020603050405020304" pitchFamily="18" charset="0"/>
              </a:rPr>
              <a:t>ặc định Entity Framework sẽ thực hiện ánh xạ kiểu của C# sang kiểu của Sql Server theo bảng dưới đây</a:t>
            </a:r>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startAt="8"/>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solidFill>
                <a:srgbClr val="333333"/>
              </a:solidFill>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6">
            <a:extLst>
              <a:ext uri="{FF2B5EF4-FFF2-40B4-BE49-F238E27FC236}">
                <a16:creationId xmlns:a16="http://schemas.microsoft.com/office/drawing/2014/main" id="{669AD980-58A1-47B7-8564-695D93222C9F}"/>
              </a:ext>
            </a:extLst>
          </p:cNvPr>
          <p:cNvPicPr>
            <a:picLocks noChangeAspect="1"/>
          </p:cNvPicPr>
          <p:nvPr/>
        </p:nvPicPr>
        <p:blipFill>
          <a:blip r:embed="rId3"/>
          <a:stretch>
            <a:fillRect/>
          </a:stretch>
        </p:blipFill>
        <p:spPr>
          <a:xfrm>
            <a:off x="3433763" y="1562100"/>
            <a:ext cx="5176837" cy="5005776"/>
          </a:xfrm>
          <a:prstGeom prst="rect">
            <a:avLst/>
          </a:prstGeom>
        </p:spPr>
      </p:pic>
    </p:spTree>
    <p:extLst>
      <p:ext uri="{BB962C8B-B14F-4D97-AF65-F5344CB8AC3E}">
        <p14:creationId xmlns:p14="http://schemas.microsoft.com/office/powerpoint/2010/main" val="290032163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Conventions Rules</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21</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err="1">
                <a:latin typeface="Times New Roman" panose="02020603050405020304" pitchFamily="18" charset="0"/>
                <a:cs typeface="Times New Roman" panose="02020603050405020304" pitchFamily="18" charset="0"/>
              </a:rPr>
              <a:t>Dùng</a:t>
            </a:r>
            <a:r>
              <a:rPr lang="en-US" sz="2400" dirty="0">
                <a:latin typeface="Times New Roman" panose="02020603050405020304" pitchFamily="18" charset="0"/>
                <a:cs typeface="Times New Roman" panose="02020603050405020304" pitchFamily="18" charset="0"/>
              </a:rPr>
              <a:t> code first demo </a:t>
            </a:r>
            <a:r>
              <a:rPr lang="en-US" sz="2400" dirty="0" err="1">
                <a:latin typeface="Times New Roman" panose="02020603050405020304" pitchFamily="18" charset="0"/>
                <a:cs typeface="Times New Roman" panose="02020603050405020304" pitchFamily="18" charset="0"/>
              </a:rPr>
              <a:t>giải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thích</a:t>
            </a:r>
            <a:r>
              <a:rPr lang="en-US" sz="2400" dirty="0">
                <a:latin typeface="Times New Roman" panose="02020603050405020304" pitchFamily="18" charset="0"/>
                <a:cs typeface="Times New Roman" panose="02020603050405020304" pitchFamily="18" charset="0"/>
              </a:rPr>
              <a:t> 8 rules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slide </a:t>
            </a:r>
            <a:r>
              <a:rPr lang="en-US" sz="2400" dirty="0" err="1">
                <a:latin typeface="Times New Roman" panose="02020603050405020304" pitchFamily="18" charset="0"/>
                <a:cs typeface="Times New Roman" panose="02020603050405020304" pitchFamily="18" charset="0"/>
              </a:rPr>
              <a:t>trước</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solidFill>
                <a:srgbClr val="333333"/>
              </a:solidFill>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7">
            <a:extLst>
              <a:ext uri="{FF2B5EF4-FFF2-40B4-BE49-F238E27FC236}">
                <a16:creationId xmlns:a16="http://schemas.microsoft.com/office/drawing/2014/main" id="{52DA0E13-85ED-4CD8-ABBF-6FB89A882B5F}"/>
              </a:ext>
            </a:extLst>
          </p:cNvPr>
          <p:cNvPicPr>
            <a:picLocks noChangeAspect="1"/>
          </p:cNvPicPr>
          <p:nvPr/>
        </p:nvPicPr>
        <p:blipFill>
          <a:blip r:embed="rId3"/>
          <a:stretch>
            <a:fillRect/>
          </a:stretch>
        </p:blipFill>
        <p:spPr>
          <a:xfrm>
            <a:off x="1524000" y="1677875"/>
            <a:ext cx="9144000" cy="4238626"/>
          </a:xfrm>
          <a:prstGeom prst="rect">
            <a:avLst/>
          </a:prstGeom>
        </p:spPr>
      </p:pic>
      <p:pic>
        <p:nvPicPr>
          <p:cNvPr id="9" name="Picture 8">
            <a:extLst>
              <a:ext uri="{FF2B5EF4-FFF2-40B4-BE49-F238E27FC236}">
                <a16:creationId xmlns:a16="http://schemas.microsoft.com/office/drawing/2014/main" id="{FDAB2629-211E-4DB4-98F3-CCFB703C5997}"/>
              </a:ext>
            </a:extLst>
          </p:cNvPr>
          <p:cNvPicPr>
            <a:picLocks noChangeAspect="1"/>
          </p:cNvPicPr>
          <p:nvPr/>
        </p:nvPicPr>
        <p:blipFill>
          <a:blip r:embed="rId4"/>
          <a:stretch>
            <a:fillRect/>
          </a:stretch>
        </p:blipFill>
        <p:spPr>
          <a:xfrm>
            <a:off x="1600200" y="6035254"/>
            <a:ext cx="4876800" cy="458042"/>
          </a:xfrm>
          <a:prstGeom prst="rect">
            <a:avLst/>
          </a:prstGeom>
        </p:spPr>
      </p:pic>
    </p:spTree>
    <p:extLst>
      <p:ext uri="{BB962C8B-B14F-4D97-AF65-F5344CB8AC3E}">
        <p14:creationId xmlns:p14="http://schemas.microsoft.com/office/powerpoint/2010/main" val="20147470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Conventions Rules</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22</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buFont typeface="+mj-lt"/>
              <a:buAutoNum type="arabicPeriod" startAt="9"/>
            </a:pP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bảng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hệ</a:t>
            </a:r>
            <a:r>
              <a:rPr lang="en-US" sz="2400" dirty="0">
                <a:latin typeface="Times New Roman" panose="02020603050405020304" pitchFamily="18" charset="0"/>
                <a:cs typeface="Times New Roman" panose="02020603050405020304" pitchFamily="18" charset="0"/>
              </a:rPr>
              <a:t> Foreign Key,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xây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entity class </a:t>
            </a:r>
            <a:r>
              <a:rPr lang="en-US" sz="2400" dirty="0" err="1">
                <a:latin typeface="Times New Roman" panose="02020603050405020304" pitchFamily="18" charset="0"/>
                <a:cs typeface="Times New Roman" panose="02020603050405020304" pitchFamily="18" charset="0"/>
              </a:rPr>
              <a:t>cần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hệ</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này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nhiều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nhiều</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nhiều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a:t>
            </a:r>
          </a:p>
          <a:p>
            <a:pPr marL="457200" indent="-457200">
              <a:buFont typeface="+mj-lt"/>
              <a:buAutoNum type="arabicPeriod" startAt="9"/>
            </a:pP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hệ</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nhiều</a:t>
            </a:r>
            <a:endParaRPr lang="en-US" sz="2400" dirty="0">
              <a:latin typeface="Times New Roman" panose="02020603050405020304" pitchFamily="18" charset="0"/>
              <a:cs typeface="Times New Roman" panose="02020603050405020304" pitchFamily="18" charset="0"/>
            </a:endParaRPr>
          </a:p>
          <a:p>
            <a:pPr marL="400050" lvl="1" indent="0">
              <a:buNone/>
            </a:pPr>
            <a:endParaRPr lang="en-US" sz="16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buNone/>
            </a:pPr>
            <a:endParaRPr lang="en-US" dirty="0">
              <a:solidFill>
                <a:srgbClr val="333333"/>
              </a:solidFill>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10" name="Picture 9">
            <a:extLst>
              <a:ext uri="{FF2B5EF4-FFF2-40B4-BE49-F238E27FC236}">
                <a16:creationId xmlns:a16="http://schemas.microsoft.com/office/drawing/2014/main" id="{8E2011F8-FDBB-4970-93B7-4B2C73BD2BDF}"/>
              </a:ext>
            </a:extLst>
          </p:cNvPr>
          <p:cNvPicPr>
            <a:picLocks noChangeAspect="1"/>
          </p:cNvPicPr>
          <p:nvPr/>
        </p:nvPicPr>
        <p:blipFill>
          <a:blip r:embed="rId3"/>
          <a:stretch>
            <a:fillRect/>
          </a:stretch>
        </p:blipFill>
        <p:spPr>
          <a:xfrm>
            <a:off x="1418494" y="2479675"/>
            <a:ext cx="9115425" cy="3876675"/>
          </a:xfrm>
          <a:prstGeom prst="rect">
            <a:avLst/>
          </a:prstGeom>
        </p:spPr>
      </p:pic>
    </p:spTree>
    <p:extLst>
      <p:ext uri="{BB962C8B-B14F-4D97-AF65-F5344CB8AC3E}">
        <p14:creationId xmlns:p14="http://schemas.microsoft.com/office/powerpoint/2010/main" val="154834422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Conventions Rules</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23</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buFont typeface="+mj-lt"/>
              <a:buAutoNum type="arabicPeriod" startAt="10"/>
            </a:pP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hệ</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nhiều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qua Collection Navigation Property</a:t>
            </a:r>
          </a:p>
          <a:p>
            <a:pPr marL="400050" lvl="1" indent="0">
              <a:buNone/>
            </a:pPr>
            <a:endParaRPr lang="en-US" sz="16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buNone/>
            </a:pPr>
            <a:endParaRPr lang="en-US" dirty="0">
              <a:solidFill>
                <a:srgbClr val="333333"/>
              </a:solidFill>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7">
            <a:extLst>
              <a:ext uri="{FF2B5EF4-FFF2-40B4-BE49-F238E27FC236}">
                <a16:creationId xmlns:a16="http://schemas.microsoft.com/office/drawing/2014/main" id="{D715AF16-9693-4F24-A66A-48AF8D0AC3D2}"/>
              </a:ext>
            </a:extLst>
          </p:cNvPr>
          <p:cNvPicPr>
            <a:picLocks noChangeAspect="1"/>
          </p:cNvPicPr>
          <p:nvPr/>
        </p:nvPicPr>
        <p:blipFill>
          <a:blip r:embed="rId3"/>
          <a:stretch>
            <a:fillRect/>
          </a:stretch>
        </p:blipFill>
        <p:spPr>
          <a:xfrm>
            <a:off x="2786592" y="2039937"/>
            <a:ext cx="6618816" cy="4148138"/>
          </a:xfrm>
          <a:prstGeom prst="rect">
            <a:avLst/>
          </a:prstGeom>
        </p:spPr>
      </p:pic>
    </p:spTree>
    <p:extLst>
      <p:ext uri="{BB962C8B-B14F-4D97-AF65-F5344CB8AC3E}">
        <p14:creationId xmlns:p14="http://schemas.microsoft.com/office/powerpoint/2010/main" val="83927706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Conventions Rules</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24</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buFont typeface="+mj-lt"/>
              <a:buAutoNum type="arabicPeriod" startAt="11"/>
            </a:pP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hệ</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một</a:t>
            </a:r>
            <a:endParaRPr lang="en-US" sz="24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8">
            <a:extLst>
              <a:ext uri="{FF2B5EF4-FFF2-40B4-BE49-F238E27FC236}">
                <a16:creationId xmlns:a16="http://schemas.microsoft.com/office/drawing/2014/main" id="{5E64001B-D5F4-4641-B402-6B92CE680461}"/>
              </a:ext>
            </a:extLst>
          </p:cNvPr>
          <p:cNvPicPr>
            <a:picLocks noChangeAspect="1"/>
          </p:cNvPicPr>
          <p:nvPr/>
        </p:nvPicPr>
        <p:blipFill>
          <a:blip r:embed="rId3"/>
          <a:stretch>
            <a:fillRect/>
          </a:stretch>
        </p:blipFill>
        <p:spPr>
          <a:xfrm>
            <a:off x="3405188" y="1578518"/>
            <a:ext cx="5381625" cy="4777833"/>
          </a:xfrm>
          <a:prstGeom prst="rect">
            <a:avLst/>
          </a:prstGeom>
        </p:spPr>
      </p:pic>
    </p:spTree>
    <p:extLst>
      <p:ext uri="{BB962C8B-B14F-4D97-AF65-F5344CB8AC3E}">
        <p14:creationId xmlns:p14="http://schemas.microsoft.com/office/powerpoint/2010/main" val="255832693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p:cNvSpPr>
            <a:spLocks noGrp="1"/>
          </p:cNvSpPr>
          <p:nvPr>
            <p:ph type="body" sz="quarter" idx="13"/>
          </p:nvPr>
        </p:nvSpPr>
        <p:spPr/>
        <p:txBody>
          <a:bodyPr/>
          <a:lstStyle/>
          <a:p>
            <a:endParaRPr lang="en-US"/>
          </a:p>
        </p:txBody>
      </p:sp>
      <p:sp>
        <p:nvSpPr>
          <p:cNvPr id="31" name="Text Placeholder 30"/>
          <p:cNvSpPr>
            <a:spLocks noGrp="1"/>
          </p:cNvSpPr>
          <p:nvPr>
            <p:ph type="body" sz="quarter" idx="22"/>
          </p:nvPr>
        </p:nvSpPr>
        <p:spPr/>
        <p:txBody>
          <a:bodyPr/>
          <a:lstStyle/>
          <a:p>
            <a:endParaRPr lang="en-US" dirty="0"/>
          </a:p>
        </p:txBody>
      </p:sp>
      <p:sp>
        <p:nvSpPr>
          <p:cNvPr id="2" name="Title 1"/>
          <p:cNvSpPr>
            <a:spLocks noGrp="1"/>
          </p:cNvSpPr>
          <p:nvPr>
            <p:ph type="title"/>
          </p:nvPr>
        </p:nvSpPr>
        <p:spPr/>
        <p:txBody>
          <a:bodyPr>
            <a:noAutofit/>
          </a:bodyPr>
          <a:lstStyle/>
          <a:p>
            <a:r>
              <a:rPr lang="en-US" sz="3600" dirty="0" err="1" smtClean="0">
                <a:solidFill>
                  <a:srgbClr val="FFC000"/>
                </a:solidFill>
              </a:rPr>
              <a:t>Hãy</a:t>
            </a:r>
            <a:r>
              <a:rPr lang="en-US" sz="3600" dirty="0" smtClean="0">
                <a:solidFill>
                  <a:srgbClr val="FFC000"/>
                </a:solidFill>
              </a:rPr>
              <a:t> </a:t>
            </a:r>
            <a:r>
              <a:rPr lang="en-US" sz="3600" dirty="0" err="1" smtClean="0">
                <a:solidFill>
                  <a:srgbClr val="FFC000"/>
                </a:solidFill>
              </a:rPr>
              <a:t>thực</a:t>
            </a:r>
            <a:r>
              <a:rPr lang="en-US" sz="3600" dirty="0" smtClean="0">
                <a:solidFill>
                  <a:srgbClr val="FFC000"/>
                </a:solidFill>
              </a:rPr>
              <a:t> </a:t>
            </a:r>
            <a:r>
              <a:rPr lang="en-US" sz="3600" dirty="0" err="1" smtClean="0">
                <a:solidFill>
                  <a:srgbClr val="FFC000"/>
                </a:solidFill>
              </a:rPr>
              <a:t>hiện</a:t>
            </a:r>
            <a:r>
              <a:rPr lang="en-US" sz="3600" dirty="0" smtClean="0">
                <a:solidFill>
                  <a:srgbClr val="FFC000"/>
                </a:solidFill>
              </a:rPr>
              <a:t> </a:t>
            </a:r>
            <a:r>
              <a:rPr lang="en-US" sz="3600" dirty="0" err="1" smtClean="0">
                <a:solidFill>
                  <a:srgbClr val="FFC000"/>
                </a:solidFill>
              </a:rPr>
              <a:t>các</a:t>
            </a:r>
            <a:r>
              <a:rPr lang="en-US" sz="3600" dirty="0" smtClean="0">
                <a:solidFill>
                  <a:srgbClr val="FFC000"/>
                </a:solidFill>
              </a:rPr>
              <a:t> </a:t>
            </a:r>
            <a:r>
              <a:rPr lang="en-US" sz="3600" dirty="0" err="1" smtClean="0">
                <a:solidFill>
                  <a:srgbClr val="FFC000"/>
                </a:solidFill>
              </a:rPr>
              <a:t>ví</a:t>
            </a:r>
            <a:r>
              <a:rPr lang="en-US" sz="3600" dirty="0" smtClean="0">
                <a:solidFill>
                  <a:srgbClr val="FFC000"/>
                </a:solidFill>
              </a:rPr>
              <a:t> </a:t>
            </a:r>
            <a:r>
              <a:rPr lang="en-US" sz="3600" dirty="0" err="1" smtClean="0">
                <a:solidFill>
                  <a:srgbClr val="FFC000"/>
                </a:solidFill>
              </a:rPr>
              <a:t>dụ</a:t>
            </a:r>
            <a:endParaRPr lang="en-US" sz="3600" dirty="0">
              <a:solidFill>
                <a:srgbClr val="FFC000"/>
              </a:solidFill>
            </a:endParaRPr>
          </a:p>
        </p:txBody>
      </p:sp>
      <p:sp>
        <p:nvSpPr>
          <p:cNvPr id="32" name="Text Placeholder 31"/>
          <p:cNvSpPr>
            <a:spLocks noGrp="1"/>
          </p:cNvSpPr>
          <p:nvPr>
            <p:ph type="body" sz="quarter" idx="23"/>
          </p:nvPr>
        </p:nvSpPr>
        <p:spPr/>
        <p:txBody>
          <a:bodyPr/>
          <a:lstStyle/>
          <a:p>
            <a:endParaRPr lang="en-US"/>
          </a:p>
        </p:txBody>
      </p:sp>
      <p:sp>
        <p:nvSpPr>
          <p:cNvPr id="4" name="Footer Placeholder 3"/>
          <p:cNvSpPr>
            <a:spLocks noGrp="1"/>
          </p:cNvSpPr>
          <p:nvPr>
            <p:ph type="ftr" sz="quarter" idx="4294967295"/>
          </p:nvPr>
        </p:nvSpPr>
        <p:spPr>
          <a:xfrm>
            <a:off x="0" y="6005146"/>
            <a:ext cx="12054254" cy="792529"/>
          </a:xfrm>
          <a:prstGeom prst="rect">
            <a:avLst/>
          </a:prstGeom>
        </p:spPr>
        <p:txBody>
          <a:bodyPr/>
          <a:lstStyle/>
          <a:p>
            <a:pPr algn="ctr"/>
            <a:r>
              <a:rPr lang="vi-VN" dirty="0"/>
              <a:t>Lập trình C#3</a:t>
            </a:r>
            <a:endParaRPr lang="en-US" dirty="0"/>
          </a:p>
        </p:txBody>
      </p:sp>
      <p:sp>
        <p:nvSpPr>
          <p:cNvPr id="5" name="Slide Number Placeholder 4"/>
          <p:cNvSpPr>
            <a:spLocks noGrp="1"/>
          </p:cNvSpPr>
          <p:nvPr>
            <p:ph type="sldNum" sz="quarter" idx="4294967295"/>
          </p:nvPr>
        </p:nvSpPr>
        <p:spPr>
          <a:xfrm>
            <a:off x="0" y="6340475"/>
            <a:ext cx="533400" cy="517525"/>
          </a:xfrm>
          <a:prstGeom prst="rect">
            <a:avLst/>
          </a:prstGeom>
        </p:spPr>
        <p:txBody>
          <a:bodyPr/>
          <a:lstStyle/>
          <a:p>
            <a:fld id="{8AACEE26-D979-411F-B229-D9F26BAEDF07}" type="slidenum">
              <a:rPr lang="en-US" smtClean="0"/>
              <a:t>25</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6000" dirty="0" smtClean="0">
                <a:solidFill>
                  <a:srgbClr val="FF0000"/>
                </a:solidFill>
              </a:rPr>
              <a:t>				  </a:t>
            </a:r>
            <a:r>
              <a:rPr lang="en-US" sz="6000" dirty="0" smtClean="0">
                <a:solidFill>
                  <a:schemeClr val="bg1"/>
                </a:solidFill>
              </a:rPr>
              <a:t>DEMO</a:t>
            </a:r>
            <a:endParaRPr lang="en-US" sz="6000" dirty="0">
              <a:solidFill>
                <a:schemeClr val="bg1"/>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04322" y="0"/>
            <a:ext cx="1828919" cy="1312750"/>
          </a:xfrm>
          <a:prstGeom prst="rect">
            <a:avLst/>
          </a:prstGeom>
        </p:spPr>
      </p:pic>
    </p:spTree>
    <p:extLst>
      <p:ext uri="{BB962C8B-B14F-4D97-AF65-F5344CB8AC3E}">
        <p14:creationId xmlns:p14="http://schemas.microsoft.com/office/powerpoint/2010/main" val="214218831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Code first </a:t>
            </a:r>
            <a:r>
              <a:rPr lang="en-US" sz="4800" b="1" dirty="0" err="1">
                <a:solidFill>
                  <a:srgbClr val="FF0000"/>
                </a:solidFill>
                <a:latin typeface="+mn-lt"/>
              </a:rPr>
              <a:t>và</a:t>
            </a:r>
            <a:r>
              <a:rPr lang="en-US" sz="4800" b="1" dirty="0">
                <a:solidFill>
                  <a:srgbClr val="FF0000"/>
                </a:solidFill>
                <a:latin typeface="+mn-lt"/>
              </a:rPr>
              <a:t> razor view</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26</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latin typeface="Times New Roman" panose="02020603050405020304" pitchFamily="18" charset="0"/>
                <a:cs typeface="Times New Roman" panose="02020603050405020304" pitchFamily="18" charset="0"/>
              </a:rPr>
              <a:t>Code first </a:t>
            </a:r>
            <a:r>
              <a:rPr lang="en-US" sz="2400" dirty="0" err="1">
                <a:latin typeface="Times New Roman" panose="02020603050405020304" pitchFamily="18" charset="0"/>
                <a:cs typeface="Times New Roman" panose="02020603050405020304" pitchFamily="18" charset="0"/>
              </a:rPr>
              <a:t>kết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hợp</a:t>
            </a:r>
            <a:r>
              <a:rPr lang="en-US" sz="2400" dirty="0">
                <a:latin typeface="Times New Roman" panose="02020603050405020304" pitchFamily="18" charset="0"/>
                <a:cs typeface="Times New Roman" panose="02020603050405020304" pitchFamily="18" charset="0"/>
              </a:rPr>
              <a:t> Razor View Engine </a:t>
            </a:r>
            <a:r>
              <a:rPr lang="en-US" sz="2400" dirty="0" err="1">
                <a:latin typeface="Times New Roman" panose="02020603050405020304" pitchFamily="18" charset="0"/>
                <a:cs typeface="Times New Roman" panose="02020603050405020304" pitchFamily="18" charset="0"/>
              </a:rPr>
              <a:t>tạo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giúp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năng</a:t>
            </a:r>
            <a:r>
              <a:rPr lang="en-US" sz="2400" dirty="0">
                <a:latin typeface="Times New Roman" panose="02020603050405020304" pitchFamily="18" charset="0"/>
                <a:cs typeface="Times New Roman" panose="02020603050405020304" pitchFamily="18" charset="0"/>
              </a:rPr>
              <a:t> crud </a:t>
            </a:r>
            <a:r>
              <a:rPr lang="en-US" sz="2400" dirty="0" err="1">
                <a:latin typeface="Times New Roman" panose="02020603050405020304" pitchFamily="18" charset="0"/>
                <a:cs typeface="Times New Roman" panose="02020603050405020304" pitchFamily="18" charset="0"/>
              </a:rPr>
              <a:t>trực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endParaRPr lang="en-US" sz="2400" dirty="0">
              <a:latin typeface="Times New Roman" panose="02020603050405020304" pitchFamily="18" charset="0"/>
              <a:cs typeface="Times New Roman" panose="02020603050405020304" pitchFamily="18" charset="0"/>
            </a:endParaRPr>
          </a:p>
          <a:p>
            <a:r>
              <a:rPr lang="en-US" sz="2400" dirty="0" err="1">
                <a:latin typeface="Times New Roman" panose="02020603050405020304" pitchFamily="18" charset="0"/>
                <a:cs typeface="Times New Roman" panose="02020603050405020304" pitchFamily="18" charset="0"/>
              </a:rPr>
              <a:t>Ví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a:t>
            </a:r>
            <a:r>
              <a:rPr lang="en-US" sz="2400" dirty="0">
                <a:latin typeface="Times New Roman" panose="02020603050405020304" pitchFamily="18" charset="0"/>
                <a:cs typeface="Times New Roman" panose="02020603050405020304" pitchFamily="18" charset="0"/>
              </a:rPr>
              <a:t> code first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razor view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năng</a:t>
            </a:r>
            <a:r>
              <a:rPr lang="en-US" sz="2400" dirty="0">
                <a:latin typeface="Times New Roman" panose="02020603050405020304" pitchFamily="18" charset="0"/>
                <a:cs typeface="Times New Roman" panose="02020603050405020304" pitchFamily="18" charset="0"/>
              </a:rPr>
              <a:t> crud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tin Product </a:t>
            </a:r>
          </a:p>
          <a:p>
            <a:pPr marL="0" indent="0">
              <a:buNone/>
            </a:pPr>
            <a:endParaRPr lang="en-US" sz="2400" dirty="0">
              <a:solidFill>
                <a:srgbClr val="333333"/>
              </a:solidFill>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7">
            <a:extLst>
              <a:ext uri="{FF2B5EF4-FFF2-40B4-BE49-F238E27FC236}">
                <a16:creationId xmlns:a16="http://schemas.microsoft.com/office/drawing/2014/main" id="{D5605ED8-897E-4F86-9F7D-FC065CE19842}"/>
              </a:ext>
            </a:extLst>
          </p:cNvPr>
          <p:cNvPicPr>
            <a:picLocks noChangeAspect="1"/>
          </p:cNvPicPr>
          <p:nvPr/>
        </p:nvPicPr>
        <p:blipFill>
          <a:blip r:embed="rId3"/>
          <a:stretch>
            <a:fillRect/>
          </a:stretch>
        </p:blipFill>
        <p:spPr>
          <a:xfrm>
            <a:off x="527539" y="2972103"/>
            <a:ext cx="3333750" cy="2124075"/>
          </a:xfrm>
          <a:prstGeom prst="rect">
            <a:avLst/>
          </a:prstGeom>
        </p:spPr>
      </p:pic>
      <p:pic>
        <p:nvPicPr>
          <p:cNvPr id="10" name="Picture 9">
            <a:extLst>
              <a:ext uri="{FF2B5EF4-FFF2-40B4-BE49-F238E27FC236}">
                <a16:creationId xmlns:a16="http://schemas.microsoft.com/office/drawing/2014/main" id="{014FF83F-BA6B-4059-9B36-3608AEAD2D64}"/>
              </a:ext>
            </a:extLst>
          </p:cNvPr>
          <p:cNvPicPr>
            <a:picLocks noChangeAspect="1"/>
          </p:cNvPicPr>
          <p:nvPr/>
        </p:nvPicPr>
        <p:blipFill>
          <a:blip r:embed="rId4"/>
          <a:stretch>
            <a:fillRect/>
          </a:stretch>
        </p:blipFill>
        <p:spPr>
          <a:xfrm>
            <a:off x="6096000" y="2710409"/>
            <a:ext cx="3962400" cy="752475"/>
          </a:xfrm>
          <a:prstGeom prst="rect">
            <a:avLst/>
          </a:prstGeom>
        </p:spPr>
      </p:pic>
      <p:pic>
        <p:nvPicPr>
          <p:cNvPr id="11" name="Picture 10">
            <a:extLst>
              <a:ext uri="{FF2B5EF4-FFF2-40B4-BE49-F238E27FC236}">
                <a16:creationId xmlns:a16="http://schemas.microsoft.com/office/drawing/2014/main" id="{EF59C2E0-6397-403F-BAA5-4004F6883C1C}"/>
              </a:ext>
            </a:extLst>
          </p:cNvPr>
          <p:cNvPicPr>
            <a:picLocks noChangeAspect="1"/>
          </p:cNvPicPr>
          <p:nvPr/>
        </p:nvPicPr>
        <p:blipFill>
          <a:blip r:embed="rId5"/>
          <a:stretch>
            <a:fillRect/>
          </a:stretch>
        </p:blipFill>
        <p:spPr>
          <a:xfrm>
            <a:off x="5630435" y="4034140"/>
            <a:ext cx="4654673" cy="2413000"/>
          </a:xfrm>
          <a:prstGeom prst="rect">
            <a:avLst/>
          </a:prstGeom>
        </p:spPr>
      </p:pic>
      <p:sp>
        <p:nvSpPr>
          <p:cNvPr id="3" name="Down Arrow 2"/>
          <p:cNvSpPr/>
          <p:nvPr/>
        </p:nvSpPr>
        <p:spPr>
          <a:xfrm>
            <a:off x="7957771" y="3527484"/>
            <a:ext cx="45719" cy="7367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p:nvPr/>
        </p:nvCxnSpPr>
        <p:spPr>
          <a:xfrm>
            <a:off x="3907007" y="3763108"/>
            <a:ext cx="1723428" cy="7297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18438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Code first </a:t>
            </a:r>
            <a:r>
              <a:rPr lang="en-US" sz="4800" b="1" dirty="0" err="1">
                <a:solidFill>
                  <a:srgbClr val="FF0000"/>
                </a:solidFill>
                <a:latin typeface="+mn-lt"/>
              </a:rPr>
              <a:t>và</a:t>
            </a:r>
            <a:r>
              <a:rPr lang="en-US" sz="4800" b="1" dirty="0">
                <a:solidFill>
                  <a:srgbClr val="FF0000"/>
                </a:solidFill>
                <a:latin typeface="+mn-lt"/>
              </a:rPr>
              <a:t> razor view</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27</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err="1">
                <a:latin typeface="Times New Roman" panose="02020603050405020304" pitchFamily="18" charset="0"/>
                <a:cs typeface="Times New Roman" panose="02020603050405020304" pitchFamily="18" charset="0"/>
              </a:rPr>
              <a:t>Ví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a:t>
            </a:r>
            <a:r>
              <a:rPr lang="en-US" sz="2400" dirty="0">
                <a:latin typeface="Times New Roman" panose="02020603050405020304" pitchFamily="18" charset="0"/>
                <a:cs typeface="Times New Roman" panose="02020603050405020304" pitchFamily="18" charset="0"/>
              </a:rPr>
              <a:t> code first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razor view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năng</a:t>
            </a:r>
            <a:r>
              <a:rPr lang="en-US" sz="2400" dirty="0">
                <a:latin typeface="Times New Roman" panose="02020603050405020304" pitchFamily="18" charset="0"/>
                <a:cs typeface="Times New Roman" panose="02020603050405020304" pitchFamily="18" charset="0"/>
              </a:rPr>
              <a:t> crud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tin Product,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controller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view </a:t>
            </a:r>
            <a:r>
              <a:rPr lang="en-US" sz="2400" dirty="0" err="1">
                <a:latin typeface="Times New Roman" panose="02020603050405020304" pitchFamily="18" charset="0"/>
                <a:cs typeface="Times New Roman" panose="02020603050405020304" pitchFamily="18" charset="0"/>
              </a:rPr>
              <a:t>tương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ứng</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solidFill>
                <a:srgbClr val="333333"/>
              </a:solidFill>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
        <p:nvSpPr>
          <p:cNvPr id="13" name="Rectangle 12">
            <a:extLst>
              <a:ext uri="{FF2B5EF4-FFF2-40B4-BE49-F238E27FC236}">
                <a16:creationId xmlns:a16="http://schemas.microsoft.com/office/drawing/2014/main" id="{C036B168-173D-4842-A150-D25487D18AD7}"/>
              </a:ext>
            </a:extLst>
          </p:cNvPr>
          <p:cNvSpPr/>
          <p:nvPr/>
        </p:nvSpPr>
        <p:spPr>
          <a:xfrm>
            <a:off x="1560443" y="2725945"/>
            <a:ext cx="17526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Đọc dữ liệu</a:t>
            </a:r>
          </a:p>
        </p:txBody>
      </p:sp>
      <p:pic>
        <p:nvPicPr>
          <p:cNvPr id="15" name="Picture 14">
            <a:extLst>
              <a:ext uri="{FF2B5EF4-FFF2-40B4-BE49-F238E27FC236}">
                <a16:creationId xmlns:a16="http://schemas.microsoft.com/office/drawing/2014/main" id="{C59579AC-1A65-4899-A23B-07C9E9467B38}"/>
              </a:ext>
            </a:extLst>
          </p:cNvPr>
          <p:cNvPicPr>
            <a:picLocks noChangeAspect="1"/>
          </p:cNvPicPr>
          <p:nvPr/>
        </p:nvPicPr>
        <p:blipFill>
          <a:blip r:embed="rId3"/>
          <a:stretch>
            <a:fillRect/>
          </a:stretch>
        </p:blipFill>
        <p:spPr>
          <a:xfrm>
            <a:off x="1524001" y="3078784"/>
            <a:ext cx="4012765" cy="2368826"/>
          </a:xfrm>
          <a:prstGeom prst="rect">
            <a:avLst/>
          </a:prstGeom>
        </p:spPr>
      </p:pic>
      <p:pic>
        <p:nvPicPr>
          <p:cNvPr id="16" name="Picture 15">
            <a:extLst>
              <a:ext uri="{FF2B5EF4-FFF2-40B4-BE49-F238E27FC236}">
                <a16:creationId xmlns:a16="http://schemas.microsoft.com/office/drawing/2014/main" id="{6F069EF5-CEE5-4F23-AA5E-F70B2B1141A9}"/>
              </a:ext>
            </a:extLst>
          </p:cNvPr>
          <p:cNvPicPr>
            <a:picLocks noChangeAspect="1"/>
          </p:cNvPicPr>
          <p:nvPr/>
        </p:nvPicPr>
        <p:blipFill>
          <a:blip r:embed="rId4"/>
          <a:stretch>
            <a:fillRect/>
          </a:stretch>
        </p:blipFill>
        <p:spPr>
          <a:xfrm>
            <a:off x="6829172" y="1937301"/>
            <a:ext cx="4443205" cy="4234899"/>
          </a:xfrm>
          <a:prstGeom prst="rect">
            <a:avLst/>
          </a:prstGeom>
        </p:spPr>
      </p:pic>
      <p:sp>
        <p:nvSpPr>
          <p:cNvPr id="9" name="Right Arrow 8"/>
          <p:cNvSpPr/>
          <p:nvPr/>
        </p:nvSpPr>
        <p:spPr>
          <a:xfrm>
            <a:off x="5536766" y="4054750"/>
            <a:ext cx="1180557" cy="1040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959148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Code first </a:t>
            </a:r>
            <a:r>
              <a:rPr lang="en-US" sz="4800" b="1" dirty="0" err="1">
                <a:solidFill>
                  <a:srgbClr val="FF0000"/>
                </a:solidFill>
                <a:latin typeface="+mn-lt"/>
              </a:rPr>
              <a:t>và</a:t>
            </a:r>
            <a:r>
              <a:rPr lang="en-US" sz="4800" b="1" dirty="0">
                <a:solidFill>
                  <a:srgbClr val="FF0000"/>
                </a:solidFill>
                <a:latin typeface="+mn-lt"/>
              </a:rPr>
              <a:t> razor view</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28</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18" name="Picture 17">
            <a:extLst>
              <a:ext uri="{FF2B5EF4-FFF2-40B4-BE49-F238E27FC236}">
                <a16:creationId xmlns:a16="http://schemas.microsoft.com/office/drawing/2014/main" id="{D3870CE7-3A99-44F9-83E9-03CCBDB5C82E}"/>
              </a:ext>
            </a:extLst>
          </p:cNvPr>
          <p:cNvPicPr>
            <a:picLocks noChangeAspect="1"/>
          </p:cNvPicPr>
          <p:nvPr/>
        </p:nvPicPr>
        <p:blipFill>
          <a:blip r:embed="rId3"/>
          <a:stretch>
            <a:fillRect/>
          </a:stretch>
        </p:blipFill>
        <p:spPr>
          <a:xfrm>
            <a:off x="1189892" y="2732580"/>
            <a:ext cx="3505200" cy="3700458"/>
          </a:xfrm>
          <a:prstGeom prst="rect">
            <a:avLst/>
          </a:prstGeom>
        </p:spPr>
      </p:pic>
      <p:sp>
        <p:nvSpPr>
          <p:cNvPr id="19" name="Rectangle 18">
            <a:extLst>
              <a:ext uri="{FF2B5EF4-FFF2-40B4-BE49-F238E27FC236}">
                <a16:creationId xmlns:a16="http://schemas.microsoft.com/office/drawing/2014/main" id="{C036B168-173D-4842-A150-D25487D18AD7}"/>
              </a:ext>
            </a:extLst>
          </p:cNvPr>
          <p:cNvSpPr/>
          <p:nvPr/>
        </p:nvSpPr>
        <p:spPr>
          <a:xfrm>
            <a:off x="1189892" y="2335705"/>
            <a:ext cx="17526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Thêm</a:t>
            </a:r>
            <a:r>
              <a:rPr lang="en-US" dirty="0"/>
              <a:t> </a:t>
            </a:r>
            <a:r>
              <a:rPr lang="en-US" dirty="0" err="1" smtClean="0"/>
              <a:t>dữ</a:t>
            </a:r>
            <a:r>
              <a:rPr lang="en-US" dirty="0" smtClean="0"/>
              <a:t>	 </a:t>
            </a:r>
            <a:r>
              <a:rPr lang="en-US" dirty="0"/>
              <a:t>liệu</a:t>
            </a:r>
          </a:p>
        </p:txBody>
      </p:sp>
      <p:pic>
        <p:nvPicPr>
          <p:cNvPr id="20" name="Picture 19">
            <a:extLst>
              <a:ext uri="{FF2B5EF4-FFF2-40B4-BE49-F238E27FC236}">
                <a16:creationId xmlns:a16="http://schemas.microsoft.com/office/drawing/2014/main" id="{B67792C2-100F-4EF3-BFDB-9FD4D991D81A}"/>
              </a:ext>
            </a:extLst>
          </p:cNvPr>
          <p:cNvPicPr>
            <a:picLocks noChangeAspect="1"/>
          </p:cNvPicPr>
          <p:nvPr/>
        </p:nvPicPr>
        <p:blipFill>
          <a:blip r:embed="rId4"/>
          <a:stretch>
            <a:fillRect/>
          </a:stretch>
        </p:blipFill>
        <p:spPr>
          <a:xfrm>
            <a:off x="5939756" y="914404"/>
            <a:ext cx="4913678" cy="5807071"/>
          </a:xfrm>
          <a:prstGeom prst="rect">
            <a:avLst/>
          </a:prstGeom>
        </p:spPr>
      </p:pic>
      <p:sp>
        <p:nvSpPr>
          <p:cNvPr id="3" name="Right Arrow 2"/>
          <p:cNvSpPr/>
          <p:nvPr/>
        </p:nvSpPr>
        <p:spPr>
          <a:xfrm>
            <a:off x="4695092" y="4227343"/>
            <a:ext cx="1096108"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015254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Code first </a:t>
            </a:r>
            <a:r>
              <a:rPr lang="en-US" sz="4800" b="1" dirty="0" err="1">
                <a:solidFill>
                  <a:srgbClr val="FF0000"/>
                </a:solidFill>
                <a:latin typeface="+mn-lt"/>
              </a:rPr>
              <a:t>và</a:t>
            </a:r>
            <a:r>
              <a:rPr lang="en-US" sz="4800" b="1" dirty="0">
                <a:solidFill>
                  <a:srgbClr val="FF0000"/>
                </a:solidFill>
                <a:latin typeface="+mn-lt"/>
              </a:rPr>
              <a:t> razor view</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29</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
        <p:nvSpPr>
          <p:cNvPr id="19" name="Rectangle 18">
            <a:extLst>
              <a:ext uri="{FF2B5EF4-FFF2-40B4-BE49-F238E27FC236}">
                <a16:creationId xmlns:a16="http://schemas.microsoft.com/office/drawing/2014/main" id="{C036B168-173D-4842-A150-D25487D18AD7}"/>
              </a:ext>
            </a:extLst>
          </p:cNvPr>
          <p:cNvSpPr/>
          <p:nvPr/>
        </p:nvSpPr>
        <p:spPr>
          <a:xfrm>
            <a:off x="673066" y="2100874"/>
            <a:ext cx="1869832"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Cập</a:t>
            </a:r>
            <a:r>
              <a:rPr lang="en-US" dirty="0" smtClean="0"/>
              <a:t> </a:t>
            </a:r>
            <a:r>
              <a:rPr lang="en-US" dirty="0" err="1" smtClean="0"/>
              <a:t>nhật</a:t>
            </a:r>
            <a:r>
              <a:rPr lang="en-US" dirty="0" smtClean="0"/>
              <a:t> </a:t>
            </a:r>
            <a:r>
              <a:rPr lang="en-US" dirty="0" err="1" smtClean="0"/>
              <a:t>dữ</a:t>
            </a:r>
            <a:r>
              <a:rPr lang="en-US" dirty="0" smtClean="0"/>
              <a:t> </a:t>
            </a:r>
            <a:r>
              <a:rPr lang="en-US" dirty="0"/>
              <a:t>liệu</a:t>
            </a:r>
          </a:p>
        </p:txBody>
      </p:sp>
      <p:sp>
        <p:nvSpPr>
          <p:cNvPr id="3" name="Right Arrow 2"/>
          <p:cNvSpPr/>
          <p:nvPr/>
        </p:nvSpPr>
        <p:spPr>
          <a:xfrm>
            <a:off x="4806462" y="4095176"/>
            <a:ext cx="1116623" cy="23739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E02FC3A9-2EF3-4AEA-8561-86975FD85E8A}"/>
              </a:ext>
            </a:extLst>
          </p:cNvPr>
          <p:cNvPicPr>
            <a:picLocks noChangeAspect="1"/>
          </p:cNvPicPr>
          <p:nvPr/>
        </p:nvPicPr>
        <p:blipFill>
          <a:blip r:embed="rId3"/>
          <a:stretch>
            <a:fillRect/>
          </a:stretch>
        </p:blipFill>
        <p:spPr>
          <a:xfrm>
            <a:off x="656492" y="2545497"/>
            <a:ext cx="4038600" cy="3336752"/>
          </a:xfrm>
          <a:prstGeom prst="rect">
            <a:avLst/>
          </a:prstGeom>
        </p:spPr>
      </p:pic>
      <p:pic>
        <p:nvPicPr>
          <p:cNvPr id="13" name="Picture 12">
            <a:extLst>
              <a:ext uri="{FF2B5EF4-FFF2-40B4-BE49-F238E27FC236}">
                <a16:creationId xmlns:a16="http://schemas.microsoft.com/office/drawing/2014/main" id="{F24D5D5C-5505-49F5-A538-1447287A5B1A}"/>
              </a:ext>
            </a:extLst>
          </p:cNvPr>
          <p:cNvPicPr>
            <a:picLocks noChangeAspect="1"/>
          </p:cNvPicPr>
          <p:nvPr/>
        </p:nvPicPr>
        <p:blipFill>
          <a:blip r:embed="rId4"/>
          <a:stretch>
            <a:fillRect/>
          </a:stretch>
        </p:blipFill>
        <p:spPr>
          <a:xfrm>
            <a:off x="6096000" y="561976"/>
            <a:ext cx="4572000" cy="6296025"/>
          </a:xfrm>
          <a:prstGeom prst="rect">
            <a:avLst/>
          </a:prstGeom>
        </p:spPr>
      </p:pic>
    </p:spTree>
    <p:extLst>
      <p:ext uri="{BB962C8B-B14F-4D97-AF65-F5344CB8AC3E}">
        <p14:creationId xmlns:p14="http://schemas.microsoft.com/office/powerpoint/2010/main" val="345223314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Code first </a:t>
            </a:r>
            <a:r>
              <a:rPr lang="en-US" sz="4800" b="1" dirty="0" err="1">
                <a:solidFill>
                  <a:srgbClr val="FF0000"/>
                </a:solidFill>
                <a:latin typeface="+mn-lt"/>
              </a:rPr>
              <a:t>và</a:t>
            </a:r>
            <a:r>
              <a:rPr lang="en-US" sz="4800" b="1" dirty="0">
                <a:solidFill>
                  <a:srgbClr val="FF0000"/>
                </a:solidFill>
                <a:latin typeface="+mn-lt"/>
              </a:rPr>
              <a:t> razor view</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30</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
        <p:nvSpPr>
          <p:cNvPr id="19" name="Rectangle 18">
            <a:extLst>
              <a:ext uri="{FF2B5EF4-FFF2-40B4-BE49-F238E27FC236}">
                <a16:creationId xmlns:a16="http://schemas.microsoft.com/office/drawing/2014/main" id="{C036B168-173D-4842-A150-D25487D18AD7}"/>
              </a:ext>
            </a:extLst>
          </p:cNvPr>
          <p:cNvSpPr/>
          <p:nvPr/>
        </p:nvSpPr>
        <p:spPr>
          <a:xfrm>
            <a:off x="673066" y="2100874"/>
            <a:ext cx="1454672"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Xóa</a:t>
            </a:r>
            <a:r>
              <a:rPr lang="en-US" dirty="0" smtClean="0"/>
              <a:t> </a:t>
            </a:r>
            <a:r>
              <a:rPr lang="en-US" dirty="0" err="1" smtClean="0"/>
              <a:t>dữ</a:t>
            </a:r>
            <a:r>
              <a:rPr lang="en-US" dirty="0" smtClean="0"/>
              <a:t> </a:t>
            </a:r>
            <a:r>
              <a:rPr lang="en-US" dirty="0"/>
              <a:t>liệu</a:t>
            </a:r>
          </a:p>
        </p:txBody>
      </p:sp>
      <p:sp>
        <p:nvSpPr>
          <p:cNvPr id="3" name="Right Arrow 2"/>
          <p:cNvSpPr/>
          <p:nvPr/>
        </p:nvSpPr>
        <p:spPr>
          <a:xfrm>
            <a:off x="4806462" y="4095176"/>
            <a:ext cx="1116623" cy="23739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B092A96D-09FF-454C-A558-D218D08DD789}"/>
              </a:ext>
            </a:extLst>
          </p:cNvPr>
          <p:cNvPicPr>
            <a:picLocks noChangeAspect="1"/>
          </p:cNvPicPr>
          <p:nvPr/>
        </p:nvPicPr>
        <p:blipFill>
          <a:blip r:embed="rId3"/>
          <a:stretch>
            <a:fillRect/>
          </a:stretch>
        </p:blipFill>
        <p:spPr>
          <a:xfrm>
            <a:off x="637443" y="2589824"/>
            <a:ext cx="3581400" cy="3533256"/>
          </a:xfrm>
          <a:prstGeom prst="rect">
            <a:avLst/>
          </a:prstGeom>
        </p:spPr>
      </p:pic>
      <p:pic>
        <p:nvPicPr>
          <p:cNvPr id="15" name="Picture 14">
            <a:extLst>
              <a:ext uri="{FF2B5EF4-FFF2-40B4-BE49-F238E27FC236}">
                <a16:creationId xmlns:a16="http://schemas.microsoft.com/office/drawing/2014/main" id="{C599866D-ED99-4482-A252-E97C147309A0}"/>
              </a:ext>
            </a:extLst>
          </p:cNvPr>
          <p:cNvPicPr>
            <a:picLocks noChangeAspect="1"/>
          </p:cNvPicPr>
          <p:nvPr/>
        </p:nvPicPr>
        <p:blipFill>
          <a:blip r:embed="rId4"/>
          <a:stretch>
            <a:fillRect/>
          </a:stretch>
        </p:blipFill>
        <p:spPr>
          <a:xfrm>
            <a:off x="6198577" y="2621116"/>
            <a:ext cx="4676775" cy="3533255"/>
          </a:xfrm>
          <a:prstGeom prst="rect">
            <a:avLst/>
          </a:prstGeom>
        </p:spPr>
      </p:pic>
    </p:spTree>
    <p:extLst>
      <p:ext uri="{BB962C8B-B14F-4D97-AF65-F5344CB8AC3E}">
        <p14:creationId xmlns:p14="http://schemas.microsoft.com/office/powerpoint/2010/main" val="216532719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p:cNvSpPr>
            <a:spLocks noGrp="1"/>
          </p:cNvSpPr>
          <p:nvPr>
            <p:ph type="body" sz="quarter" idx="13"/>
          </p:nvPr>
        </p:nvSpPr>
        <p:spPr/>
        <p:txBody>
          <a:bodyPr/>
          <a:lstStyle/>
          <a:p>
            <a:endParaRPr lang="en-US"/>
          </a:p>
        </p:txBody>
      </p:sp>
      <p:sp>
        <p:nvSpPr>
          <p:cNvPr id="31" name="Text Placeholder 30"/>
          <p:cNvSpPr>
            <a:spLocks noGrp="1"/>
          </p:cNvSpPr>
          <p:nvPr>
            <p:ph type="body" sz="quarter" idx="22"/>
          </p:nvPr>
        </p:nvSpPr>
        <p:spPr/>
        <p:txBody>
          <a:bodyPr/>
          <a:lstStyle/>
          <a:p>
            <a:endParaRPr lang="en-US" dirty="0"/>
          </a:p>
        </p:txBody>
      </p:sp>
      <p:sp>
        <p:nvSpPr>
          <p:cNvPr id="2" name="Title 1"/>
          <p:cNvSpPr>
            <a:spLocks noGrp="1"/>
          </p:cNvSpPr>
          <p:nvPr>
            <p:ph type="title"/>
          </p:nvPr>
        </p:nvSpPr>
        <p:spPr/>
        <p:txBody>
          <a:bodyPr>
            <a:noAutofit/>
          </a:bodyPr>
          <a:lstStyle/>
          <a:p>
            <a:r>
              <a:rPr lang="en-US" sz="3600" dirty="0" err="1" smtClean="0">
                <a:solidFill>
                  <a:srgbClr val="FFC000"/>
                </a:solidFill>
              </a:rPr>
              <a:t>Hãy</a:t>
            </a:r>
            <a:r>
              <a:rPr lang="en-US" sz="3600" dirty="0" smtClean="0">
                <a:solidFill>
                  <a:srgbClr val="FFC000"/>
                </a:solidFill>
              </a:rPr>
              <a:t> </a:t>
            </a:r>
            <a:r>
              <a:rPr lang="en-US" sz="3600" dirty="0" err="1" smtClean="0">
                <a:solidFill>
                  <a:srgbClr val="FFC000"/>
                </a:solidFill>
              </a:rPr>
              <a:t>thực</a:t>
            </a:r>
            <a:r>
              <a:rPr lang="en-US" sz="3600" dirty="0" smtClean="0">
                <a:solidFill>
                  <a:srgbClr val="FFC000"/>
                </a:solidFill>
              </a:rPr>
              <a:t> </a:t>
            </a:r>
            <a:r>
              <a:rPr lang="en-US" sz="3600" dirty="0" err="1" smtClean="0">
                <a:solidFill>
                  <a:srgbClr val="FFC000"/>
                </a:solidFill>
              </a:rPr>
              <a:t>hiện</a:t>
            </a:r>
            <a:r>
              <a:rPr lang="en-US" sz="3600" dirty="0" smtClean="0">
                <a:solidFill>
                  <a:srgbClr val="FFC000"/>
                </a:solidFill>
              </a:rPr>
              <a:t> </a:t>
            </a:r>
            <a:r>
              <a:rPr lang="en-US" sz="3600" dirty="0" err="1" smtClean="0">
                <a:solidFill>
                  <a:srgbClr val="FFC000"/>
                </a:solidFill>
              </a:rPr>
              <a:t>các</a:t>
            </a:r>
            <a:r>
              <a:rPr lang="en-US" sz="3600" dirty="0" smtClean="0">
                <a:solidFill>
                  <a:srgbClr val="FFC000"/>
                </a:solidFill>
              </a:rPr>
              <a:t> </a:t>
            </a:r>
            <a:r>
              <a:rPr lang="en-US" sz="3600" dirty="0" err="1" smtClean="0">
                <a:solidFill>
                  <a:srgbClr val="FFC000"/>
                </a:solidFill>
              </a:rPr>
              <a:t>ví</a:t>
            </a:r>
            <a:r>
              <a:rPr lang="en-US" sz="3600" dirty="0" smtClean="0">
                <a:solidFill>
                  <a:srgbClr val="FFC000"/>
                </a:solidFill>
              </a:rPr>
              <a:t> </a:t>
            </a:r>
            <a:r>
              <a:rPr lang="en-US" sz="3600" dirty="0" err="1" smtClean="0">
                <a:solidFill>
                  <a:srgbClr val="FFC000"/>
                </a:solidFill>
              </a:rPr>
              <a:t>dụ</a:t>
            </a:r>
            <a:endParaRPr lang="en-US" sz="3600" dirty="0">
              <a:solidFill>
                <a:srgbClr val="FFC000"/>
              </a:solidFill>
            </a:endParaRPr>
          </a:p>
        </p:txBody>
      </p:sp>
      <p:sp>
        <p:nvSpPr>
          <p:cNvPr id="32" name="Text Placeholder 31"/>
          <p:cNvSpPr>
            <a:spLocks noGrp="1"/>
          </p:cNvSpPr>
          <p:nvPr>
            <p:ph type="body" sz="quarter" idx="23"/>
          </p:nvPr>
        </p:nvSpPr>
        <p:spPr/>
        <p:txBody>
          <a:bodyPr/>
          <a:lstStyle/>
          <a:p>
            <a:endParaRPr lang="en-US"/>
          </a:p>
        </p:txBody>
      </p:sp>
      <p:sp>
        <p:nvSpPr>
          <p:cNvPr id="4" name="Footer Placeholder 3"/>
          <p:cNvSpPr>
            <a:spLocks noGrp="1"/>
          </p:cNvSpPr>
          <p:nvPr>
            <p:ph type="ftr" sz="quarter" idx="4294967295"/>
          </p:nvPr>
        </p:nvSpPr>
        <p:spPr>
          <a:xfrm>
            <a:off x="0" y="6005146"/>
            <a:ext cx="12054254" cy="792529"/>
          </a:xfrm>
          <a:prstGeom prst="rect">
            <a:avLst/>
          </a:prstGeom>
        </p:spPr>
        <p:txBody>
          <a:bodyPr/>
          <a:lstStyle/>
          <a:p>
            <a:pPr algn="ctr"/>
            <a:r>
              <a:rPr lang="vi-VN" dirty="0"/>
              <a:t>Lập trình C#3</a:t>
            </a:r>
            <a:endParaRPr lang="en-US" dirty="0"/>
          </a:p>
        </p:txBody>
      </p:sp>
      <p:sp>
        <p:nvSpPr>
          <p:cNvPr id="5" name="Slide Number Placeholder 4"/>
          <p:cNvSpPr>
            <a:spLocks noGrp="1"/>
          </p:cNvSpPr>
          <p:nvPr>
            <p:ph type="sldNum" sz="quarter" idx="4294967295"/>
          </p:nvPr>
        </p:nvSpPr>
        <p:spPr>
          <a:xfrm>
            <a:off x="0" y="6340475"/>
            <a:ext cx="533400" cy="517525"/>
          </a:xfrm>
          <a:prstGeom prst="rect">
            <a:avLst/>
          </a:prstGeom>
        </p:spPr>
        <p:txBody>
          <a:bodyPr/>
          <a:lstStyle/>
          <a:p>
            <a:fld id="{8AACEE26-D979-411F-B229-D9F26BAEDF07}" type="slidenum">
              <a:rPr lang="en-US" smtClean="0"/>
              <a:t>31</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6000" dirty="0" smtClean="0">
                <a:solidFill>
                  <a:srgbClr val="FF0000"/>
                </a:solidFill>
              </a:rPr>
              <a:t>				  </a:t>
            </a:r>
            <a:r>
              <a:rPr lang="en-US" sz="6000" dirty="0" smtClean="0">
                <a:solidFill>
                  <a:schemeClr val="bg1"/>
                </a:solidFill>
              </a:rPr>
              <a:t>DEMO</a:t>
            </a:r>
            <a:endParaRPr lang="en-US" sz="6000" dirty="0">
              <a:solidFill>
                <a:schemeClr val="bg1"/>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04322" y="0"/>
            <a:ext cx="1828919" cy="1312750"/>
          </a:xfrm>
          <a:prstGeom prst="rect">
            <a:avLst/>
          </a:prstGeom>
        </p:spPr>
      </p:pic>
    </p:spTree>
    <p:extLst>
      <p:ext uri="{BB962C8B-B14F-4D97-AF65-F5344CB8AC3E}">
        <p14:creationId xmlns:p14="http://schemas.microsoft.com/office/powerpoint/2010/main" val="288064358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p:cNvSpPr>
            <a:spLocks noGrp="1"/>
          </p:cNvSpPr>
          <p:nvPr>
            <p:ph type="body" sz="quarter" idx="13"/>
          </p:nvPr>
        </p:nvSpPr>
        <p:spPr/>
        <p:txBody>
          <a:bodyPr/>
          <a:lstStyle/>
          <a:p>
            <a:endParaRPr lang="en-US"/>
          </a:p>
        </p:txBody>
      </p:sp>
      <p:sp>
        <p:nvSpPr>
          <p:cNvPr id="31" name="Text Placeholder 30"/>
          <p:cNvSpPr>
            <a:spLocks noGrp="1"/>
          </p:cNvSpPr>
          <p:nvPr>
            <p:ph type="body" sz="quarter" idx="22"/>
          </p:nvPr>
        </p:nvSpPr>
        <p:spPr/>
        <p:txBody>
          <a:bodyPr/>
          <a:lstStyle/>
          <a:p>
            <a:endParaRPr lang="en-US" dirty="0"/>
          </a:p>
        </p:txBody>
      </p:sp>
      <p:sp>
        <p:nvSpPr>
          <p:cNvPr id="2" name="Title 1"/>
          <p:cNvSpPr>
            <a:spLocks noGrp="1"/>
          </p:cNvSpPr>
          <p:nvPr>
            <p:ph type="title"/>
          </p:nvPr>
        </p:nvSpPr>
        <p:spPr>
          <a:xfrm>
            <a:off x="1085850" y="2057401"/>
            <a:ext cx="10511204" cy="3974122"/>
          </a:xfrm>
        </p:spPr>
        <p:txBody>
          <a:bodyPr>
            <a:noAutofit/>
          </a:bodyPr>
          <a:lstStyle/>
          <a:p>
            <a:pPr>
              <a:lnSpc>
                <a:spcPct val="150000"/>
              </a:lnSpc>
            </a:pPr>
            <a:r>
              <a:rPr lang="en-US" sz="3200" dirty="0">
                <a:solidFill>
                  <a:srgbClr val="FFC000"/>
                </a:solidFill>
                <a:latin typeface="Cambria" panose="02040503050406030204" pitchFamily="18" charset="0"/>
                <a:ea typeface="Cambria" panose="02040503050406030204" pitchFamily="18" charset="0"/>
              </a:rPr>
              <a:t>Entity Framework Core – Code First</a:t>
            </a:r>
            <a:br>
              <a:rPr lang="en-US" sz="3200" dirty="0">
                <a:solidFill>
                  <a:srgbClr val="FFC000"/>
                </a:solidFill>
                <a:latin typeface="Cambria" panose="02040503050406030204" pitchFamily="18" charset="0"/>
                <a:ea typeface="Cambria" panose="02040503050406030204" pitchFamily="18" charset="0"/>
              </a:rPr>
            </a:br>
            <a:r>
              <a:rPr lang="en-US" sz="3200" dirty="0">
                <a:solidFill>
                  <a:srgbClr val="FFC000"/>
                </a:solidFill>
                <a:latin typeface="Cambria" panose="02040503050406030204" pitchFamily="18" charset="0"/>
                <a:ea typeface="Cambria" panose="02040503050406030204" pitchFamily="18" charset="0"/>
              </a:rPr>
              <a:t>Conventions Rules</a:t>
            </a:r>
            <a:br>
              <a:rPr lang="en-US" sz="3200" dirty="0">
                <a:solidFill>
                  <a:srgbClr val="FFC000"/>
                </a:solidFill>
                <a:latin typeface="Cambria" panose="02040503050406030204" pitchFamily="18" charset="0"/>
                <a:ea typeface="Cambria" panose="02040503050406030204" pitchFamily="18" charset="0"/>
              </a:rPr>
            </a:br>
            <a:r>
              <a:rPr lang="en-US" sz="3200" dirty="0">
                <a:solidFill>
                  <a:srgbClr val="FFC000"/>
                </a:solidFill>
                <a:latin typeface="Cambria" panose="02040503050406030204" pitchFamily="18" charset="0"/>
                <a:ea typeface="Cambria" panose="02040503050406030204" pitchFamily="18" charset="0"/>
              </a:rPr>
              <a:t>Code first </a:t>
            </a:r>
            <a:r>
              <a:rPr lang="en-US" sz="3200" dirty="0" err="1">
                <a:solidFill>
                  <a:srgbClr val="FFC000"/>
                </a:solidFill>
                <a:latin typeface="Cambria" panose="02040503050406030204" pitchFamily="18" charset="0"/>
                <a:ea typeface="Cambria" panose="02040503050406030204" pitchFamily="18" charset="0"/>
              </a:rPr>
              <a:t>và</a:t>
            </a:r>
            <a:r>
              <a:rPr lang="en-US" sz="3200" dirty="0">
                <a:solidFill>
                  <a:srgbClr val="FFC000"/>
                </a:solidFill>
                <a:latin typeface="Cambria" panose="02040503050406030204" pitchFamily="18" charset="0"/>
                <a:ea typeface="Cambria" panose="02040503050406030204" pitchFamily="18" charset="0"/>
              </a:rPr>
              <a:t> razor view</a:t>
            </a:r>
          </a:p>
        </p:txBody>
      </p:sp>
      <p:sp>
        <p:nvSpPr>
          <p:cNvPr id="32" name="Text Placeholder 31"/>
          <p:cNvSpPr>
            <a:spLocks noGrp="1"/>
          </p:cNvSpPr>
          <p:nvPr>
            <p:ph type="body" sz="quarter" idx="23"/>
          </p:nvPr>
        </p:nvSpPr>
        <p:spPr/>
        <p:txBody>
          <a:bodyPr/>
          <a:lstStyle/>
          <a:p>
            <a:endParaRPr lang="en-US"/>
          </a:p>
        </p:txBody>
      </p:sp>
      <p:sp>
        <p:nvSpPr>
          <p:cNvPr id="4" name="Footer Placeholder 3"/>
          <p:cNvSpPr>
            <a:spLocks noGrp="1"/>
          </p:cNvSpPr>
          <p:nvPr>
            <p:ph type="ftr" sz="quarter" idx="4294967295"/>
          </p:nvPr>
        </p:nvSpPr>
        <p:spPr>
          <a:xfrm>
            <a:off x="-1" y="6296202"/>
            <a:ext cx="11933241" cy="489129"/>
          </a:xfrm>
          <a:prstGeom prst="rect">
            <a:avLst/>
          </a:prstGeom>
        </p:spPr>
        <p:txBody>
          <a:bodyPr/>
          <a:lstStyle/>
          <a:p>
            <a:pPr algn="ctr"/>
            <a:r>
              <a:rPr lang="en-US" dirty="0" smtClean="0"/>
              <a:t>L</a:t>
            </a:r>
            <a:r>
              <a:rPr lang="vi-VN" dirty="0" smtClean="0"/>
              <a:t>ập </a:t>
            </a:r>
            <a:r>
              <a:rPr lang="vi-VN" dirty="0"/>
              <a:t>trình C#3</a:t>
            </a:r>
            <a:endParaRPr lang="en-US" dirty="0"/>
          </a:p>
        </p:txBody>
      </p:sp>
      <p:sp>
        <p:nvSpPr>
          <p:cNvPr id="5" name="Slide Number Placeholder 4"/>
          <p:cNvSpPr>
            <a:spLocks noGrp="1"/>
          </p:cNvSpPr>
          <p:nvPr>
            <p:ph type="sldNum" sz="quarter" idx="4294967295"/>
          </p:nvPr>
        </p:nvSpPr>
        <p:spPr>
          <a:xfrm flipH="1">
            <a:off x="888522" y="6155524"/>
            <a:ext cx="1283177" cy="514057"/>
          </a:xfrm>
          <a:prstGeom prst="rect">
            <a:avLst/>
          </a:prstGeom>
        </p:spPr>
        <p:txBody>
          <a:bodyPr/>
          <a:lstStyle/>
          <a:p>
            <a:r>
              <a:rPr lang="en-US" dirty="0" smtClean="0"/>
              <a:t>1	</a:t>
            </a:r>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6000" dirty="0" smtClean="0">
                <a:solidFill>
                  <a:srgbClr val="FF0000"/>
                </a:solidFill>
              </a:rPr>
              <a:t>			</a:t>
            </a:r>
            <a:r>
              <a:rPr lang="en-US" sz="6000" dirty="0" err="1" smtClean="0">
                <a:solidFill>
                  <a:schemeClr val="bg1"/>
                </a:solidFill>
              </a:rPr>
              <a:t>Tổng</a:t>
            </a:r>
            <a:r>
              <a:rPr lang="en-US" sz="6000" dirty="0" smtClean="0">
                <a:solidFill>
                  <a:schemeClr val="bg1"/>
                </a:solidFill>
              </a:rPr>
              <a:t> </a:t>
            </a:r>
            <a:r>
              <a:rPr lang="en-US" sz="6000" dirty="0" err="1" smtClean="0">
                <a:solidFill>
                  <a:schemeClr val="bg1"/>
                </a:solidFill>
              </a:rPr>
              <a:t>kết</a:t>
            </a:r>
            <a:r>
              <a:rPr lang="en-US" sz="6000" dirty="0" smtClean="0">
                <a:solidFill>
                  <a:schemeClr val="bg1"/>
                </a:solidFill>
              </a:rPr>
              <a:t> </a:t>
            </a:r>
            <a:r>
              <a:rPr lang="en-US" sz="6000" dirty="0" err="1" smtClean="0">
                <a:solidFill>
                  <a:schemeClr val="bg1"/>
                </a:solidFill>
              </a:rPr>
              <a:t>bài</a:t>
            </a:r>
            <a:r>
              <a:rPr lang="en-US" sz="6000" dirty="0" smtClean="0">
                <a:solidFill>
                  <a:schemeClr val="bg1"/>
                </a:solidFill>
              </a:rPr>
              <a:t> </a:t>
            </a:r>
            <a:r>
              <a:rPr lang="en-US" sz="6000" dirty="0" err="1" smtClean="0">
                <a:solidFill>
                  <a:schemeClr val="bg1"/>
                </a:solidFill>
              </a:rPr>
              <a:t>học</a:t>
            </a:r>
            <a:endParaRPr lang="en-US" sz="6000" dirty="0">
              <a:solidFill>
                <a:schemeClr val="bg1"/>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04322" y="0"/>
            <a:ext cx="1828919" cy="1312750"/>
          </a:xfrm>
          <a:prstGeom prst="rect">
            <a:avLst/>
          </a:prstGeom>
        </p:spPr>
      </p:pic>
    </p:spTree>
    <p:extLst>
      <p:ext uri="{BB962C8B-B14F-4D97-AF65-F5344CB8AC3E}">
        <p14:creationId xmlns:p14="http://schemas.microsoft.com/office/powerpoint/2010/main" val="700702116"/>
      </p:ext>
    </p:extLst>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dernClassicBlock-3">
  <a:themeElements>
    <a:clrScheme name="MSFT_ELT_ModernClassicBlock_03">
      <a:dk1>
        <a:sysClr val="windowText" lastClr="000000"/>
      </a:dk1>
      <a:lt1>
        <a:sysClr val="window" lastClr="FFFFFF"/>
      </a:lt1>
      <a:dk2>
        <a:srgbClr val="43467B"/>
      </a:dk2>
      <a:lt2>
        <a:srgbClr val="DFE3E5"/>
      </a:lt2>
      <a:accent1>
        <a:srgbClr val="43467B"/>
      </a:accent1>
      <a:accent2>
        <a:srgbClr val="E58C09"/>
      </a:accent2>
      <a:accent3>
        <a:srgbClr val="2683C6"/>
      </a:accent3>
      <a:accent4>
        <a:srgbClr val="EEC621"/>
      </a:accent4>
      <a:accent5>
        <a:srgbClr val="1D9BA1"/>
      </a:accent5>
      <a:accent6>
        <a:srgbClr val="87175F"/>
      </a:accent6>
      <a:hlink>
        <a:srgbClr val="0070C0"/>
      </a:hlink>
      <a:folHlink>
        <a:srgbClr val="C00000"/>
      </a:folHlink>
    </a:clrScheme>
    <a:fontScheme name="MSFT_ELT_ModernClassicBlock_03">
      <a:majorFont>
        <a:latin typeface="Tw Cen MT Condensed"/>
        <a:ea typeface=""/>
        <a:cs typeface=""/>
      </a:majorFont>
      <a:minorFont>
        <a:latin typeface="Tw Cen MT"/>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ELT_Template_ModernClassicBlockLT_v4" id="{30DDF308-B484-4DB0-8959-4BA762476498}" vid="{49FD44A8-5F40-4E6E-BC83-04BD3C4DB240}"/>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362</TotalTime>
  <Words>1040</Words>
  <Application>Microsoft Office PowerPoint</Application>
  <PresentationFormat>Widescreen</PresentationFormat>
  <Paragraphs>178</Paragraphs>
  <Slides>32</Slides>
  <Notes>1</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32</vt:i4>
      </vt:variant>
    </vt:vector>
  </HeadingPairs>
  <TitlesOfParts>
    <vt:vector size="48" baseType="lpstr">
      <vt:lpstr>Arial</vt:lpstr>
      <vt:lpstr>Calibri</vt:lpstr>
      <vt:lpstr>Calibri Light</vt:lpstr>
      <vt:lpstr>Cambria</vt:lpstr>
      <vt:lpstr>Courier New</vt:lpstr>
      <vt:lpstr>Roboto</vt:lpstr>
      <vt:lpstr>Roboto Lt</vt:lpstr>
      <vt:lpstr>Segoe UI</vt:lpstr>
      <vt:lpstr>Times New Roman</vt:lpstr>
      <vt:lpstr>Tw Cen MT</vt:lpstr>
      <vt:lpstr>Tw Cen MT Condensed</vt:lpstr>
      <vt:lpstr>Wingdings</vt:lpstr>
      <vt:lpstr>Wingdings 3</vt:lpstr>
      <vt:lpstr>Office Theme</vt:lpstr>
      <vt:lpstr>ModernClassicBlock-3</vt:lpstr>
      <vt:lpstr>Custom Design</vt:lpstr>
      <vt:lpstr>Lập Trình C#3</vt:lpstr>
      <vt:lpstr>Mục tiêu</vt:lpstr>
      <vt:lpstr>Entity Framework Core – Code First</vt:lpstr>
      <vt:lpstr>Entity Framework Core – Code First</vt:lpstr>
      <vt:lpstr>Entity Framework Core – Code First</vt:lpstr>
      <vt:lpstr>Installation of Entity Framework Core</vt:lpstr>
      <vt:lpstr>Database for EF Core</vt:lpstr>
      <vt:lpstr>Database for EF Core</vt:lpstr>
      <vt:lpstr>Database for EF Core</vt:lpstr>
      <vt:lpstr>Database for EF Core</vt:lpstr>
      <vt:lpstr>Entity Framework Core Migrations</vt:lpstr>
      <vt:lpstr>Entity Framework Core Migrations</vt:lpstr>
      <vt:lpstr>Ví dụ code first</vt:lpstr>
      <vt:lpstr>Ví dụ code first</vt:lpstr>
      <vt:lpstr>Ví dụ code first</vt:lpstr>
      <vt:lpstr>Ví dụ code first</vt:lpstr>
      <vt:lpstr>Hãy thực hiện các ví dụ</vt:lpstr>
      <vt:lpstr>Configuring the Model</vt:lpstr>
      <vt:lpstr>Conventions Rules</vt:lpstr>
      <vt:lpstr>Conventions Rules</vt:lpstr>
      <vt:lpstr>Conventions Rules</vt:lpstr>
      <vt:lpstr>Conventions Rules</vt:lpstr>
      <vt:lpstr>Conventions Rules</vt:lpstr>
      <vt:lpstr>Conventions Rules</vt:lpstr>
      <vt:lpstr>Hãy thực hiện các ví dụ</vt:lpstr>
      <vt:lpstr>Code first và razor view</vt:lpstr>
      <vt:lpstr>Code first và razor view</vt:lpstr>
      <vt:lpstr>Code first và razor view</vt:lpstr>
      <vt:lpstr>Code first và razor view</vt:lpstr>
      <vt:lpstr>Code first và razor view</vt:lpstr>
      <vt:lpstr>Hãy thực hiện các ví dụ</vt:lpstr>
      <vt:lpstr>Entity Framework Core – Code First Conventions Rules Code first và razor view</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Lập Trình C#3</dc:title>
  <dc:creator>Nguy Nguyen Uy Vu</dc:creator>
  <cp:lastModifiedBy>Nguy Nguyen Uy Vu</cp:lastModifiedBy>
  <cp:revision>74</cp:revision>
  <dcterms:created xsi:type="dcterms:W3CDTF">2024-12-10T15:23:11Z</dcterms:created>
  <dcterms:modified xsi:type="dcterms:W3CDTF">2024-12-31T15:16:45Z</dcterms:modified>
</cp:coreProperties>
</file>
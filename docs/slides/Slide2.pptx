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theme/theme2.xml" ContentType="application/vnd.openxmlformats-officedocument.theme+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717" r:id="rId3"/>
  </p:sldMasterIdLst>
  <p:notesMasterIdLst>
    <p:notesMasterId r:id="rId33"/>
  </p:notesMasterIdLst>
  <p:sldIdLst>
    <p:sldId id="257" r:id="rId4"/>
    <p:sldId id="258" r:id="rId5"/>
    <p:sldId id="259" r:id="rId6"/>
    <p:sldId id="287" r:id="rId7"/>
    <p:sldId id="288" r:id="rId8"/>
    <p:sldId id="289" r:id="rId9"/>
    <p:sldId id="290" r:id="rId10"/>
    <p:sldId id="262" r:id="rId11"/>
    <p:sldId id="291" r:id="rId12"/>
    <p:sldId id="292" r:id="rId13"/>
    <p:sldId id="293" r:id="rId14"/>
    <p:sldId id="263" r:id="rId15"/>
    <p:sldId id="294" r:id="rId16"/>
    <p:sldId id="295" r:id="rId17"/>
    <p:sldId id="272" r:id="rId18"/>
    <p:sldId id="284" r:id="rId19"/>
    <p:sldId id="296" r:id="rId20"/>
    <p:sldId id="297" r:id="rId21"/>
    <p:sldId id="298" r:id="rId22"/>
    <p:sldId id="299" r:id="rId23"/>
    <p:sldId id="300" r:id="rId24"/>
    <p:sldId id="301" r:id="rId25"/>
    <p:sldId id="302" r:id="rId26"/>
    <p:sldId id="303" r:id="rId27"/>
    <p:sldId id="304" r:id="rId28"/>
    <p:sldId id="305" r:id="rId29"/>
    <p:sldId id="306" r:id="rId30"/>
    <p:sldId id="285" r:id="rId31"/>
    <p:sldId id="286"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7" d="100"/>
          <a:sy n="87" d="100"/>
        </p:scale>
        <p:origin x="528"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21" Type="http://schemas.openxmlformats.org/officeDocument/2006/relationships/slide" Target="slides/slide18.xml"/><Relationship Id="rId34" Type="http://schemas.openxmlformats.org/officeDocument/2006/relationships/presProps" Target="pres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theme" Target="theme/theme1.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viewProps" Target="viewProps.xml"/><Relationship Id="rId8" Type="http://schemas.openxmlformats.org/officeDocument/2006/relationships/slide" Target="slides/slide5.xml"/><Relationship Id="rId3" Type="http://schemas.openxmlformats.org/officeDocument/2006/relationships/slideMaster" Target="slideMasters/slideMaster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A667F05-D95D-49FE-87B7-67C84346D2CD}" type="datetimeFigureOut">
              <a:rPr lang="en-US" smtClean="0"/>
              <a:t>12/10/2024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B6582C-81C5-4156-B658-E10D67690796}" type="slidenum">
              <a:rPr lang="en-US" smtClean="0"/>
              <a:t>‹#›</a:t>
            </a:fld>
            <a:endParaRPr lang="en-US"/>
          </a:p>
        </p:txBody>
      </p:sp>
    </p:spTree>
    <p:extLst>
      <p:ext uri="{BB962C8B-B14F-4D97-AF65-F5344CB8AC3E}">
        <p14:creationId xmlns:p14="http://schemas.microsoft.com/office/powerpoint/2010/main" val="15480470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AE5FABD-26C8-4F74-B1E3-45BC91BC9D7B}" type="slidenum">
              <a:rPr kumimoji="0" lang="en-US" sz="1200" b="0" i="0" u="none" strike="noStrike" kern="1200" cap="none" spc="0" normalizeH="0" baseline="0" noProof="0" smtClean="0">
                <a:ln>
                  <a:noFill/>
                </a:ln>
                <a:solidFill>
                  <a:prstClr val="black"/>
                </a:solidFill>
                <a:effectLst/>
                <a:uLnTx/>
                <a:uFillTx/>
                <a:latin typeface="Tw Cen MT" panose="020B0602020104020603" pitchFamily="34"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dirty="0">
              <a:ln>
                <a:noFill/>
              </a:ln>
              <a:solidFill>
                <a:prstClr val="black"/>
              </a:solidFill>
              <a:effectLst/>
              <a:uLnTx/>
              <a:uFillTx/>
              <a:latin typeface="Tw Cen MT" panose="020B0602020104020603" pitchFamily="34" charset="0"/>
              <a:ea typeface="+mn-ea"/>
              <a:cs typeface="+mn-cs"/>
            </a:endParaRPr>
          </a:p>
        </p:txBody>
      </p:sp>
    </p:spTree>
    <p:extLst>
      <p:ext uri="{BB962C8B-B14F-4D97-AF65-F5344CB8AC3E}">
        <p14:creationId xmlns:p14="http://schemas.microsoft.com/office/powerpoint/2010/main" val="23585215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3.xml"/><Relationship Id="rId4" Type="http://schemas.openxmlformats.org/officeDocument/2006/relationships/image" Target="../media/image4.png"/></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3" Type="http://schemas.microsoft.com/office/2007/relationships/hdphoto" Target="../media/hdphoto1.wdp"/><Relationship Id="rId7" Type="http://schemas.microsoft.com/office/2007/relationships/hdphoto" Target="../media/hdphoto3.wdp"/><Relationship Id="rId2" Type="http://schemas.openxmlformats.org/officeDocument/2006/relationships/image" Target="../media/image6.png"/><Relationship Id="rId1" Type="http://schemas.openxmlformats.org/officeDocument/2006/relationships/slideMaster" Target="../slideMasters/slideMaster3.xml"/><Relationship Id="rId6" Type="http://schemas.openxmlformats.org/officeDocument/2006/relationships/image" Target="../media/image8.png"/><Relationship Id="rId5" Type="http://schemas.microsoft.com/office/2007/relationships/hdphoto" Target="../media/hdphoto2.wdp"/><Relationship Id="rId4" Type="http://schemas.openxmlformats.org/officeDocument/2006/relationships/image" Target="../media/image7.pn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CDF40E0-E6EB-4A06-A23A-FAEAF1FE809C}" type="datetimeFigureOut">
              <a:rPr lang="en-US" smtClean="0"/>
              <a:t>12/10/2024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A4E73CF-C580-4B9B-819E-F0AF56E99B06}" type="slidenum">
              <a:rPr lang="en-US" smtClean="0"/>
              <a:t>‹#›</a:t>
            </a:fld>
            <a:endParaRPr lang="en-US"/>
          </a:p>
        </p:txBody>
      </p:sp>
    </p:spTree>
    <p:extLst>
      <p:ext uri="{BB962C8B-B14F-4D97-AF65-F5344CB8AC3E}">
        <p14:creationId xmlns:p14="http://schemas.microsoft.com/office/powerpoint/2010/main" val="22754921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CDF40E0-E6EB-4A06-A23A-FAEAF1FE809C}" type="datetimeFigureOut">
              <a:rPr lang="en-US" smtClean="0"/>
              <a:t>12/10/2024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A4E73CF-C580-4B9B-819E-F0AF56E99B06}" type="slidenum">
              <a:rPr lang="en-US" smtClean="0"/>
              <a:t>‹#›</a:t>
            </a:fld>
            <a:endParaRPr lang="en-US"/>
          </a:p>
        </p:txBody>
      </p:sp>
    </p:spTree>
    <p:extLst>
      <p:ext uri="{BB962C8B-B14F-4D97-AF65-F5344CB8AC3E}">
        <p14:creationId xmlns:p14="http://schemas.microsoft.com/office/powerpoint/2010/main" val="4023284995"/>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CDF40E0-E6EB-4A06-A23A-FAEAF1FE809C}" type="datetimeFigureOut">
              <a:rPr lang="en-US" smtClean="0"/>
              <a:t>12/10/2024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A4E73CF-C580-4B9B-819E-F0AF56E99B06}" type="slidenum">
              <a:rPr lang="en-US" smtClean="0"/>
              <a:t>‹#›</a:t>
            </a:fld>
            <a:endParaRPr lang="en-US"/>
          </a:p>
        </p:txBody>
      </p:sp>
    </p:spTree>
    <p:extLst>
      <p:ext uri="{BB962C8B-B14F-4D97-AF65-F5344CB8AC3E}">
        <p14:creationId xmlns:p14="http://schemas.microsoft.com/office/powerpoint/2010/main" val="22891895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CDF40E0-E6EB-4A06-A23A-FAEAF1FE809C}" type="datetimeFigureOut">
              <a:rPr lang="en-US" smtClean="0"/>
              <a:t>12/10/2024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A4E73CF-C580-4B9B-819E-F0AF56E99B06}" type="slidenum">
              <a:rPr lang="en-US" smtClean="0"/>
              <a:t>‹#›</a:t>
            </a:fld>
            <a:endParaRPr lang="en-US"/>
          </a:p>
        </p:txBody>
      </p:sp>
    </p:spTree>
    <p:extLst>
      <p:ext uri="{BB962C8B-B14F-4D97-AF65-F5344CB8AC3E}">
        <p14:creationId xmlns:p14="http://schemas.microsoft.com/office/powerpoint/2010/main" val="12314486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CDF40E0-E6EB-4A06-A23A-FAEAF1FE809C}" type="datetimeFigureOut">
              <a:rPr lang="en-US" smtClean="0"/>
              <a:t>12/10/2024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A4E73CF-C580-4B9B-819E-F0AF56E99B06}" type="slidenum">
              <a:rPr lang="en-US" smtClean="0"/>
              <a:t>‹#›</a:t>
            </a:fld>
            <a:endParaRPr lang="en-US"/>
          </a:p>
        </p:txBody>
      </p:sp>
    </p:spTree>
    <p:extLst>
      <p:ext uri="{BB962C8B-B14F-4D97-AF65-F5344CB8AC3E}">
        <p14:creationId xmlns:p14="http://schemas.microsoft.com/office/powerpoint/2010/main" val="31816990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CDF40E0-E6EB-4A06-A23A-FAEAF1FE809C}" type="datetimeFigureOut">
              <a:rPr lang="en-US" smtClean="0"/>
              <a:t>12/10/2024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A4E73CF-C580-4B9B-819E-F0AF56E99B06}" type="slidenum">
              <a:rPr lang="en-US" smtClean="0"/>
              <a:t>‹#›</a:t>
            </a:fld>
            <a:endParaRPr lang="en-US"/>
          </a:p>
        </p:txBody>
      </p:sp>
    </p:spTree>
    <p:extLst>
      <p:ext uri="{BB962C8B-B14F-4D97-AF65-F5344CB8AC3E}">
        <p14:creationId xmlns:p14="http://schemas.microsoft.com/office/powerpoint/2010/main" val="37129727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CDF40E0-E6EB-4A06-A23A-FAEAF1FE809C}" type="datetimeFigureOut">
              <a:rPr lang="en-US" smtClean="0"/>
              <a:t>12/10/2024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A4E73CF-C580-4B9B-819E-F0AF56E99B06}" type="slidenum">
              <a:rPr lang="en-US" smtClean="0"/>
              <a:t>‹#›</a:t>
            </a:fld>
            <a:endParaRPr lang="en-US"/>
          </a:p>
        </p:txBody>
      </p:sp>
    </p:spTree>
    <p:extLst>
      <p:ext uri="{BB962C8B-B14F-4D97-AF65-F5344CB8AC3E}">
        <p14:creationId xmlns:p14="http://schemas.microsoft.com/office/powerpoint/2010/main" val="30025828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1CDF40E0-E6EB-4A06-A23A-FAEAF1FE809C}" type="datetimeFigureOut">
              <a:rPr lang="en-US" smtClean="0"/>
              <a:t>12/10/2024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A4E73CF-C580-4B9B-819E-F0AF56E99B06}" type="slidenum">
              <a:rPr lang="en-US" smtClean="0"/>
              <a:t>‹#›</a:t>
            </a:fld>
            <a:endParaRPr lang="en-US"/>
          </a:p>
        </p:txBody>
      </p:sp>
    </p:spTree>
    <p:extLst>
      <p:ext uri="{BB962C8B-B14F-4D97-AF65-F5344CB8AC3E}">
        <p14:creationId xmlns:p14="http://schemas.microsoft.com/office/powerpoint/2010/main" val="5744864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1CDF40E0-E6EB-4A06-A23A-FAEAF1FE809C}" type="datetimeFigureOut">
              <a:rPr lang="en-US" smtClean="0"/>
              <a:t>12/10/2024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A4E73CF-C580-4B9B-819E-F0AF56E99B06}" type="slidenum">
              <a:rPr lang="en-US" smtClean="0"/>
              <a:t>‹#›</a:t>
            </a:fld>
            <a:endParaRPr lang="en-US"/>
          </a:p>
        </p:txBody>
      </p:sp>
    </p:spTree>
    <p:extLst>
      <p:ext uri="{BB962C8B-B14F-4D97-AF65-F5344CB8AC3E}">
        <p14:creationId xmlns:p14="http://schemas.microsoft.com/office/powerpoint/2010/main" val="3341178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CDF40E0-E6EB-4A06-A23A-FAEAF1FE809C}" type="datetimeFigureOut">
              <a:rPr lang="en-US" smtClean="0"/>
              <a:t>12/10/2024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A4E73CF-C580-4B9B-819E-F0AF56E99B06}" type="slidenum">
              <a:rPr lang="en-US" smtClean="0"/>
              <a:t>‹#›</a:t>
            </a:fld>
            <a:endParaRPr lang="en-US"/>
          </a:p>
        </p:txBody>
      </p:sp>
    </p:spTree>
    <p:extLst>
      <p:ext uri="{BB962C8B-B14F-4D97-AF65-F5344CB8AC3E}">
        <p14:creationId xmlns:p14="http://schemas.microsoft.com/office/powerpoint/2010/main" val="29508090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CDF40E0-E6EB-4A06-A23A-FAEAF1FE809C}" type="datetimeFigureOut">
              <a:rPr lang="en-US" smtClean="0"/>
              <a:t>12/10/2024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A4E73CF-C580-4B9B-819E-F0AF56E99B06}" type="slidenum">
              <a:rPr lang="en-US" smtClean="0"/>
              <a:t>‹#›</a:t>
            </a:fld>
            <a:endParaRPr lang="en-US"/>
          </a:p>
        </p:txBody>
      </p:sp>
    </p:spTree>
    <p:extLst>
      <p:ext uri="{BB962C8B-B14F-4D97-AF65-F5344CB8AC3E}">
        <p14:creationId xmlns:p14="http://schemas.microsoft.com/office/powerpoint/2010/main" val="13313297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_DeepYellow">
    <p:bg>
      <p:bgPr>
        <a:solidFill>
          <a:schemeClr val="bg1">
            <a:lumMod val="95000"/>
          </a:schemeClr>
        </a:solidFill>
        <a:effectLst/>
      </p:bgPr>
    </p:bg>
    <p:spTree>
      <p:nvGrpSpPr>
        <p:cNvPr id="1" name=""/>
        <p:cNvGrpSpPr/>
        <p:nvPr/>
      </p:nvGrpSpPr>
      <p:grpSpPr>
        <a:xfrm>
          <a:off x="0" y="0"/>
          <a:ext cx="0" cy="0"/>
          <a:chOff x="0" y="0"/>
          <a:chExt cx="0" cy="0"/>
        </a:xfrm>
      </p:grpSpPr>
      <p:sp>
        <p:nvSpPr>
          <p:cNvPr id="53" name="Text Placeholder 52">
            <a:extLst>
              <a:ext uri="{FF2B5EF4-FFF2-40B4-BE49-F238E27FC236}">
                <a16:creationId xmlns:a16="http://schemas.microsoft.com/office/drawing/2014/main" id="{4016877F-9863-4CBC-B4AF-D4764DBA673B}"/>
              </a:ext>
              <a:ext uri="{C183D7F6-B498-43B3-948B-1728B52AA6E4}">
                <adec:decorative xmlns="" xmlns:adec="http://schemas.microsoft.com/office/drawing/2017/decorative" val="1"/>
              </a:ext>
            </a:extLst>
          </p:cNvPr>
          <p:cNvSpPr>
            <a:spLocks noGrp="1"/>
          </p:cNvSpPr>
          <p:nvPr>
            <p:ph type="body" sz="quarter" idx="14" hasCustomPrompt="1"/>
          </p:nvPr>
        </p:nvSpPr>
        <p:spPr>
          <a:xfrm>
            <a:off x="1181099" y="457200"/>
            <a:ext cx="8128343" cy="6248400"/>
          </a:xfrm>
          <a:custGeom>
            <a:avLst/>
            <a:gdLst>
              <a:gd name="connsiteX0" fmla="*/ 0 w 8128343"/>
              <a:gd name="connsiteY0" fmla="*/ 0 h 6248400"/>
              <a:gd name="connsiteX1" fmla="*/ 8128343 w 8128343"/>
              <a:gd name="connsiteY1" fmla="*/ 0 h 6248400"/>
              <a:gd name="connsiteX2" fmla="*/ 8128343 w 8128343"/>
              <a:gd name="connsiteY2" fmla="*/ 3258609 h 6248400"/>
              <a:gd name="connsiteX3" fmla="*/ 5858354 w 8128343"/>
              <a:gd name="connsiteY3" fmla="*/ 6248400 h 6248400"/>
              <a:gd name="connsiteX4" fmla="*/ 0 w 8128343"/>
              <a:gd name="connsiteY4" fmla="*/ 6248400 h 6248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28343" h="6248400">
                <a:moveTo>
                  <a:pt x="0" y="0"/>
                </a:moveTo>
                <a:lnTo>
                  <a:pt x="8128343" y="0"/>
                </a:lnTo>
                <a:lnTo>
                  <a:pt x="8128343" y="3258609"/>
                </a:lnTo>
                <a:lnTo>
                  <a:pt x="5858354" y="6248400"/>
                </a:lnTo>
                <a:lnTo>
                  <a:pt x="0" y="62484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buNone/>
              <a:defRPr lang="en-GB" sz="1800" dirty="0">
                <a:solidFill>
                  <a:schemeClr val="lt1">
                    <a:alpha val="0"/>
                  </a:schemeClr>
                </a:solidFill>
              </a:defRPr>
            </a:lvl1pPr>
          </a:lstStyle>
          <a:p>
            <a:pPr marL="0" lvl="0" algn="ctr"/>
            <a:r>
              <a:rPr lang="en-US" noProof="0"/>
              <a:t>I</a:t>
            </a:r>
          </a:p>
        </p:txBody>
      </p:sp>
      <p:sp>
        <p:nvSpPr>
          <p:cNvPr id="48" name="Freeform: Shape 47">
            <a:extLst>
              <a:ext uri="{FF2B5EF4-FFF2-40B4-BE49-F238E27FC236}">
                <a16:creationId xmlns:a16="http://schemas.microsoft.com/office/drawing/2014/main" id="{9070D0C4-1F90-4B84-B84E-8285FA0A01B0}"/>
              </a:ext>
            </a:extLst>
          </p:cNvPr>
          <p:cNvSpPr/>
          <p:nvPr userDrawn="1"/>
        </p:nvSpPr>
        <p:spPr>
          <a:xfrm rot="2232448">
            <a:off x="9455741" y="-926244"/>
            <a:ext cx="131438" cy="8710488"/>
          </a:xfrm>
          <a:custGeom>
            <a:avLst/>
            <a:gdLst>
              <a:gd name="connsiteX0" fmla="*/ 0 w 131438"/>
              <a:gd name="connsiteY0" fmla="*/ 99793 h 8710488"/>
              <a:gd name="connsiteX1" fmla="*/ 131438 w 131438"/>
              <a:gd name="connsiteY1" fmla="*/ 0 h 8710488"/>
              <a:gd name="connsiteX2" fmla="*/ 131438 w 131438"/>
              <a:gd name="connsiteY2" fmla="*/ 8610694 h 8710488"/>
              <a:gd name="connsiteX3" fmla="*/ 0 w 131438"/>
              <a:gd name="connsiteY3" fmla="*/ 8710488 h 8710488"/>
            </a:gdLst>
            <a:ahLst/>
            <a:cxnLst>
              <a:cxn ang="0">
                <a:pos x="connsiteX0" y="connsiteY0"/>
              </a:cxn>
              <a:cxn ang="0">
                <a:pos x="connsiteX1" y="connsiteY1"/>
              </a:cxn>
              <a:cxn ang="0">
                <a:pos x="connsiteX2" y="connsiteY2"/>
              </a:cxn>
              <a:cxn ang="0">
                <a:pos x="connsiteX3" y="connsiteY3"/>
              </a:cxn>
            </a:cxnLst>
            <a:rect l="l" t="t" r="r" b="b"/>
            <a:pathLst>
              <a:path w="131438" h="8710488">
                <a:moveTo>
                  <a:pt x="0" y="99793"/>
                </a:moveTo>
                <a:lnTo>
                  <a:pt x="131438" y="0"/>
                </a:lnTo>
                <a:lnTo>
                  <a:pt x="131438" y="8610694"/>
                </a:lnTo>
                <a:lnTo>
                  <a:pt x="0" y="8710488"/>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9" name="Freeform: Shape 48">
            <a:extLst>
              <a:ext uri="{FF2B5EF4-FFF2-40B4-BE49-F238E27FC236}">
                <a16:creationId xmlns:a16="http://schemas.microsoft.com/office/drawing/2014/main" id="{B8546525-A0E6-4238-93BC-5D43C93A450D}"/>
              </a:ext>
              <a:ext uri="{C183D7F6-B498-43B3-948B-1728B52AA6E4}">
                <adec:decorative xmlns="" xmlns:adec="http://schemas.microsoft.com/office/drawing/2017/decorative" val="1"/>
              </a:ext>
            </a:extLst>
          </p:cNvPr>
          <p:cNvSpPr/>
          <p:nvPr userDrawn="1"/>
        </p:nvSpPr>
        <p:spPr>
          <a:xfrm rot="2232448">
            <a:off x="9332817" y="-941780"/>
            <a:ext cx="172357" cy="8741560"/>
          </a:xfrm>
          <a:custGeom>
            <a:avLst/>
            <a:gdLst>
              <a:gd name="connsiteX0" fmla="*/ 172357 w 172357"/>
              <a:gd name="connsiteY0" fmla="*/ 0 h 8741560"/>
              <a:gd name="connsiteX1" fmla="*/ 172357 w 172357"/>
              <a:gd name="connsiteY1" fmla="*/ 8610698 h 8741560"/>
              <a:gd name="connsiteX2" fmla="*/ 0 w 172357"/>
              <a:gd name="connsiteY2" fmla="*/ 8741560 h 8741560"/>
              <a:gd name="connsiteX3" fmla="*/ 0 w 172357"/>
              <a:gd name="connsiteY3" fmla="*/ 130862 h 8741560"/>
            </a:gdLst>
            <a:ahLst/>
            <a:cxnLst>
              <a:cxn ang="0">
                <a:pos x="connsiteX0" y="connsiteY0"/>
              </a:cxn>
              <a:cxn ang="0">
                <a:pos x="connsiteX1" y="connsiteY1"/>
              </a:cxn>
              <a:cxn ang="0">
                <a:pos x="connsiteX2" y="connsiteY2"/>
              </a:cxn>
              <a:cxn ang="0">
                <a:pos x="connsiteX3" y="connsiteY3"/>
              </a:cxn>
            </a:cxnLst>
            <a:rect l="l" t="t" r="r" b="b"/>
            <a:pathLst>
              <a:path w="172357" h="8741560">
                <a:moveTo>
                  <a:pt x="172357" y="0"/>
                </a:moveTo>
                <a:lnTo>
                  <a:pt x="172357" y="8610698"/>
                </a:lnTo>
                <a:lnTo>
                  <a:pt x="0" y="8741560"/>
                </a:lnTo>
                <a:lnTo>
                  <a:pt x="0" y="130862"/>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914400"/>
            <a:endParaRPr lang="en-US" noProof="0" dirty="0"/>
          </a:p>
        </p:txBody>
      </p:sp>
      <p:sp>
        <p:nvSpPr>
          <p:cNvPr id="17" name="Text Placeholder 16">
            <a:extLst>
              <a:ext uri="{FF2B5EF4-FFF2-40B4-BE49-F238E27FC236}">
                <a16:creationId xmlns:a16="http://schemas.microsoft.com/office/drawing/2014/main" id="{FF9E63E5-568A-4FA2-9851-E5BFA12B85D1}"/>
              </a:ext>
              <a:ext uri="{C183D7F6-B498-43B3-948B-1728B52AA6E4}">
                <adec:decorative xmlns="" xmlns:adec="http://schemas.microsoft.com/office/drawing/2017/decorative" val="1"/>
              </a:ext>
            </a:extLst>
          </p:cNvPr>
          <p:cNvSpPr>
            <a:spLocks noGrp="1"/>
          </p:cNvSpPr>
          <p:nvPr>
            <p:ph type="body" sz="quarter" idx="12" hasCustomPrompt="1"/>
          </p:nvPr>
        </p:nvSpPr>
        <p:spPr>
          <a:xfrm>
            <a:off x="990599" y="304800"/>
            <a:ext cx="8128343" cy="6248400"/>
          </a:xfrm>
          <a:solidFill>
            <a:schemeClr val="bg1"/>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noProof="0"/>
              <a:t>I</a:t>
            </a:r>
          </a:p>
        </p:txBody>
      </p:sp>
      <p:sp>
        <p:nvSpPr>
          <p:cNvPr id="2" name="Title 1"/>
          <p:cNvSpPr>
            <a:spLocks noGrp="1"/>
          </p:cNvSpPr>
          <p:nvPr>
            <p:ph type="ctrTitle"/>
          </p:nvPr>
        </p:nvSpPr>
        <p:spPr>
          <a:xfrm>
            <a:off x="1378135" y="1219199"/>
            <a:ext cx="7232465" cy="2732439"/>
          </a:xfrm>
        </p:spPr>
        <p:txBody>
          <a:bodyPr anchor="t">
            <a:normAutofit/>
          </a:bodyPr>
          <a:lstStyle>
            <a:lvl1pPr algn="l">
              <a:defRPr lang="en-US" sz="5000" kern="1200" cap="all" spc="100" baseline="0" dirty="0">
                <a:solidFill>
                  <a:srgbClr val="2C2E52"/>
                </a:solidFill>
                <a:latin typeface="+mj-lt"/>
                <a:ea typeface="+mj-ea"/>
                <a:cs typeface="+mj-cs"/>
              </a:defRPr>
            </a:lvl1pPr>
          </a:lstStyle>
          <a:p>
            <a:r>
              <a:rPr lang="en-US" noProof="0" smtClean="0"/>
              <a:t>Click to edit Master title style</a:t>
            </a:r>
            <a:endParaRPr lang="en-US" noProof="0"/>
          </a:p>
        </p:txBody>
      </p:sp>
      <p:sp>
        <p:nvSpPr>
          <p:cNvPr id="3" name="Subtitle 2"/>
          <p:cNvSpPr>
            <a:spLocks noGrp="1"/>
          </p:cNvSpPr>
          <p:nvPr>
            <p:ph type="subTitle" idx="1"/>
          </p:nvPr>
        </p:nvSpPr>
        <p:spPr>
          <a:xfrm>
            <a:off x="1378134" y="4069079"/>
            <a:ext cx="5022666" cy="1463040"/>
          </a:xfrm>
        </p:spPr>
        <p:txBody>
          <a:bodyPr lIns="91440" rIns="91440" anchor="t">
            <a:normAutofit/>
          </a:bodyPr>
          <a:lstStyle>
            <a:lvl1pPr marL="0" indent="0" algn="l">
              <a:lnSpc>
                <a:spcPct val="100000"/>
              </a:lnSpc>
              <a:spcBef>
                <a:spcPts val="0"/>
              </a:spcBef>
              <a:buNone/>
              <a:defRPr lang="en-US" sz="2000" kern="1200" dirty="0">
                <a:solidFill>
                  <a:schemeClr val="tx1"/>
                </a:solidFill>
                <a:latin typeface="+mn-lt"/>
                <a:ea typeface="+mn-ea"/>
                <a:cs typeface="+mn-cs"/>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noProof="0" smtClean="0"/>
              <a:t>Click to edit Master subtitle style</a:t>
            </a:r>
            <a:endParaRPr lang="en-US" noProof="0"/>
          </a:p>
        </p:txBody>
      </p:sp>
      <p:sp>
        <p:nvSpPr>
          <p:cNvPr id="33" name="Rectangle 32">
            <a:extLst>
              <a:ext uri="{FF2B5EF4-FFF2-40B4-BE49-F238E27FC236}">
                <a16:creationId xmlns:a16="http://schemas.microsoft.com/office/drawing/2014/main" id="{E905A207-2310-4F94-86E5-13B4CCC359EC}"/>
              </a:ext>
              <a:ext uri="{C183D7F6-B498-43B3-948B-1728B52AA6E4}">
                <adec:decorative xmlns="" xmlns:adec="http://schemas.microsoft.com/office/drawing/2017/decorative" val="1"/>
              </a:ext>
            </a:extLst>
          </p:cNvPr>
          <p:cNvSpPr/>
          <p:nvPr userDrawn="1"/>
        </p:nvSpPr>
        <p:spPr>
          <a:xfrm rot="5400000" flipV="1">
            <a:off x="1562101" y="-114299"/>
            <a:ext cx="304797" cy="5334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914400"/>
            <a:endParaRPr lang="en-US" noProof="0" dirty="0"/>
          </a:p>
        </p:txBody>
      </p:sp>
      <p:sp>
        <p:nvSpPr>
          <p:cNvPr id="19" name="Picture Placeholder 18">
            <a:extLst>
              <a:ext uri="{FF2B5EF4-FFF2-40B4-BE49-F238E27FC236}">
                <a16:creationId xmlns:a16="http://schemas.microsoft.com/office/drawing/2014/main" id="{018BFA80-A3BB-4316-BD6E-3E5F6B4D89CF}"/>
              </a:ext>
              <a:ext uri="{C183D7F6-B498-43B3-948B-1728B52AA6E4}">
                <adec:decorative xmlns="" xmlns:adec="http://schemas.microsoft.com/office/drawing/2017/decorative" val="1"/>
              </a:ext>
            </a:extLst>
          </p:cNvPr>
          <p:cNvSpPr>
            <a:spLocks noGrp="1"/>
          </p:cNvSpPr>
          <p:nvPr>
            <p:ph type="pic" sz="quarter" idx="11" hasCustomPrompt="1"/>
          </p:nvPr>
        </p:nvSpPr>
        <p:spPr>
          <a:xfrm>
            <a:off x="7013448" y="34960"/>
            <a:ext cx="5178552" cy="6823040"/>
          </a:xfrm>
          <a:custGeom>
            <a:avLst/>
            <a:gdLst>
              <a:gd name="connsiteX0" fmla="*/ 5178552 w 5178552"/>
              <a:gd name="connsiteY0" fmla="*/ 0 h 6823040"/>
              <a:gd name="connsiteX1" fmla="*/ 5178552 w 5178552"/>
              <a:gd name="connsiteY1" fmla="*/ 6823040 h 6823040"/>
              <a:gd name="connsiteX2" fmla="*/ 1752601 w 5178552"/>
              <a:gd name="connsiteY2" fmla="*/ 6823040 h 6823040"/>
              <a:gd name="connsiteX3" fmla="*/ 0 w 5178552"/>
              <a:gd name="connsiteY3" fmla="*/ 6823040 h 6823040"/>
            </a:gdLst>
            <a:ahLst/>
            <a:cxnLst>
              <a:cxn ang="0">
                <a:pos x="connsiteX0" y="connsiteY0"/>
              </a:cxn>
              <a:cxn ang="0">
                <a:pos x="connsiteX1" y="connsiteY1"/>
              </a:cxn>
              <a:cxn ang="0">
                <a:pos x="connsiteX2" y="connsiteY2"/>
              </a:cxn>
              <a:cxn ang="0">
                <a:pos x="connsiteX3" y="connsiteY3"/>
              </a:cxn>
            </a:cxnLst>
            <a:rect l="l" t="t" r="r" b="b"/>
            <a:pathLst>
              <a:path w="5178552" h="6823040">
                <a:moveTo>
                  <a:pt x="5178552" y="0"/>
                </a:moveTo>
                <a:lnTo>
                  <a:pt x="5178552" y="6823040"/>
                </a:lnTo>
                <a:lnTo>
                  <a:pt x="1752601" y="6823040"/>
                </a:lnTo>
                <a:lnTo>
                  <a:pt x="0" y="6823040"/>
                </a:lnTo>
                <a:close/>
              </a:path>
            </a:pathLst>
          </a:custGeom>
          <a:solidFill>
            <a:schemeClr val="bg1"/>
          </a:solidFill>
        </p:spPr>
        <p:txBody>
          <a:bodyPr wrap="square" anchor="ctr">
            <a:noAutofit/>
          </a:bodyPr>
          <a:lstStyle>
            <a:lvl1pPr marL="0" indent="0" algn="ctr">
              <a:buNone/>
              <a:defRPr/>
            </a:lvl1pPr>
          </a:lstStyle>
          <a:p>
            <a:r>
              <a:rPr lang="en-US" noProof="0" dirty="0"/>
              <a:t>Insert Image</a:t>
            </a:r>
          </a:p>
        </p:txBody>
      </p:sp>
    </p:spTree>
    <p:extLst>
      <p:ext uri="{BB962C8B-B14F-4D97-AF65-F5344CB8AC3E}">
        <p14:creationId xmlns:p14="http://schemas.microsoft.com/office/powerpoint/2010/main" val="421926269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1_Title Slide_DeepYellow">
    <p:bg>
      <p:bgPr>
        <a:solidFill>
          <a:schemeClr val="bg1">
            <a:lumMod val="95000"/>
          </a:schemeClr>
        </a:solidFill>
        <a:effectLst/>
      </p:bgPr>
    </p:bg>
    <p:spTree>
      <p:nvGrpSpPr>
        <p:cNvPr id="1" name=""/>
        <p:cNvGrpSpPr/>
        <p:nvPr/>
      </p:nvGrpSpPr>
      <p:grpSpPr>
        <a:xfrm>
          <a:off x="0" y="0"/>
          <a:ext cx="0" cy="0"/>
          <a:chOff x="0" y="0"/>
          <a:chExt cx="0" cy="0"/>
        </a:xfrm>
      </p:grpSpPr>
      <p:sp>
        <p:nvSpPr>
          <p:cNvPr id="53" name="Text Placeholder 52">
            <a:extLst>
              <a:ext uri="{FF2B5EF4-FFF2-40B4-BE49-F238E27FC236}">
                <a16:creationId xmlns:a16="http://schemas.microsoft.com/office/drawing/2014/main" id="{4016877F-9863-4CBC-B4AF-D4764DBA673B}"/>
              </a:ext>
              <a:ext uri="{C183D7F6-B498-43B3-948B-1728B52AA6E4}">
                <adec:decorative xmlns="" xmlns:adec="http://schemas.microsoft.com/office/drawing/2017/decorative" val="1"/>
              </a:ext>
            </a:extLst>
          </p:cNvPr>
          <p:cNvSpPr>
            <a:spLocks noGrp="1"/>
          </p:cNvSpPr>
          <p:nvPr>
            <p:ph type="body" sz="quarter" idx="14" hasCustomPrompt="1"/>
          </p:nvPr>
        </p:nvSpPr>
        <p:spPr>
          <a:xfrm>
            <a:off x="1181099" y="457200"/>
            <a:ext cx="8128343" cy="6248400"/>
          </a:xfrm>
          <a:custGeom>
            <a:avLst/>
            <a:gdLst>
              <a:gd name="connsiteX0" fmla="*/ 0 w 8128343"/>
              <a:gd name="connsiteY0" fmla="*/ 0 h 6248400"/>
              <a:gd name="connsiteX1" fmla="*/ 8128343 w 8128343"/>
              <a:gd name="connsiteY1" fmla="*/ 0 h 6248400"/>
              <a:gd name="connsiteX2" fmla="*/ 8128343 w 8128343"/>
              <a:gd name="connsiteY2" fmla="*/ 3258609 h 6248400"/>
              <a:gd name="connsiteX3" fmla="*/ 5858354 w 8128343"/>
              <a:gd name="connsiteY3" fmla="*/ 6248400 h 6248400"/>
              <a:gd name="connsiteX4" fmla="*/ 0 w 8128343"/>
              <a:gd name="connsiteY4" fmla="*/ 6248400 h 6248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28343" h="6248400">
                <a:moveTo>
                  <a:pt x="0" y="0"/>
                </a:moveTo>
                <a:lnTo>
                  <a:pt x="8128343" y="0"/>
                </a:lnTo>
                <a:lnTo>
                  <a:pt x="8128343" y="3258609"/>
                </a:lnTo>
                <a:lnTo>
                  <a:pt x="5858354" y="6248400"/>
                </a:lnTo>
                <a:lnTo>
                  <a:pt x="0" y="62484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buNone/>
              <a:defRPr lang="en-GB" sz="1800" dirty="0">
                <a:solidFill>
                  <a:schemeClr val="lt1">
                    <a:alpha val="0"/>
                  </a:schemeClr>
                </a:solidFill>
              </a:defRPr>
            </a:lvl1pPr>
          </a:lstStyle>
          <a:p>
            <a:pPr marL="0" lvl="0" algn="ctr"/>
            <a:r>
              <a:rPr lang="en-US" noProof="0"/>
              <a:t>I</a:t>
            </a:r>
          </a:p>
        </p:txBody>
      </p:sp>
      <p:sp>
        <p:nvSpPr>
          <p:cNvPr id="48" name="Freeform: Shape 47">
            <a:extLst>
              <a:ext uri="{FF2B5EF4-FFF2-40B4-BE49-F238E27FC236}">
                <a16:creationId xmlns:a16="http://schemas.microsoft.com/office/drawing/2014/main" id="{9070D0C4-1F90-4B84-B84E-8285FA0A01B0}"/>
              </a:ext>
            </a:extLst>
          </p:cNvPr>
          <p:cNvSpPr/>
          <p:nvPr userDrawn="1"/>
        </p:nvSpPr>
        <p:spPr>
          <a:xfrm rot="2232448">
            <a:off x="9455741" y="-926244"/>
            <a:ext cx="131438" cy="8710488"/>
          </a:xfrm>
          <a:custGeom>
            <a:avLst/>
            <a:gdLst>
              <a:gd name="connsiteX0" fmla="*/ 0 w 131438"/>
              <a:gd name="connsiteY0" fmla="*/ 99793 h 8710488"/>
              <a:gd name="connsiteX1" fmla="*/ 131438 w 131438"/>
              <a:gd name="connsiteY1" fmla="*/ 0 h 8710488"/>
              <a:gd name="connsiteX2" fmla="*/ 131438 w 131438"/>
              <a:gd name="connsiteY2" fmla="*/ 8610694 h 8710488"/>
              <a:gd name="connsiteX3" fmla="*/ 0 w 131438"/>
              <a:gd name="connsiteY3" fmla="*/ 8710488 h 8710488"/>
            </a:gdLst>
            <a:ahLst/>
            <a:cxnLst>
              <a:cxn ang="0">
                <a:pos x="connsiteX0" y="connsiteY0"/>
              </a:cxn>
              <a:cxn ang="0">
                <a:pos x="connsiteX1" y="connsiteY1"/>
              </a:cxn>
              <a:cxn ang="0">
                <a:pos x="connsiteX2" y="connsiteY2"/>
              </a:cxn>
              <a:cxn ang="0">
                <a:pos x="connsiteX3" y="connsiteY3"/>
              </a:cxn>
            </a:cxnLst>
            <a:rect l="l" t="t" r="r" b="b"/>
            <a:pathLst>
              <a:path w="131438" h="8710488">
                <a:moveTo>
                  <a:pt x="0" y="99793"/>
                </a:moveTo>
                <a:lnTo>
                  <a:pt x="131438" y="0"/>
                </a:lnTo>
                <a:lnTo>
                  <a:pt x="131438" y="8610694"/>
                </a:lnTo>
                <a:lnTo>
                  <a:pt x="0" y="8710488"/>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9" name="Freeform: Shape 48">
            <a:extLst>
              <a:ext uri="{FF2B5EF4-FFF2-40B4-BE49-F238E27FC236}">
                <a16:creationId xmlns:a16="http://schemas.microsoft.com/office/drawing/2014/main" id="{B8546525-A0E6-4238-93BC-5D43C93A450D}"/>
              </a:ext>
              <a:ext uri="{C183D7F6-B498-43B3-948B-1728B52AA6E4}">
                <adec:decorative xmlns="" xmlns:adec="http://schemas.microsoft.com/office/drawing/2017/decorative" val="1"/>
              </a:ext>
            </a:extLst>
          </p:cNvPr>
          <p:cNvSpPr/>
          <p:nvPr userDrawn="1"/>
        </p:nvSpPr>
        <p:spPr>
          <a:xfrm rot="2232448">
            <a:off x="9332817" y="-941780"/>
            <a:ext cx="172357" cy="8741560"/>
          </a:xfrm>
          <a:custGeom>
            <a:avLst/>
            <a:gdLst>
              <a:gd name="connsiteX0" fmla="*/ 172357 w 172357"/>
              <a:gd name="connsiteY0" fmla="*/ 0 h 8741560"/>
              <a:gd name="connsiteX1" fmla="*/ 172357 w 172357"/>
              <a:gd name="connsiteY1" fmla="*/ 8610698 h 8741560"/>
              <a:gd name="connsiteX2" fmla="*/ 0 w 172357"/>
              <a:gd name="connsiteY2" fmla="*/ 8741560 h 8741560"/>
              <a:gd name="connsiteX3" fmla="*/ 0 w 172357"/>
              <a:gd name="connsiteY3" fmla="*/ 130862 h 8741560"/>
            </a:gdLst>
            <a:ahLst/>
            <a:cxnLst>
              <a:cxn ang="0">
                <a:pos x="connsiteX0" y="connsiteY0"/>
              </a:cxn>
              <a:cxn ang="0">
                <a:pos x="connsiteX1" y="connsiteY1"/>
              </a:cxn>
              <a:cxn ang="0">
                <a:pos x="connsiteX2" y="connsiteY2"/>
              </a:cxn>
              <a:cxn ang="0">
                <a:pos x="connsiteX3" y="connsiteY3"/>
              </a:cxn>
            </a:cxnLst>
            <a:rect l="l" t="t" r="r" b="b"/>
            <a:pathLst>
              <a:path w="172357" h="8741560">
                <a:moveTo>
                  <a:pt x="172357" y="0"/>
                </a:moveTo>
                <a:lnTo>
                  <a:pt x="172357" y="8610698"/>
                </a:lnTo>
                <a:lnTo>
                  <a:pt x="0" y="8741560"/>
                </a:lnTo>
                <a:lnTo>
                  <a:pt x="0" y="130862"/>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914400"/>
            <a:endParaRPr lang="en-US" noProof="0" dirty="0"/>
          </a:p>
        </p:txBody>
      </p:sp>
      <p:sp>
        <p:nvSpPr>
          <p:cNvPr id="17" name="Text Placeholder 16">
            <a:extLst>
              <a:ext uri="{FF2B5EF4-FFF2-40B4-BE49-F238E27FC236}">
                <a16:creationId xmlns:a16="http://schemas.microsoft.com/office/drawing/2014/main" id="{FF9E63E5-568A-4FA2-9851-E5BFA12B85D1}"/>
              </a:ext>
              <a:ext uri="{C183D7F6-B498-43B3-948B-1728B52AA6E4}">
                <adec:decorative xmlns="" xmlns:adec="http://schemas.microsoft.com/office/drawing/2017/decorative" val="1"/>
              </a:ext>
            </a:extLst>
          </p:cNvPr>
          <p:cNvSpPr>
            <a:spLocks noGrp="1"/>
          </p:cNvSpPr>
          <p:nvPr>
            <p:ph type="body" sz="quarter" idx="12" hasCustomPrompt="1"/>
          </p:nvPr>
        </p:nvSpPr>
        <p:spPr>
          <a:xfrm>
            <a:off x="990599" y="304800"/>
            <a:ext cx="8128343" cy="6248400"/>
          </a:xfrm>
          <a:solidFill>
            <a:schemeClr val="bg1"/>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noProof="0"/>
              <a:t>I</a:t>
            </a:r>
          </a:p>
        </p:txBody>
      </p:sp>
      <p:sp>
        <p:nvSpPr>
          <p:cNvPr id="2" name="Title 1"/>
          <p:cNvSpPr>
            <a:spLocks noGrp="1"/>
          </p:cNvSpPr>
          <p:nvPr>
            <p:ph type="ctrTitle"/>
          </p:nvPr>
        </p:nvSpPr>
        <p:spPr>
          <a:xfrm>
            <a:off x="1378135" y="1219199"/>
            <a:ext cx="7232465" cy="2732439"/>
          </a:xfrm>
        </p:spPr>
        <p:txBody>
          <a:bodyPr anchor="t">
            <a:normAutofit/>
          </a:bodyPr>
          <a:lstStyle>
            <a:lvl1pPr algn="l">
              <a:defRPr lang="en-US" sz="5000" kern="1200" cap="all" spc="100" baseline="0" dirty="0">
                <a:solidFill>
                  <a:srgbClr val="2C2E52"/>
                </a:solidFill>
                <a:latin typeface="+mj-lt"/>
                <a:ea typeface="+mj-ea"/>
                <a:cs typeface="+mj-cs"/>
              </a:defRPr>
            </a:lvl1pPr>
          </a:lstStyle>
          <a:p>
            <a:r>
              <a:rPr lang="en-US" noProof="0" smtClean="0"/>
              <a:t>Click to edit Master title style</a:t>
            </a:r>
            <a:endParaRPr lang="en-US" noProof="0"/>
          </a:p>
        </p:txBody>
      </p:sp>
      <p:sp>
        <p:nvSpPr>
          <p:cNvPr id="3" name="Subtitle 2"/>
          <p:cNvSpPr>
            <a:spLocks noGrp="1"/>
          </p:cNvSpPr>
          <p:nvPr>
            <p:ph type="subTitle" idx="1"/>
          </p:nvPr>
        </p:nvSpPr>
        <p:spPr>
          <a:xfrm>
            <a:off x="1378134" y="4069079"/>
            <a:ext cx="5022666" cy="1463040"/>
          </a:xfrm>
        </p:spPr>
        <p:txBody>
          <a:bodyPr lIns="91440" rIns="91440" anchor="t">
            <a:normAutofit/>
          </a:bodyPr>
          <a:lstStyle>
            <a:lvl1pPr marL="0" indent="0" algn="l">
              <a:lnSpc>
                <a:spcPct val="100000"/>
              </a:lnSpc>
              <a:spcBef>
                <a:spcPts val="0"/>
              </a:spcBef>
              <a:buNone/>
              <a:defRPr lang="en-US" sz="2000" kern="1200" dirty="0">
                <a:solidFill>
                  <a:schemeClr val="tx1"/>
                </a:solidFill>
                <a:latin typeface="+mn-lt"/>
                <a:ea typeface="+mn-ea"/>
                <a:cs typeface="+mn-cs"/>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noProof="0" smtClean="0"/>
              <a:t>Click to edit Master subtitle style</a:t>
            </a:r>
            <a:endParaRPr lang="en-US" noProof="0"/>
          </a:p>
        </p:txBody>
      </p:sp>
      <p:sp>
        <p:nvSpPr>
          <p:cNvPr id="33" name="Rectangle 32">
            <a:extLst>
              <a:ext uri="{FF2B5EF4-FFF2-40B4-BE49-F238E27FC236}">
                <a16:creationId xmlns:a16="http://schemas.microsoft.com/office/drawing/2014/main" id="{E905A207-2310-4F94-86E5-13B4CCC359EC}"/>
              </a:ext>
              <a:ext uri="{C183D7F6-B498-43B3-948B-1728B52AA6E4}">
                <adec:decorative xmlns="" xmlns:adec="http://schemas.microsoft.com/office/drawing/2017/decorative" val="1"/>
              </a:ext>
            </a:extLst>
          </p:cNvPr>
          <p:cNvSpPr/>
          <p:nvPr userDrawn="1"/>
        </p:nvSpPr>
        <p:spPr>
          <a:xfrm rot="5400000" flipV="1">
            <a:off x="1562101" y="-114299"/>
            <a:ext cx="304797" cy="533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914400"/>
            <a:endParaRPr lang="en-US" noProof="0" dirty="0"/>
          </a:p>
        </p:txBody>
      </p:sp>
      <p:sp>
        <p:nvSpPr>
          <p:cNvPr id="19" name="Picture Placeholder 18">
            <a:extLst>
              <a:ext uri="{FF2B5EF4-FFF2-40B4-BE49-F238E27FC236}">
                <a16:creationId xmlns:a16="http://schemas.microsoft.com/office/drawing/2014/main" id="{018BFA80-A3BB-4316-BD6E-3E5F6B4D89CF}"/>
              </a:ext>
              <a:ext uri="{C183D7F6-B498-43B3-948B-1728B52AA6E4}">
                <adec:decorative xmlns="" xmlns:adec="http://schemas.microsoft.com/office/drawing/2017/decorative" val="1"/>
              </a:ext>
            </a:extLst>
          </p:cNvPr>
          <p:cNvSpPr>
            <a:spLocks noGrp="1"/>
          </p:cNvSpPr>
          <p:nvPr>
            <p:ph type="pic" sz="quarter" idx="11" hasCustomPrompt="1"/>
          </p:nvPr>
        </p:nvSpPr>
        <p:spPr>
          <a:xfrm>
            <a:off x="7013448" y="34960"/>
            <a:ext cx="5178552" cy="6823040"/>
          </a:xfrm>
          <a:custGeom>
            <a:avLst/>
            <a:gdLst>
              <a:gd name="connsiteX0" fmla="*/ 5178552 w 5178552"/>
              <a:gd name="connsiteY0" fmla="*/ 0 h 6823040"/>
              <a:gd name="connsiteX1" fmla="*/ 5178552 w 5178552"/>
              <a:gd name="connsiteY1" fmla="*/ 6823040 h 6823040"/>
              <a:gd name="connsiteX2" fmla="*/ 1752601 w 5178552"/>
              <a:gd name="connsiteY2" fmla="*/ 6823040 h 6823040"/>
              <a:gd name="connsiteX3" fmla="*/ 0 w 5178552"/>
              <a:gd name="connsiteY3" fmla="*/ 6823040 h 6823040"/>
            </a:gdLst>
            <a:ahLst/>
            <a:cxnLst>
              <a:cxn ang="0">
                <a:pos x="connsiteX0" y="connsiteY0"/>
              </a:cxn>
              <a:cxn ang="0">
                <a:pos x="connsiteX1" y="connsiteY1"/>
              </a:cxn>
              <a:cxn ang="0">
                <a:pos x="connsiteX2" y="connsiteY2"/>
              </a:cxn>
              <a:cxn ang="0">
                <a:pos x="connsiteX3" y="connsiteY3"/>
              </a:cxn>
            </a:cxnLst>
            <a:rect l="l" t="t" r="r" b="b"/>
            <a:pathLst>
              <a:path w="5178552" h="6823040">
                <a:moveTo>
                  <a:pt x="5178552" y="0"/>
                </a:moveTo>
                <a:lnTo>
                  <a:pt x="5178552" y="6823040"/>
                </a:lnTo>
                <a:lnTo>
                  <a:pt x="1752601" y="6823040"/>
                </a:lnTo>
                <a:lnTo>
                  <a:pt x="0" y="6823040"/>
                </a:lnTo>
                <a:close/>
              </a:path>
            </a:pathLst>
          </a:custGeom>
          <a:solidFill>
            <a:schemeClr val="bg1"/>
          </a:solidFill>
        </p:spPr>
        <p:txBody>
          <a:bodyPr wrap="square" anchor="ctr">
            <a:noAutofit/>
          </a:bodyPr>
          <a:lstStyle>
            <a:lvl1pPr marL="0" indent="0" algn="ctr">
              <a:buNone/>
              <a:defRPr/>
            </a:lvl1pPr>
          </a:lstStyle>
          <a:p>
            <a:r>
              <a:rPr lang="en-US" noProof="0" dirty="0"/>
              <a:t>Insert Image</a:t>
            </a:r>
          </a:p>
        </p:txBody>
      </p:sp>
    </p:spTree>
    <p:extLst>
      <p:ext uri="{BB962C8B-B14F-4D97-AF65-F5344CB8AC3E}">
        <p14:creationId xmlns:p14="http://schemas.microsoft.com/office/powerpoint/2010/main" val="157998815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3_Title Slide_DeepYellow">
    <p:bg>
      <p:bgPr>
        <a:solidFill>
          <a:schemeClr val="bg1">
            <a:lumMod val="95000"/>
          </a:schemeClr>
        </a:solidFill>
        <a:effectLst/>
      </p:bgPr>
    </p:bg>
    <p:spTree>
      <p:nvGrpSpPr>
        <p:cNvPr id="1" name=""/>
        <p:cNvGrpSpPr/>
        <p:nvPr/>
      </p:nvGrpSpPr>
      <p:grpSpPr>
        <a:xfrm>
          <a:off x="0" y="0"/>
          <a:ext cx="0" cy="0"/>
          <a:chOff x="0" y="0"/>
          <a:chExt cx="0" cy="0"/>
        </a:xfrm>
      </p:grpSpPr>
      <p:sp>
        <p:nvSpPr>
          <p:cNvPr id="11" name="Text Placeholder 16">
            <a:extLst>
              <a:ext uri="{FF2B5EF4-FFF2-40B4-BE49-F238E27FC236}">
                <a16:creationId xmlns:a16="http://schemas.microsoft.com/office/drawing/2014/main" id="{50D09E5B-B146-4D08-82EC-846DD89B0B87}"/>
              </a:ext>
              <a:ext uri="{C183D7F6-B498-43B3-948B-1728B52AA6E4}">
                <adec:decorative xmlns="" xmlns:adec="http://schemas.microsoft.com/office/drawing/2017/decorative" val="1"/>
              </a:ext>
            </a:extLst>
          </p:cNvPr>
          <p:cNvSpPr>
            <a:spLocks noGrp="1"/>
          </p:cNvSpPr>
          <p:nvPr>
            <p:ph type="body" sz="quarter" idx="16" hasCustomPrompt="1"/>
          </p:nvPr>
        </p:nvSpPr>
        <p:spPr>
          <a:xfrm>
            <a:off x="660462" y="0"/>
            <a:ext cx="9931338" cy="6823040"/>
          </a:xfrm>
          <a:solidFill>
            <a:schemeClr val="bg1"/>
          </a:solidFill>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12" name="Text Placeholder 16">
            <a:extLst>
              <a:ext uri="{FF2B5EF4-FFF2-40B4-BE49-F238E27FC236}">
                <a16:creationId xmlns:a16="http://schemas.microsoft.com/office/drawing/2014/main" id="{88940597-2E9A-4141-B2D0-C488487F11D7}"/>
              </a:ext>
              <a:ext uri="{C183D7F6-B498-43B3-948B-1728B52AA6E4}">
                <adec:decorative xmlns="" xmlns:adec="http://schemas.microsoft.com/office/drawing/2017/decorative" val="1"/>
              </a:ext>
            </a:extLst>
          </p:cNvPr>
          <p:cNvSpPr>
            <a:spLocks noGrp="1"/>
          </p:cNvSpPr>
          <p:nvPr>
            <p:ph type="body" sz="quarter" idx="17" hasCustomPrompt="1"/>
          </p:nvPr>
        </p:nvSpPr>
        <p:spPr>
          <a:xfrm>
            <a:off x="533400" y="0"/>
            <a:ext cx="50863" cy="6858000"/>
          </a:xfrm>
          <a:solidFill>
            <a:schemeClr val="accent2"/>
          </a:solidFill>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10" name="Text Placeholder 16">
            <a:extLst>
              <a:ext uri="{FF2B5EF4-FFF2-40B4-BE49-F238E27FC236}">
                <a16:creationId xmlns:a16="http://schemas.microsoft.com/office/drawing/2014/main" id="{0CC06030-90E1-4B3F-AFDF-369354FBFE62}"/>
              </a:ext>
              <a:ext uri="{C183D7F6-B498-43B3-948B-1728B52AA6E4}">
                <adec:decorative xmlns="" xmlns:adec="http://schemas.microsoft.com/office/drawing/2017/decorative" val="1"/>
              </a:ext>
            </a:extLst>
          </p:cNvPr>
          <p:cNvSpPr>
            <a:spLocks noGrp="1"/>
          </p:cNvSpPr>
          <p:nvPr>
            <p:ph type="body" sz="quarter" idx="15" hasCustomPrompt="1"/>
          </p:nvPr>
        </p:nvSpPr>
        <p:spPr>
          <a:xfrm>
            <a:off x="990600" y="609600"/>
            <a:ext cx="7429500" cy="5638800"/>
          </a:xfrm>
          <a:solidFill>
            <a:schemeClr val="bg1"/>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p:nvPr>
        </p:nvSpPr>
        <p:spPr>
          <a:xfrm>
            <a:off x="1295400" y="1905000"/>
            <a:ext cx="5864382" cy="2275238"/>
          </a:xfrm>
        </p:spPr>
        <p:txBody>
          <a:bodyPr anchor="t">
            <a:normAutofit/>
          </a:bodyPr>
          <a:lstStyle>
            <a:lvl1pPr algn="l">
              <a:defRPr lang="en-US" sz="5000" kern="1200" cap="all" spc="100" baseline="0" dirty="0">
                <a:solidFill>
                  <a:srgbClr val="2C2E52"/>
                </a:solidFill>
                <a:latin typeface="+mj-lt"/>
                <a:ea typeface="+mj-ea"/>
                <a:cs typeface="+mj-cs"/>
              </a:defRPr>
            </a:lvl1pPr>
          </a:lstStyle>
          <a:p>
            <a:r>
              <a:rPr lang="en-US" smtClean="0"/>
              <a:t>Click to edit Master title style</a:t>
            </a:r>
            <a:endParaRPr lang="en-US" dirty="0"/>
          </a:p>
        </p:txBody>
      </p:sp>
      <p:sp>
        <p:nvSpPr>
          <p:cNvPr id="3" name="Subtitle 2"/>
          <p:cNvSpPr>
            <a:spLocks noGrp="1"/>
          </p:cNvSpPr>
          <p:nvPr>
            <p:ph type="subTitle" idx="1"/>
          </p:nvPr>
        </p:nvSpPr>
        <p:spPr>
          <a:xfrm>
            <a:off x="1295400" y="4297679"/>
            <a:ext cx="4072586" cy="1463040"/>
          </a:xfrm>
        </p:spPr>
        <p:txBody>
          <a:bodyPr lIns="91440" rIns="91440" anchor="t">
            <a:normAutofit/>
          </a:bodyPr>
          <a:lstStyle>
            <a:lvl1pPr marL="0" indent="0" algn="l">
              <a:lnSpc>
                <a:spcPct val="100000"/>
              </a:lnSpc>
              <a:spcBef>
                <a:spcPts val="0"/>
              </a:spcBef>
              <a:buNone/>
              <a:defRPr lang="en-US" sz="2000" kern="1200" dirty="0">
                <a:solidFill>
                  <a:schemeClr val="tx1"/>
                </a:solidFill>
                <a:latin typeface="+mn-lt"/>
                <a:ea typeface="+mn-ea"/>
                <a:cs typeface="+mn-cs"/>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smtClean="0"/>
              <a:t>Click to edit Master subtitle style</a:t>
            </a:r>
            <a:endParaRPr lang="en-US" dirty="0"/>
          </a:p>
        </p:txBody>
      </p:sp>
      <p:sp>
        <p:nvSpPr>
          <p:cNvPr id="13" name="Text Placeholder 16">
            <a:extLst>
              <a:ext uri="{FF2B5EF4-FFF2-40B4-BE49-F238E27FC236}">
                <a16:creationId xmlns:a16="http://schemas.microsoft.com/office/drawing/2014/main" id="{EA44EEDB-C599-41AA-9D84-D53811C28804}"/>
              </a:ext>
              <a:ext uri="{C183D7F6-B498-43B3-948B-1728B52AA6E4}">
                <adec:decorative xmlns="" xmlns:adec="http://schemas.microsoft.com/office/drawing/2017/decorative" val="1"/>
              </a:ext>
            </a:extLst>
          </p:cNvPr>
          <p:cNvSpPr>
            <a:spLocks noGrp="1"/>
          </p:cNvSpPr>
          <p:nvPr>
            <p:ph type="body" sz="quarter" idx="18" hasCustomPrompt="1"/>
          </p:nvPr>
        </p:nvSpPr>
        <p:spPr>
          <a:xfrm>
            <a:off x="450896" y="0"/>
            <a:ext cx="63502" cy="6858000"/>
          </a:xfrm>
          <a:solidFill>
            <a:schemeClr val="accent2"/>
          </a:solidFill>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14" name="Text Placeholder 16">
            <a:extLst>
              <a:ext uri="{FF2B5EF4-FFF2-40B4-BE49-F238E27FC236}">
                <a16:creationId xmlns:a16="http://schemas.microsoft.com/office/drawing/2014/main" id="{FE574478-76DE-4613-8FBD-36B353081849}"/>
              </a:ext>
              <a:ext uri="{C183D7F6-B498-43B3-948B-1728B52AA6E4}">
                <adec:decorative xmlns="" xmlns:adec="http://schemas.microsoft.com/office/drawing/2017/decorative" val="1"/>
              </a:ext>
            </a:extLst>
          </p:cNvPr>
          <p:cNvSpPr>
            <a:spLocks noGrp="1"/>
          </p:cNvSpPr>
          <p:nvPr>
            <p:ph type="body" sz="quarter" idx="19" hasCustomPrompt="1"/>
          </p:nvPr>
        </p:nvSpPr>
        <p:spPr>
          <a:xfrm>
            <a:off x="368391" y="0"/>
            <a:ext cx="63502" cy="6858000"/>
          </a:xfrm>
          <a:solidFill>
            <a:schemeClr val="accent2"/>
          </a:solidFill>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19" name="Picture Placeholder 18">
            <a:extLst>
              <a:ext uri="{FF2B5EF4-FFF2-40B4-BE49-F238E27FC236}">
                <a16:creationId xmlns:a16="http://schemas.microsoft.com/office/drawing/2014/main" id="{018BFA80-A3BB-4316-BD6E-3E5F6B4D89CF}"/>
              </a:ext>
              <a:ext uri="{C183D7F6-B498-43B3-948B-1728B52AA6E4}">
                <adec:decorative xmlns="" xmlns:adec="http://schemas.microsoft.com/office/drawing/2017/decorative" val="1"/>
              </a:ext>
            </a:extLst>
          </p:cNvPr>
          <p:cNvSpPr>
            <a:spLocks noGrp="1"/>
          </p:cNvSpPr>
          <p:nvPr>
            <p:ph type="pic" sz="quarter" idx="11" hasCustomPrompt="1"/>
          </p:nvPr>
        </p:nvSpPr>
        <p:spPr>
          <a:xfrm>
            <a:off x="7013448" y="34960"/>
            <a:ext cx="5178552" cy="6823040"/>
          </a:xfrm>
          <a:custGeom>
            <a:avLst/>
            <a:gdLst>
              <a:gd name="connsiteX0" fmla="*/ 5178552 w 5178552"/>
              <a:gd name="connsiteY0" fmla="*/ 0 h 6823040"/>
              <a:gd name="connsiteX1" fmla="*/ 5178552 w 5178552"/>
              <a:gd name="connsiteY1" fmla="*/ 6823040 h 6823040"/>
              <a:gd name="connsiteX2" fmla="*/ 1752601 w 5178552"/>
              <a:gd name="connsiteY2" fmla="*/ 6823040 h 6823040"/>
              <a:gd name="connsiteX3" fmla="*/ 0 w 5178552"/>
              <a:gd name="connsiteY3" fmla="*/ 6823040 h 6823040"/>
            </a:gdLst>
            <a:ahLst/>
            <a:cxnLst>
              <a:cxn ang="0">
                <a:pos x="connsiteX0" y="connsiteY0"/>
              </a:cxn>
              <a:cxn ang="0">
                <a:pos x="connsiteX1" y="connsiteY1"/>
              </a:cxn>
              <a:cxn ang="0">
                <a:pos x="connsiteX2" y="connsiteY2"/>
              </a:cxn>
              <a:cxn ang="0">
                <a:pos x="connsiteX3" y="connsiteY3"/>
              </a:cxn>
            </a:cxnLst>
            <a:rect l="l" t="t" r="r" b="b"/>
            <a:pathLst>
              <a:path w="5178552" h="6823040">
                <a:moveTo>
                  <a:pt x="5178552" y="0"/>
                </a:moveTo>
                <a:lnTo>
                  <a:pt x="5178552" y="6823040"/>
                </a:lnTo>
                <a:lnTo>
                  <a:pt x="1752601" y="6823040"/>
                </a:lnTo>
                <a:lnTo>
                  <a:pt x="0" y="6823040"/>
                </a:lnTo>
                <a:close/>
              </a:path>
            </a:pathLst>
          </a:custGeom>
          <a:solidFill>
            <a:schemeClr val="bg1"/>
          </a:solidFill>
        </p:spPr>
        <p:txBody>
          <a:bodyPr wrap="square" anchor="ctr">
            <a:noAutofit/>
          </a:bodyPr>
          <a:lstStyle>
            <a:lvl1pPr marL="0" indent="0" algn="ctr">
              <a:buNone/>
              <a:defRPr/>
            </a:lvl1pPr>
          </a:lstStyle>
          <a:p>
            <a:r>
              <a:rPr lang="en-US" dirty="0"/>
              <a:t>Insert Image</a:t>
            </a:r>
            <a:endParaRPr lang="en-GB" dirty="0"/>
          </a:p>
        </p:txBody>
      </p:sp>
    </p:spTree>
    <p:extLst>
      <p:ext uri="{BB962C8B-B14F-4D97-AF65-F5344CB8AC3E}">
        <p14:creationId xmlns:p14="http://schemas.microsoft.com/office/powerpoint/2010/main" val="355918746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4_Title Slide_DeepYellow">
    <p:spTree>
      <p:nvGrpSpPr>
        <p:cNvPr id="1" name=""/>
        <p:cNvGrpSpPr/>
        <p:nvPr/>
      </p:nvGrpSpPr>
      <p:grpSpPr>
        <a:xfrm>
          <a:off x="0" y="0"/>
          <a:ext cx="0" cy="0"/>
          <a:chOff x="0" y="0"/>
          <a:chExt cx="0" cy="0"/>
        </a:xfrm>
      </p:grpSpPr>
      <p:sp>
        <p:nvSpPr>
          <p:cNvPr id="26" name="Picture Placeholder 25">
            <a:extLst>
              <a:ext uri="{FF2B5EF4-FFF2-40B4-BE49-F238E27FC236}">
                <a16:creationId xmlns:a16="http://schemas.microsoft.com/office/drawing/2014/main" id="{32EC3EF4-A2D5-4058-977A-74A37AC365BD}"/>
              </a:ext>
              <a:ext uri="{C183D7F6-B498-43B3-948B-1728B52AA6E4}">
                <adec:decorative xmlns="" xmlns:adec="http://schemas.microsoft.com/office/drawing/2017/decorative" val="1"/>
              </a:ext>
            </a:extLst>
          </p:cNvPr>
          <p:cNvSpPr>
            <a:spLocks noGrp="1"/>
          </p:cNvSpPr>
          <p:nvPr>
            <p:ph type="pic" sz="quarter" idx="11" hasCustomPrompt="1"/>
          </p:nvPr>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02525 h 6858000"/>
              <a:gd name="connsiteX3" fmla="*/ 8273508 w 12192000"/>
              <a:gd name="connsiteY3" fmla="*/ 6858000 h 6858000"/>
              <a:gd name="connsiteX4" fmla="*/ 0 w 1219200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6858000">
                <a:moveTo>
                  <a:pt x="0" y="0"/>
                </a:moveTo>
                <a:lnTo>
                  <a:pt x="12192000" y="0"/>
                </a:lnTo>
                <a:lnTo>
                  <a:pt x="12192000" y="602525"/>
                </a:lnTo>
                <a:lnTo>
                  <a:pt x="8273508" y="6858000"/>
                </a:lnTo>
                <a:lnTo>
                  <a:pt x="0" y="6858000"/>
                </a:lnTo>
                <a:close/>
              </a:path>
            </a:pathLst>
          </a:custGeom>
          <a:solidFill>
            <a:schemeClr val="bg1"/>
          </a:solidFill>
          <a:effectLst>
            <a:outerShdw blurRad="165100" dist="38100" dir="2700000" algn="tl" rotWithShape="0">
              <a:prstClr val="black">
                <a:alpha val="40000"/>
              </a:prstClr>
            </a:outerShdw>
          </a:effectLst>
        </p:spPr>
        <p:txBody>
          <a:bodyPr wrap="square" anchor="ctr">
            <a:noAutofit/>
          </a:bodyPr>
          <a:lstStyle>
            <a:lvl1pPr marL="0" indent="0" algn="ctr">
              <a:buNone/>
              <a:defRPr/>
            </a:lvl1pPr>
          </a:lstStyle>
          <a:p>
            <a:r>
              <a:rPr lang="en-US" dirty="0"/>
              <a:t>Insert Image</a:t>
            </a:r>
            <a:endParaRPr lang="en-GB" dirty="0"/>
          </a:p>
        </p:txBody>
      </p:sp>
      <p:sp>
        <p:nvSpPr>
          <p:cNvPr id="27" name="Text Placeholder 16">
            <a:extLst>
              <a:ext uri="{FF2B5EF4-FFF2-40B4-BE49-F238E27FC236}">
                <a16:creationId xmlns:a16="http://schemas.microsoft.com/office/drawing/2014/main" id="{4E7C74DD-4244-46B7-8336-30F7151DB21B}"/>
              </a:ext>
              <a:ext uri="{C183D7F6-B498-43B3-948B-1728B52AA6E4}">
                <adec:decorative xmlns="" xmlns:adec="http://schemas.microsoft.com/office/drawing/2017/decorative" val="1"/>
              </a:ext>
            </a:extLst>
          </p:cNvPr>
          <p:cNvSpPr>
            <a:spLocks noGrp="1"/>
          </p:cNvSpPr>
          <p:nvPr>
            <p:ph type="body" sz="quarter" idx="13" hasCustomPrompt="1"/>
          </p:nvPr>
        </p:nvSpPr>
        <p:spPr>
          <a:xfrm rot="10800000" flipH="1" flipV="1">
            <a:off x="8074536" y="3124200"/>
            <a:ext cx="2087678" cy="3270696"/>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4" name="Text Placeholder 23">
            <a:extLst>
              <a:ext uri="{FF2B5EF4-FFF2-40B4-BE49-F238E27FC236}">
                <a16:creationId xmlns:a16="http://schemas.microsoft.com/office/drawing/2014/main" id="{9DC663CF-0C67-4619-B40E-7832C4DA15FE}"/>
              </a:ext>
              <a:ext uri="{C183D7F6-B498-43B3-948B-1728B52AA6E4}">
                <adec:decorative xmlns="" xmlns:adec="http://schemas.microsoft.com/office/drawing/2017/decorative" val="1"/>
              </a:ext>
            </a:extLst>
          </p:cNvPr>
          <p:cNvSpPr>
            <a:spLocks noGrp="1"/>
          </p:cNvSpPr>
          <p:nvPr>
            <p:ph type="body" sz="quarter" idx="15" hasCustomPrompt="1"/>
          </p:nvPr>
        </p:nvSpPr>
        <p:spPr>
          <a:xfrm>
            <a:off x="2190750" y="609600"/>
            <a:ext cx="7810500" cy="5638800"/>
          </a:xfrm>
          <a:custGeom>
            <a:avLst/>
            <a:gdLst>
              <a:gd name="connsiteX0" fmla="*/ 0 w 7810500"/>
              <a:gd name="connsiteY0" fmla="*/ 0 h 5638800"/>
              <a:gd name="connsiteX1" fmla="*/ 7810500 w 7810500"/>
              <a:gd name="connsiteY1" fmla="*/ 0 h 5638800"/>
              <a:gd name="connsiteX2" fmla="*/ 7810500 w 7810500"/>
              <a:gd name="connsiteY2" fmla="*/ 3151512 h 5638800"/>
              <a:gd name="connsiteX3" fmla="*/ 6252438 w 7810500"/>
              <a:gd name="connsiteY3" fmla="*/ 5638800 h 5638800"/>
              <a:gd name="connsiteX4" fmla="*/ 0 w 7810500"/>
              <a:gd name="connsiteY4" fmla="*/ 5638800 h 563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0500" h="5638800">
                <a:moveTo>
                  <a:pt x="0" y="0"/>
                </a:moveTo>
                <a:lnTo>
                  <a:pt x="7810500" y="0"/>
                </a:lnTo>
                <a:lnTo>
                  <a:pt x="7810500" y="3151512"/>
                </a:lnTo>
                <a:lnTo>
                  <a:pt x="6252438" y="5638800"/>
                </a:lnTo>
                <a:lnTo>
                  <a:pt x="0" y="5638800"/>
                </a:lnTo>
                <a:close/>
              </a:path>
            </a:pathLst>
          </a:custGeom>
          <a:solidFill>
            <a:schemeClr val="accent1"/>
          </a:solidFill>
          <a:effectLst>
            <a:outerShdw blurRad="50800" dist="38100" dir="2700000" algn="tl" rotWithShape="0">
              <a:prstClr val="black">
                <a:alpha val="40000"/>
              </a:prstClr>
            </a:outerShdw>
          </a:effectLst>
        </p:spPr>
        <p:txBody>
          <a:bodyPr wrap="square">
            <a:noAutofit/>
          </a:bodyPr>
          <a:lstStyle>
            <a:lvl1pPr marL="0" indent="0" algn="ctr">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p:nvPr>
        </p:nvSpPr>
        <p:spPr>
          <a:xfrm>
            <a:off x="3163809" y="1905000"/>
            <a:ext cx="5864382" cy="2275238"/>
          </a:xfrm>
        </p:spPr>
        <p:txBody>
          <a:bodyPr anchor="t">
            <a:normAutofit/>
          </a:bodyPr>
          <a:lstStyle>
            <a:lvl1pPr algn="ctr">
              <a:defRPr lang="en-US" sz="5000" kern="1200" cap="all" spc="100" baseline="0" dirty="0">
                <a:solidFill>
                  <a:schemeClr val="bg1"/>
                </a:solidFill>
                <a:latin typeface="+mj-lt"/>
                <a:ea typeface="+mj-ea"/>
                <a:cs typeface="+mj-cs"/>
              </a:defRPr>
            </a:lvl1pPr>
          </a:lstStyle>
          <a:p>
            <a:r>
              <a:rPr lang="en-US" smtClean="0"/>
              <a:t>Click to edit Master title style</a:t>
            </a:r>
            <a:endParaRPr lang="en-US" dirty="0"/>
          </a:p>
        </p:txBody>
      </p:sp>
      <p:sp>
        <p:nvSpPr>
          <p:cNvPr id="3" name="Subtitle 2"/>
          <p:cNvSpPr>
            <a:spLocks noGrp="1"/>
          </p:cNvSpPr>
          <p:nvPr>
            <p:ph type="subTitle" idx="1"/>
          </p:nvPr>
        </p:nvSpPr>
        <p:spPr>
          <a:xfrm>
            <a:off x="4059707" y="4297679"/>
            <a:ext cx="4072586" cy="1463040"/>
          </a:xfrm>
        </p:spPr>
        <p:txBody>
          <a:bodyPr lIns="91440" rIns="91440" anchor="t">
            <a:normAutofit/>
          </a:bodyPr>
          <a:lstStyle>
            <a:lvl1pPr marL="0" indent="0" algn="ctr">
              <a:lnSpc>
                <a:spcPct val="100000"/>
              </a:lnSpc>
              <a:spcBef>
                <a:spcPts val="0"/>
              </a:spcBef>
              <a:buNone/>
              <a:defRPr lang="en-US" sz="2000" kern="1200" dirty="0">
                <a:solidFill>
                  <a:schemeClr val="bg1"/>
                </a:solidFill>
                <a:latin typeface="+mn-lt"/>
                <a:ea typeface="+mn-ea"/>
                <a:cs typeface="+mn-cs"/>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smtClean="0"/>
              <a:t>Click to edit Master subtitle style</a:t>
            </a:r>
            <a:endParaRPr lang="en-US" dirty="0"/>
          </a:p>
        </p:txBody>
      </p:sp>
    </p:spTree>
    <p:extLst>
      <p:ext uri="{BB962C8B-B14F-4D97-AF65-F5344CB8AC3E}">
        <p14:creationId xmlns:p14="http://schemas.microsoft.com/office/powerpoint/2010/main" val="267312693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5_Title Slide_DeepYellow">
    <p:bg>
      <p:bgPr>
        <a:solidFill>
          <a:schemeClr val="bg1">
            <a:lumMod val="95000"/>
          </a:schemeClr>
        </a:solidFill>
        <a:effectLst/>
      </p:bgPr>
    </p:bg>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018BFA80-A3BB-4316-BD6E-3E5F6B4D89CF}"/>
              </a:ext>
            </a:extLst>
          </p:cNvPr>
          <p:cNvSpPr>
            <a:spLocks noGrp="1"/>
          </p:cNvSpPr>
          <p:nvPr>
            <p:ph type="pic" sz="quarter" idx="11" hasCustomPrompt="1"/>
          </p:nvPr>
        </p:nvSpPr>
        <p:spPr>
          <a:xfrm>
            <a:off x="0" y="0"/>
            <a:ext cx="12192000" cy="6858000"/>
          </a:xfrm>
          <a:prstGeom prst="rect">
            <a:avLst/>
          </a:prstGeom>
          <a:solidFill>
            <a:schemeClr val="bg1"/>
          </a:solidFill>
        </p:spPr>
        <p:txBody>
          <a:bodyPr wrap="square" anchor="ctr">
            <a:noAutofit/>
          </a:bodyPr>
          <a:lstStyle>
            <a:lvl1pPr marL="0" indent="0" algn="ctr">
              <a:buNone/>
              <a:defRPr/>
            </a:lvl1pPr>
          </a:lstStyle>
          <a:p>
            <a:r>
              <a:rPr lang="en-US" dirty="0"/>
              <a:t>Insert Image</a:t>
            </a:r>
            <a:endParaRPr lang="en-GB" dirty="0"/>
          </a:p>
        </p:txBody>
      </p:sp>
      <p:sp>
        <p:nvSpPr>
          <p:cNvPr id="7" name="Text Placeholder 16">
            <a:extLst>
              <a:ext uri="{FF2B5EF4-FFF2-40B4-BE49-F238E27FC236}">
                <a16:creationId xmlns:a16="http://schemas.microsoft.com/office/drawing/2014/main" id="{8F962CE0-5C0C-48F3-A07B-34E33D6704BC}"/>
              </a:ext>
              <a:ext uri="{C183D7F6-B498-43B3-948B-1728B52AA6E4}">
                <adec:decorative xmlns="" xmlns:adec="http://schemas.microsoft.com/office/drawing/2017/decorative" val="1"/>
              </a:ext>
            </a:extLst>
          </p:cNvPr>
          <p:cNvSpPr>
            <a:spLocks noGrp="1"/>
          </p:cNvSpPr>
          <p:nvPr>
            <p:ph type="body" sz="quarter" idx="16" hasCustomPrompt="1"/>
          </p:nvPr>
        </p:nvSpPr>
        <p:spPr>
          <a:xfrm rot="10800000">
            <a:off x="2057400" y="466725"/>
            <a:ext cx="703341" cy="1101901"/>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2" name="Text Placeholder 16">
            <a:extLst>
              <a:ext uri="{FF2B5EF4-FFF2-40B4-BE49-F238E27FC236}">
                <a16:creationId xmlns:a16="http://schemas.microsoft.com/office/drawing/2014/main" id="{654457EF-8A97-4FCA-9870-5095D09BF83E}"/>
              </a:ext>
              <a:ext uri="{C183D7F6-B498-43B3-948B-1728B52AA6E4}">
                <adec:decorative xmlns="" xmlns:adec="http://schemas.microsoft.com/office/drawing/2017/decorative" val="1"/>
              </a:ext>
            </a:extLst>
          </p:cNvPr>
          <p:cNvSpPr>
            <a:spLocks noGrp="1"/>
          </p:cNvSpPr>
          <p:nvPr>
            <p:ph type="body" sz="quarter" idx="13" hasCustomPrompt="1"/>
          </p:nvPr>
        </p:nvSpPr>
        <p:spPr>
          <a:xfrm rot="10800000" flipH="1" flipV="1">
            <a:off x="9067800" y="4648200"/>
            <a:ext cx="1143000" cy="1790700"/>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10" name="Text Placeholder 16">
            <a:extLst>
              <a:ext uri="{FF2B5EF4-FFF2-40B4-BE49-F238E27FC236}">
                <a16:creationId xmlns:a16="http://schemas.microsoft.com/office/drawing/2014/main" id="{0CC06030-90E1-4B3F-AFDF-369354FBFE62}"/>
              </a:ext>
              <a:ext uri="{C183D7F6-B498-43B3-948B-1728B52AA6E4}">
                <adec:decorative xmlns="" xmlns:adec="http://schemas.microsoft.com/office/drawing/2017/decorative" val="1"/>
              </a:ext>
            </a:extLst>
          </p:cNvPr>
          <p:cNvSpPr>
            <a:spLocks noGrp="1"/>
          </p:cNvSpPr>
          <p:nvPr>
            <p:ph type="body" sz="quarter" idx="15" hasCustomPrompt="1"/>
          </p:nvPr>
        </p:nvSpPr>
        <p:spPr>
          <a:xfrm>
            <a:off x="2190750" y="609600"/>
            <a:ext cx="7810500" cy="5638800"/>
          </a:xfrm>
          <a:solidFill>
            <a:schemeClr val="accent1">
              <a:lumMod val="75000"/>
              <a:alpha val="92000"/>
            </a:schemeClr>
          </a:solidFill>
          <a:effectLst/>
        </p:spPr>
        <p:txBody>
          <a:bodyPr/>
          <a:lstStyle>
            <a:lvl1pPr marL="0" indent="0" algn="ctr">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p:nvPr>
        </p:nvSpPr>
        <p:spPr>
          <a:xfrm>
            <a:off x="3163809" y="1905000"/>
            <a:ext cx="5864382" cy="2275238"/>
          </a:xfrm>
        </p:spPr>
        <p:txBody>
          <a:bodyPr anchor="t">
            <a:normAutofit/>
          </a:bodyPr>
          <a:lstStyle>
            <a:lvl1pPr algn="ctr">
              <a:defRPr lang="en-US" sz="5000" kern="1200" cap="all" spc="100" baseline="0" dirty="0">
                <a:solidFill>
                  <a:schemeClr val="bg1"/>
                </a:solidFill>
                <a:latin typeface="+mj-lt"/>
                <a:ea typeface="+mj-ea"/>
                <a:cs typeface="+mj-cs"/>
              </a:defRPr>
            </a:lvl1pPr>
          </a:lstStyle>
          <a:p>
            <a:r>
              <a:rPr lang="en-US" smtClean="0"/>
              <a:t>Click to edit Master title style</a:t>
            </a:r>
            <a:endParaRPr lang="en-US" dirty="0"/>
          </a:p>
        </p:txBody>
      </p:sp>
      <p:sp>
        <p:nvSpPr>
          <p:cNvPr id="3" name="Subtitle 2"/>
          <p:cNvSpPr>
            <a:spLocks noGrp="1"/>
          </p:cNvSpPr>
          <p:nvPr>
            <p:ph type="subTitle" idx="1"/>
          </p:nvPr>
        </p:nvSpPr>
        <p:spPr>
          <a:xfrm>
            <a:off x="4059707" y="4297679"/>
            <a:ext cx="4072586" cy="1463040"/>
          </a:xfrm>
        </p:spPr>
        <p:txBody>
          <a:bodyPr lIns="91440" rIns="91440" anchor="t">
            <a:normAutofit/>
          </a:bodyPr>
          <a:lstStyle>
            <a:lvl1pPr marL="0" indent="0" algn="ctr">
              <a:lnSpc>
                <a:spcPct val="100000"/>
              </a:lnSpc>
              <a:spcBef>
                <a:spcPts val="0"/>
              </a:spcBef>
              <a:buNone/>
              <a:defRPr lang="en-US" sz="2000" kern="1200" dirty="0">
                <a:solidFill>
                  <a:schemeClr val="bg1"/>
                </a:solidFill>
                <a:latin typeface="+mn-lt"/>
                <a:ea typeface="+mn-ea"/>
                <a:cs typeface="+mn-cs"/>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smtClean="0"/>
              <a:t>Click to edit Master subtitle style</a:t>
            </a:r>
            <a:endParaRPr lang="en-US" dirty="0"/>
          </a:p>
        </p:txBody>
      </p:sp>
    </p:spTree>
    <p:extLst>
      <p:ext uri="{BB962C8B-B14F-4D97-AF65-F5344CB8AC3E}">
        <p14:creationId xmlns:p14="http://schemas.microsoft.com/office/powerpoint/2010/main" val="95020759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1_Title Slide">
    <p:bg>
      <p:bgPr>
        <a:solidFill>
          <a:schemeClr val="bg1">
            <a:lumMod val="95000"/>
          </a:schemeClr>
        </a:solidFill>
        <a:effectLst/>
      </p:bgPr>
    </p:bg>
    <p:spTree>
      <p:nvGrpSpPr>
        <p:cNvPr id="1" name=""/>
        <p:cNvGrpSpPr/>
        <p:nvPr/>
      </p:nvGrpSpPr>
      <p:grpSpPr>
        <a:xfrm>
          <a:off x="0" y="0"/>
          <a:ext cx="0" cy="0"/>
          <a:chOff x="0" y="0"/>
          <a:chExt cx="0" cy="0"/>
        </a:xfrm>
      </p:grpSpPr>
      <p:sp>
        <p:nvSpPr>
          <p:cNvPr id="22" name="Text Placeholder 21">
            <a:extLst>
              <a:ext uri="{FF2B5EF4-FFF2-40B4-BE49-F238E27FC236}">
                <a16:creationId xmlns:a16="http://schemas.microsoft.com/office/drawing/2014/main" id="{FC033E0E-968F-40A8-BE78-354499D7F913}"/>
              </a:ext>
              <a:ext uri="{C183D7F6-B498-43B3-948B-1728B52AA6E4}">
                <adec:decorative xmlns="" xmlns:adec="http://schemas.microsoft.com/office/drawing/2017/decorative" val="1"/>
              </a:ext>
            </a:extLst>
          </p:cNvPr>
          <p:cNvSpPr>
            <a:spLocks noGrp="1"/>
          </p:cNvSpPr>
          <p:nvPr>
            <p:ph type="body" sz="quarter" idx="21" hasCustomPrompt="1"/>
          </p:nvPr>
        </p:nvSpPr>
        <p:spPr>
          <a:xfrm rot="19594102" flipH="1">
            <a:off x="584131" y="-142449"/>
            <a:ext cx="1218268" cy="6177109"/>
          </a:xfrm>
          <a:custGeom>
            <a:avLst/>
            <a:gdLst>
              <a:gd name="connsiteX0" fmla="*/ 1114975 w 1218268"/>
              <a:gd name="connsiteY0" fmla="*/ 1688918 h 6177109"/>
              <a:gd name="connsiteX1" fmla="*/ 1114975 w 1218268"/>
              <a:gd name="connsiteY1" fmla="*/ 5441035 h 6177109"/>
              <a:gd name="connsiteX2" fmla="*/ 1218268 w 1218268"/>
              <a:gd name="connsiteY2" fmla="*/ 5372844 h 6177109"/>
              <a:gd name="connsiteX3" fmla="*/ 1218268 w 1218268"/>
              <a:gd name="connsiteY3" fmla="*/ 1845382 h 6177109"/>
              <a:gd name="connsiteX4" fmla="*/ 675740 w 1218268"/>
              <a:gd name="connsiteY4" fmla="*/ 1023583 h 6177109"/>
              <a:gd name="connsiteX5" fmla="*/ 675740 w 1218268"/>
              <a:gd name="connsiteY5" fmla="*/ 5731005 h 6177109"/>
              <a:gd name="connsiteX6" fmla="*/ 951275 w 1218268"/>
              <a:gd name="connsiteY6" fmla="*/ 5549105 h 6177109"/>
              <a:gd name="connsiteX7" fmla="*/ 951275 w 1218268"/>
              <a:gd name="connsiteY7" fmla="*/ 1440952 h 6177109"/>
              <a:gd name="connsiteX8" fmla="*/ 0 w 1218268"/>
              <a:gd name="connsiteY8" fmla="*/ 0 h 6177109"/>
              <a:gd name="connsiteX9" fmla="*/ 0 w 1218268"/>
              <a:gd name="connsiteY9" fmla="*/ 6177109 h 6177109"/>
              <a:gd name="connsiteX10" fmla="*/ 485620 w 1218268"/>
              <a:gd name="connsiteY10" fmla="*/ 5856517 h 6177109"/>
              <a:gd name="connsiteX11" fmla="*/ 485620 w 1218268"/>
              <a:gd name="connsiteY11" fmla="*/ 735597 h 6177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8268" h="6177109">
                <a:moveTo>
                  <a:pt x="1114975" y="1688918"/>
                </a:moveTo>
                <a:lnTo>
                  <a:pt x="1114975" y="5441035"/>
                </a:lnTo>
                <a:lnTo>
                  <a:pt x="1218268" y="5372844"/>
                </a:lnTo>
                <a:lnTo>
                  <a:pt x="1218268" y="1845382"/>
                </a:lnTo>
                <a:close/>
                <a:moveTo>
                  <a:pt x="675740" y="1023583"/>
                </a:moveTo>
                <a:lnTo>
                  <a:pt x="675740" y="5731005"/>
                </a:lnTo>
                <a:lnTo>
                  <a:pt x="951275" y="5549105"/>
                </a:lnTo>
                <a:lnTo>
                  <a:pt x="951275" y="1440952"/>
                </a:lnTo>
                <a:close/>
                <a:moveTo>
                  <a:pt x="0" y="0"/>
                </a:moveTo>
                <a:lnTo>
                  <a:pt x="0" y="6177109"/>
                </a:lnTo>
                <a:lnTo>
                  <a:pt x="485620" y="5856517"/>
                </a:lnTo>
                <a:lnTo>
                  <a:pt x="485620" y="735597"/>
                </a:lnTo>
                <a:close/>
              </a:path>
            </a:pathLst>
          </a:custGeom>
          <a:solidFill>
            <a:schemeClr val="bg1"/>
          </a:solidFill>
          <a:effectLst/>
        </p:spPr>
        <p:txBody>
          <a:bodyPr wrap="square">
            <a:noAutofit/>
          </a:bodyPr>
          <a:lstStyle>
            <a:lvl1pPr marL="0" indent="0">
              <a:buNone/>
              <a:defRPr>
                <a:solidFill>
                  <a:schemeClr val="tx1">
                    <a:alpha val="0"/>
                  </a:schemeClr>
                </a:solidFill>
              </a:defRPr>
            </a:lvl1pPr>
          </a:lstStyle>
          <a:p>
            <a:pPr lvl="0"/>
            <a:r>
              <a:rPr lang="en-US" dirty="0"/>
              <a:t>I</a:t>
            </a:r>
            <a:endParaRPr lang="en-GB" dirty="0"/>
          </a:p>
        </p:txBody>
      </p:sp>
      <p:sp>
        <p:nvSpPr>
          <p:cNvPr id="15" name="Picture Placeholder 14">
            <a:extLst>
              <a:ext uri="{FF2B5EF4-FFF2-40B4-BE49-F238E27FC236}">
                <a16:creationId xmlns:a16="http://schemas.microsoft.com/office/drawing/2014/main" id="{B9454D95-B362-4CB6-B706-EB2022A3342D}"/>
              </a:ext>
              <a:ext uri="{C183D7F6-B498-43B3-948B-1728B52AA6E4}">
                <adec:decorative xmlns="" xmlns:adec="http://schemas.microsoft.com/office/drawing/2017/decorative" val="1"/>
              </a:ext>
            </a:extLst>
          </p:cNvPr>
          <p:cNvSpPr>
            <a:spLocks noGrp="1"/>
          </p:cNvSpPr>
          <p:nvPr>
            <p:ph type="pic" sz="quarter" idx="11" hasCustomPrompt="1"/>
          </p:nvPr>
        </p:nvSpPr>
        <p:spPr>
          <a:xfrm>
            <a:off x="3124200" y="0"/>
            <a:ext cx="9067800" cy="6858000"/>
          </a:xfrm>
          <a:custGeom>
            <a:avLst/>
            <a:gdLst>
              <a:gd name="connsiteX0" fmla="*/ 5205086 w 9067800"/>
              <a:gd name="connsiteY0" fmla="*/ 0 h 6858000"/>
              <a:gd name="connsiteX1" fmla="*/ 6957685 w 9067800"/>
              <a:gd name="connsiteY1" fmla="*/ 0 h 6858000"/>
              <a:gd name="connsiteX2" fmla="*/ 9067800 w 9067800"/>
              <a:gd name="connsiteY2" fmla="*/ 0 h 6858000"/>
              <a:gd name="connsiteX3" fmla="*/ 9067800 w 9067800"/>
              <a:gd name="connsiteY3" fmla="*/ 6827058 h 6858000"/>
              <a:gd name="connsiteX4" fmla="*/ 9044315 w 9067800"/>
              <a:gd name="connsiteY4" fmla="*/ 6858000 h 6858000"/>
              <a:gd name="connsiteX5" fmla="*/ 7291715 w 9067800"/>
              <a:gd name="connsiteY5" fmla="*/ 6858000 h 6858000"/>
              <a:gd name="connsiteX6" fmla="*/ 1752601 w 9067800"/>
              <a:gd name="connsiteY6" fmla="*/ 6858000 h 6858000"/>
              <a:gd name="connsiteX7" fmla="*/ 0 w 90678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067800" h="6858000">
                <a:moveTo>
                  <a:pt x="5205086" y="0"/>
                </a:moveTo>
                <a:lnTo>
                  <a:pt x="6957685" y="0"/>
                </a:lnTo>
                <a:lnTo>
                  <a:pt x="9067800" y="0"/>
                </a:lnTo>
                <a:lnTo>
                  <a:pt x="9067800" y="6827058"/>
                </a:lnTo>
                <a:lnTo>
                  <a:pt x="9044315" y="6858000"/>
                </a:lnTo>
                <a:lnTo>
                  <a:pt x="7291715" y="6858000"/>
                </a:lnTo>
                <a:lnTo>
                  <a:pt x="1752601" y="6858000"/>
                </a:lnTo>
                <a:lnTo>
                  <a:pt x="0" y="6858000"/>
                </a:lnTo>
                <a:close/>
              </a:path>
            </a:pathLst>
          </a:custGeom>
          <a:solidFill>
            <a:schemeClr val="bg1"/>
          </a:solidFill>
        </p:spPr>
        <p:txBody>
          <a:bodyPr wrap="square" anchor="ctr">
            <a:noAutofit/>
          </a:bodyPr>
          <a:lstStyle>
            <a:lvl1pPr marL="0" indent="0" algn="ctr">
              <a:buNone/>
              <a:defRPr/>
            </a:lvl1pPr>
          </a:lstStyle>
          <a:p>
            <a:r>
              <a:rPr lang="en-US" dirty="0"/>
              <a:t>Insert Image</a:t>
            </a:r>
            <a:endParaRPr lang="en-GB" dirty="0"/>
          </a:p>
        </p:txBody>
      </p:sp>
      <p:sp>
        <p:nvSpPr>
          <p:cNvPr id="17" name="Text Placeholder 16">
            <a:extLst>
              <a:ext uri="{FF2B5EF4-FFF2-40B4-BE49-F238E27FC236}">
                <a16:creationId xmlns:a16="http://schemas.microsoft.com/office/drawing/2014/main" id="{FF9E63E5-568A-4FA2-9851-E5BFA12B85D1}"/>
              </a:ext>
              <a:ext uri="{C183D7F6-B498-43B3-948B-1728B52AA6E4}">
                <adec:decorative xmlns="" xmlns:adec="http://schemas.microsoft.com/office/drawing/2017/decorative" val="1"/>
              </a:ext>
            </a:extLst>
          </p:cNvPr>
          <p:cNvSpPr>
            <a:spLocks noGrp="1"/>
          </p:cNvSpPr>
          <p:nvPr>
            <p:ph type="body" sz="quarter" idx="12" hasCustomPrompt="1"/>
          </p:nvPr>
        </p:nvSpPr>
        <p:spPr>
          <a:xfrm>
            <a:off x="533400" y="266700"/>
            <a:ext cx="5105400" cy="6324600"/>
          </a:xfrm>
          <a:solidFill>
            <a:schemeClr val="bg1"/>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p:nvPr>
        </p:nvSpPr>
        <p:spPr>
          <a:xfrm>
            <a:off x="933450" y="762000"/>
            <a:ext cx="4381500" cy="3429000"/>
          </a:xfrm>
        </p:spPr>
        <p:txBody>
          <a:bodyPr anchor="ctr">
            <a:normAutofit/>
          </a:bodyPr>
          <a:lstStyle>
            <a:lvl1pPr algn="ctr">
              <a:defRPr sz="5000" spc="200" baseline="0"/>
            </a:lvl1pPr>
          </a:lstStyle>
          <a:p>
            <a:r>
              <a:rPr lang="en-US" smtClean="0"/>
              <a:t>Click to edit Master title style</a:t>
            </a:r>
            <a:endParaRPr lang="en-US" dirty="0"/>
          </a:p>
        </p:txBody>
      </p:sp>
      <p:sp>
        <p:nvSpPr>
          <p:cNvPr id="3" name="Subtitle 2"/>
          <p:cNvSpPr>
            <a:spLocks noGrp="1"/>
          </p:cNvSpPr>
          <p:nvPr>
            <p:ph type="subTitle" idx="1"/>
          </p:nvPr>
        </p:nvSpPr>
        <p:spPr>
          <a:xfrm>
            <a:off x="933450" y="4343400"/>
            <a:ext cx="4381500" cy="1355732"/>
          </a:xfrm>
        </p:spPr>
        <p:txBody>
          <a:bodyPr lIns="91440" rIns="91440" anchor="t">
            <a:normAutofit/>
          </a:bodyPr>
          <a:lstStyle>
            <a:lvl1pPr marL="0" indent="0" algn="ctr">
              <a:lnSpc>
                <a:spcPct val="100000"/>
              </a:lnSpc>
              <a:spcBef>
                <a:spcPts val="0"/>
              </a:spcBef>
              <a:spcAft>
                <a:spcPts val="0"/>
              </a:spcAft>
              <a:buNone/>
              <a:defRPr sz="16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smtClean="0"/>
              <a:t>Click to edit Master subtitle style</a:t>
            </a:r>
            <a:endParaRPr lang="en-US" dirty="0"/>
          </a:p>
        </p:txBody>
      </p:sp>
      <p:sp>
        <p:nvSpPr>
          <p:cNvPr id="7" name="Text Placeholder 16">
            <a:extLst>
              <a:ext uri="{FF2B5EF4-FFF2-40B4-BE49-F238E27FC236}">
                <a16:creationId xmlns:a16="http://schemas.microsoft.com/office/drawing/2014/main" id="{D6D785D2-DAEB-48F3-AB8A-2954F03ACD2B}"/>
              </a:ext>
              <a:ext uri="{C183D7F6-B498-43B3-948B-1728B52AA6E4}">
                <adec:decorative xmlns="" xmlns:adec="http://schemas.microsoft.com/office/drawing/2017/decorative" val="1"/>
              </a:ext>
            </a:extLst>
          </p:cNvPr>
          <p:cNvSpPr>
            <a:spLocks noGrp="1"/>
          </p:cNvSpPr>
          <p:nvPr>
            <p:ph type="body" sz="quarter" idx="13" hasCustomPrompt="1"/>
          </p:nvPr>
        </p:nvSpPr>
        <p:spPr>
          <a:xfrm rot="10800000" flipV="1">
            <a:off x="314325" y="4953000"/>
            <a:ext cx="1143000" cy="1790700"/>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Tree>
    <p:extLst>
      <p:ext uri="{BB962C8B-B14F-4D97-AF65-F5344CB8AC3E}">
        <p14:creationId xmlns:p14="http://schemas.microsoft.com/office/powerpoint/2010/main" val="127235468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2_Title Slide">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A623EB06-2F79-4698-807D-96A58B4F1D71}"/>
              </a:ext>
              <a:ext uri="{C183D7F6-B498-43B3-948B-1728B52AA6E4}">
                <adec:decorative xmlns="" xmlns:adec="http://schemas.microsoft.com/office/drawing/2017/decorative" val="1"/>
              </a:ext>
            </a:extLst>
          </p:cNvPr>
          <p:cNvSpPr>
            <a:spLocks noGrp="1"/>
          </p:cNvSpPr>
          <p:nvPr>
            <p:ph type="pic" sz="quarter" idx="15" hasCustomPrompt="1"/>
          </p:nvPr>
        </p:nvSpPr>
        <p:spPr>
          <a:xfrm>
            <a:off x="0" y="0"/>
            <a:ext cx="8329286" cy="6858000"/>
          </a:xfrm>
          <a:custGeom>
            <a:avLst/>
            <a:gdLst>
              <a:gd name="connsiteX0" fmla="*/ 0 w 8329286"/>
              <a:gd name="connsiteY0" fmla="*/ 0 h 6858000"/>
              <a:gd name="connsiteX1" fmla="*/ 8329286 w 8329286"/>
              <a:gd name="connsiteY1" fmla="*/ 0 h 6858000"/>
              <a:gd name="connsiteX2" fmla="*/ 3124200 w 8329286"/>
              <a:gd name="connsiteY2" fmla="*/ 6858000 h 6858000"/>
              <a:gd name="connsiteX3" fmla="*/ 0 w 832928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9286" h="6858000">
                <a:moveTo>
                  <a:pt x="0" y="0"/>
                </a:moveTo>
                <a:lnTo>
                  <a:pt x="8329286" y="0"/>
                </a:lnTo>
                <a:lnTo>
                  <a:pt x="3124200" y="6858000"/>
                </a:lnTo>
                <a:lnTo>
                  <a:pt x="0" y="6858000"/>
                </a:lnTo>
                <a:close/>
              </a:path>
            </a:pathLst>
          </a:custGeom>
          <a:solidFill>
            <a:schemeClr val="bg1"/>
          </a:solidFill>
          <a:effectLst>
            <a:outerShdw blurRad="228600" dist="38100" algn="l" rotWithShape="0">
              <a:prstClr val="black">
                <a:alpha val="40000"/>
              </a:prstClr>
            </a:outerShdw>
          </a:effectLst>
        </p:spPr>
        <p:txBody>
          <a:bodyPr wrap="square" anchor="ctr">
            <a:noAutofit/>
          </a:bodyPr>
          <a:lstStyle>
            <a:lvl1pPr marL="0" indent="0" algn="ctr">
              <a:buNone/>
              <a:defRPr/>
            </a:lvl1pPr>
          </a:lstStyle>
          <a:p>
            <a:r>
              <a:rPr lang="en-US" dirty="0"/>
              <a:t>Insert Image</a:t>
            </a:r>
            <a:endParaRPr lang="en-GB" dirty="0"/>
          </a:p>
        </p:txBody>
      </p:sp>
      <p:sp>
        <p:nvSpPr>
          <p:cNvPr id="17" name="Text Placeholder 16">
            <a:extLst>
              <a:ext uri="{FF2B5EF4-FFF2-40B4-BE49-F238E27FC236}">
                <a16:creationId xmlns:a16="http://schemas.microsoft.com/office/drawing/2014/main" id="{FF9E63E5-568A-4FA2-9851-E5BFA12B85D1}"/>
              </a:ext>
              <a:ext uri="{C183D7F6-B498-43B3-948B-1728B52AA6E4}">
                <adec:decorative xmlns="" xmlns:adec="http://schemas.microsoft.com/office/drawing/2017/decorative" val="1"/>
              </a:ext>
            </a:extLst>
          </p:cNvPr>
          <p:cNvSpPr>
            <a:spLocks noGrp="1"/>
          </p:cNvSpPr>
          <p:nvPr>
            <p:ph type="body" sz="quarter" idx="12" hasCustomPrompt="1"/>
          </p:nvPr>
        </p:nvSpPr>
        <p:spPr>
          <a:xfrm>
            <a:off x="990600" y="609600"/>
            <a:ext cx="4648200" cy="5638800"/>
          </a:xfrm>
          <a:solidFill>
            <a:schemeClr val="bg1"/>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p:nvPr>
        </p:nvSpPr>
        <p:spPr>
          <a:xfrm>
            <a:off x="1257300" y="1447800"/>
            <a:ext cx="4114800" cy="3962400"/>
          </a:xfrm>
        </p:spPr>
        <p:txBody>
          <a:bodyPr anchor="ctr">
            <a:normAutofit/>
          </a:bodyPr>
          <a:lstStyle>
            <a:lvl1pPr algn="ctr">
              <a:defRPr sz="5000" spc="200" baseline="0"/>
            </a:lvl1pPr>
          </a:lstStyle>
          <a:p>
            <a:r>
              <a:rPr lang="en-US" smtClean="0"/>
              <a:t>Click to edit Master title style</a:t>
            </a:r>
            <a:endParaRPr lang="en-US" dirty="0"/>
          </a:p>
        </p:txBody>
      </p:sp>
      <p:sp>
        <p:nvSpPr>
          <p:cNvPr id="3" name="Subtitle 2"/>
          <p:cNvSpPr>
            <a:spLocks noGrp="1"/>
          </p:cNvSpPr>
          <p:nvPr>
            <p:ph type="subTitle" idx="1"/>
          </p:nvPr>
        </p:nvSpPr>
        <p:spPr>
          <a:xfrm>
            <a:off x="6057900" y="4495801"/>
            <a:ext cx="4876800" cy="609600"/>
          </a:xfrm>
        </p:spPr>
        <p:txBody>
          <a:bodyPr lIns="91440" rIns="91440" anchor="ctr">
            <a:normAutofit/>
          </a:bodyPr>
          <a:lstStyle>
            <a:lvl1pPr marL="0" indent="0" algn="l">
              <a:lnSpc>
                <a:spcPct val="100000"/>
              </a:lnSpc>
              <a:spcBef>
                <a:spcPts val="0"/>
              </a:spcBef>
              <a:spcAft>
                <a:spcPts val="0"/>
              </a:spcAft>
              <a:buNone/>
              <a:defRPr sz="16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smtClean="0"/>
              <a:t>Click to edit Master subtitle style</a:t>
            </a:r>
            <a:endParaRPr lang="en-US" dirty="0"/>
          </a:p>
        </p:txBody>
      </p:sp>
      <p:sp>
        <p:nvSpPr>
          <p:cNvPr id="7" name="Text Placeholder 16">
            <a:extLst>
              <a:ext uri="{FF2B5EF4-FFF2-40B4-BE49-F238E27FC236}">
                <a16:creationId xmlns:a16="http://schemas.microsoft.com/office/drawing/2014/main" id="{D6D785D2-DAEB-48F3-AB8A-2954F03ACD2B}"/>
              </a:ext>
              <a:ext uri="{C183D7F6-B498-43B3-948B-1728B52AA6E4}">
                <adec:decorative xmlns="" xmlns:adec="http://schemas.microsoft.com/office/drawing/2017/decorative" val="1"/>
              </a:ext>
            </a:extLst>
          </p:cNvPr>
          <p:cNvSpPr>
            <a:spLocks noGrp="1"/>
          </p:cNvSpPr>
          <p:nvPr>
            <p:ph type="body" sz="quarter" idx="13" hasCustomPrompt="1"/>
          </p:nvPr>
        </p:nvSpPr>
        <p:spPr>
          <a:xfrm>
            <a:off x="2705100" y="409575"/>
            <a:ext cx="1219200" cy="400050"/>
          </a:xfr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8" name="Text Placeholder 16">
            <a:extLst>
              <a:ext uri="{FF2B5EF4-FFF2-40B4-BE49-F238E27FC236}">
                <a16:creationId xmlns:a16="http://schemas.microsoft.com/office/drawing/2014/main" id="{BB42ECCE-195D-45F5-94EB-137CEFCFE916}"/>
              </a:ext>
              <a:ext uri="{C183D7F6-B498-43B3-948B-1728B52AA6E4}">
                <adec:decorative xmlns="" xmlns:adec="http://schemas.microsoft.com/office/drawing/2017/decorative" val="1"/>
              </a:ext>
            </a:extLst>
          </p:cNvPr>
          <p:cNvSpPr>
            <a:spLocks noGrp="1"/>
          </p:cNvSpPr>
          <p:nvPr>
            <p:ph type="body" sz="quarter" idx="14" hasCustomPrompt="1"/>
          </p:nvPr>
        </p:nvSpPr>
        <p:spPr>
          <a:xfrm>
            <a:off x="2705100" y="6076950"/>
            <a:ext cx="1219200" cy="400050"/>
          </a:xfrm>
          <a:solidFill>
            <a:schemeClr val="accent2"/>
          </a:solidFill>
          <a:effectLst>
            <a:outerShdw blurRad="50800" dist="38100" dir="18900000" algn="b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Tree>
    <p:extLst>
      <p:ext uri="{BB962C8B-B14F-4D97-AF65-F5344CB8AC3E}">
        <p14:creationId xmlns:p14="http://schemas.microsoft.com/office/powerpoint/2010/main" val="19214104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Title and Conten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1447800"/>
          </a:xfrm>
        </p:spPr>
        <p:txBody>
          <a:bodyPr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0" y="2667000"/>
            <a:ext cx="10288693" cy="3660648"/>
          </a:xfrm>
        </p:spPr>
        <p:txBody>
          <a:bodyPr lIns="91440" rIns="91440"/>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10" name="Picture Placeholder 9">
            <a:extLst>
              <a:ext uri="{FF2B5EF4-FFF2-40B4-BE49-F238E27FC236}">
                <a16:creationId xmlns:a16="http://schemas.microsoft.com/office/drawing/2014/main" id="{B1F422E5-0916-42D9-AC79-50E4FC133F3D}"/>
              </a:ext>
              <a:ext uri="{C183D7F6-B498-43B3-948B-1728B52AA6E4}">
                <adec:decorative xmlns="" xmlns:adec="http://schemas.microsoft.com/office/drawing/2017/decorative" val="1"/>
              </a:ext>
            </a:extLst>
          </p:cNvPr>
          <p:cNvSpPr>
            <a:spLocks noGrp="1"/>
          </p:cNvSpPr>
          <p:nvPr>
            <p:ph type="pic" sz="quarter" idx="15" hasCustomPrompt="1"/>
          </p:nvPr>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bg1"/>
          </a:solidFill>
          <a:effectLst>
            <a:outerShdw blurRad="50800" dist="38100" dir="5400000" algn="t" rotWithShape="0">
              <a:prstClr val="black">
                <a:alpha val="40000"/>
              </a:prstClr>
            </a:outerShdw>
          </a:effectLst>
        </p:spPr>
        <p:txBody>
          <a:bodyPr wrap="square" anchor="ctr">
            <a:noAutofit/>
          </a:bodyPr>
          <a:lstStyle>
            <a:lvl1pPr marL="0" indent="0" algn="ctr">
              <a:buNone/>
              <a:defRPr sz="1600">
                <a:solidFill>
                  <a:schemeClr val="bg1">
                    <a:lumMod val="75000"/>
                  </a:schemeClr>
                </a:solidFill>
              </a:defRPr>
            </a:lvl1pPr>
          </a:lstStyle>
          <a:p>
            <a:r>
              <a:rPr lang="en-US" noProof="0" dirty="0"/>
              <a:t>Insert Image</a:t>
            </a:r>
          </a:p>
        </p:txBody>
      </p:sp>
      <p:sp>
        <p:nvSpPr>
          <p:cNvPr id="14" name="Slide Number Placeholder 5">
            <a:extLst>
              <a:ext uri="{FF2B5EF4-FFF2-40B4-BE49-F238E27FC236}">
                <a16:creationId xmlns:a16="http://schemas.microsoft.com/office/drawing/2014/main" id="{0621E917-505B-493E-99EE-2E57CB3327C6}"/>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986061791"/>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Emphasis-Subtitle and Conten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0" y="2667000"/>
            <a:ext cx="10288693" cy="3660648"/>
          </a:xfrm>
        </p:spPr>
        <p:txBody>
          <a:bodyPr lIns="91440" rIns="91440"/>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10" name="Picture Placeholder 9">
            <a:extLst>
              <a:ext uri="{FF2B5EF4-FFF2-40B4-BE49-F238E27FC236}">
                <a16:creationId xmlns:a16="http://schemas.microsoft.com/office/drawing/2014/main" id="{B1F422E5-0916-42D9-AC79-50E4FC133F3D}"/>
              </a:ext>
              <a:ext uri="{C183D7F6-B498-43B3-948B-1728B52AA6E4}">
                <adec:decorative xmlns="" xmlns:adec="http://schemas.microsoft.com/office/drawing/2017/decorative" val="1"/>
              </a:ext>
            </a:extLst>
          </p:cNvPr>
          <p:cNvSpPr>
            <a:spLocks noGrp="1"/>
          </p:cNvSpPr>
          <p:nvPr>
            <p:ph type="pic" sz="quarter" idx="15" hasCustomPrompt="1"/>
          </p:nvPr>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bg1"/>
          </a:solidFill>
          <a:effectLst>
            <a:outerShdw blurRad="50800" dist="38100" dir="5400000" algn="t" rotWithShape="0">
              <a:prstClr val="black">
                <a:alpha val="40000"/>
              </a:prstClr>
            </a:outerShdw>
          </a:effectLst>
        </p:spPr>
        <p:txBody>
          <a:bodyPr wrap="square" anchor="ctr">
            <a:noAutofit/>
          </a:bodyPr>
          <a:lstStyle>
            <a:lvl1pPr marL="0" indent="0" algn="ctr">
              <a:buNone/>
              <a:defRPr sz="1600">
                <a:solidFill>
                  <a:schemeClr val="bg1">
                    <a:lumMod val="75000"/>
                  </a:schemeClr>
                </a:solidFill>
              </a:defRPr>
            </a:lvl1pPr>
          </a:lstStyle>
          <a:p>
            <a:r>
              <a:rPr lang="en-US" noProof="0" dirty="0"/>
              <a:t>Insert Image</a:t>
            </a:r>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1" y="1676400"/>
            <a:ext cx="10837333" cy="424732"/>
          </a:xfrm>
          <a:solidFill>
            <a:schemeClr val="accent1"/>
          </a:solidFill>
        </p:spPr>
        <p:txBody>
          <a:bodyPr wrap="square" lIns="640080" rIns="91440">
            <a:spAutoFit/>
          </a:bodyPr>
          <a:lstStyle>
            <a:lvl1pPr marL="0" indent="0">
              <a:buNone/>
              <a:defRPr sz="2400" b="0">
                <a:solidFill>
                  <a:schemeClr val="bg1"/>
                </a:solidFill>
              </a:defRPr>
            </a:lvl1pPr>
          </a:lstStyle>
          <a:p>
            <a:pPr lvl="0"/>
            <a:r>
              <a:rPr lang="en-US" noProof="0"/>
              <a:t>Add additional text </a:t>
            </a:r>
          </a:p>
        </p:txBody>
      </p:sp>
      <p:sp>
        <p:nvSpPr>
          <p:cNvPr id="13" name="Slide Number Placeholder 5">
            <a:extLst>
              <a:ext uri="{FF2B5EF4-FFF2-40B4-BE49-F238E27FC236}">
                <a16:creationId xmlns:a16="http://schemas.microsoft.com/office/drawing/2014/main" id="{08E95652-9528-4150-8049-C40C3BB1BB08}"/>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2762893322"/>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0" y="2667000"/>
            <a:ext cx="10288693" cy="3660648"/>
          </a:xfrm>
        </p:spPr>
        <p:txBody>
          <a:bodyPr lIns="91440" rIns="91440"/>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10" name="Picture Placeholder 9">
            <a:extLst>
              <a:ext uri="{FF2B5EF4-FFF2-40B4-BE49-F238E27FC236}">
                <a16:creationId xmlns:a16="http://schemas.microsoft.com/office/drawing/2014/main" id="{B1F422E5-0916-42D9-AC79-50E4FC133F3D}"/>
              </a:ext>
              <a:ext uri="{C183D7F6-B498-43B3-948B-1728B52AA6E4}">
                <adec:decorative xmlns="" xmlns:adec="http://schemas.microsoft.com/office/drawing/2017/decorative" val="1"/>
              </a:ext>
            </a:extLst>
          </p:cNvPr>
          <p:cNvSpPr>
            <a:spLocks noGrp="1"/>
          </p:cNvSpPr>
          <p:nvPr>
            <p:ph type="pic" sz="quarter" idx="15" hasCustomPrompt="1"/>
          </p:nvPr>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bg1"/>
          </a:solidFill>
          <a:effectLst>
            <a:outerShdw blurRad="50800" dist="38100" dir="5400000" algn="t" rotWithShape="0">
              <a:prstClr val="black">
                <a:alpha val="40000"/>
              </a:prstClr>
            </a:outerShdw>
          </a:effectLst>
        </p:spPr>
        <p:txBody>
          <a:bodyPr wrap="square" anchor="ctr">
            <a:noAutofit/>
          </a:bodyPr>
          <a:lstStyle>
            <a:lvl1pPr marL="0" indent="0" algn="ctr">
              <a:buNone/>
              <a:defRPr sz="1600">
                <a:solidFill>
                  <a:schemeClr val="bg1">
                    <a:lumMod val="75000"/>
                  </a:schemeClr>
                </a:solidFill>
              </a:defRPr>
            </a:lvl1pPr>
          </a:lstStyle>
          <a:p>
            <a:r>
              <a:rPr lang="en-US" noProof="0" dirty="0"/>
              <a:t>Insert Image</a:t>
            </a:r>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548640" y="1676400"/>
            <a:ext cx="10837333" cy="424732"/>
          </a:xfrm>
          <a:noFill/>
        </p:spPr>
        <p:txBody>
          <a:bodyPr wrap="square" lIns="91440" rIns="91440">
            <a:spAutoFit/>
          </a:bodyPr>
          <a:lstStyle>
            <a:lvl1pPr marL="0" indent="0">
              <a:buNone/>
              <a:defRPr sz="2400" b="0">
                <a:solidFill>
                  <a:schemeClr val="tx2"/>
                </a:solidFill>
              </a:defRPr>
            </a:lvl1pPr>
          </a:lstStyle>
          <a:p>
            <a:pPr lvl="0"/>
            <a:r>
              <a:rPr lang="en-US" noProof="0"/>
              <a:t>Add additional text </a:t>
            </a:r>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3072862160"/>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ONLY_Blu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9" name="Freeform: Shape 8">
            <a:extLst>
              <a:ext uri="{FF2B5EF4-FFF2-40B4-BE49-F238E27FC236}">
                <a16:creationId xmlns:a16="http://schemas.microsoft.com/office/drawing/2014/main" id="{0CE973A6-10E7-4E33-AA8B-7240F9197012}"/>
              </a:ext>
              <a:ext uri="{C183D7F6-B498-43B3-948B-1728B52AA6E4}">
                <adec:decorative xmlns=""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233657511"/>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ONLY_sea gree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9" name="Freeform: Shape 8">
            <a:extLst>
              <a:ext uri="{FF2B5EF4-FFF2-40B4-BE49-F238E27FC236}">
                <a16:creationId xmlns:a16="http://schemas.microsoft.com/office/drawing/2014/main" id="{0CE973A6-10E7-4E33-AA8B-7240F9197012}"/>
              </a:ext>
              <a:ext uri="{C183D7F6-B498-43B3-948B-1728B52AA6E4}">
                <adec:decorative xmlns=""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accent5"/>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912733859"/>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ONLY_Orang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9" name="Freeform: Shape 8">
            <a:extLst>
              <a:ext uri="{FF2B5EF4-FFF2-40B4-BE49-F238E27FC236}">
                <a16:creationId xmlns:a16="http://schemas.microsoft.com/office/drawing/2014/main" id="{0CE973A6-10E7-4E33-AA8B-7240F9197012}"/>
              </a:ext>
              <a:ext uri="{C183D7F6-B498-43B3-948B-1728B52AA6E4}">
                <adec:decorative xmlns=""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accent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2468673120"/>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ONLY_Pink">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9" name="Freeform: Shape 8">
            <a:extLst>
              <a:ext uri="{FF2B5EF4-FFF2-40B4-BE49-F238E27FC236}">
                <a16:creationId xmlns:a16="http://schemas.microsoft.com/office/drawing/2014/main" id="{0CE973A6-10E7-4E33-AA8B-7240F9197012}"/>
              </a:ext>
              <a:ext uri="{C183D7F6-B498-43B3-948B-1728B52AA6E4}">
                <adec:decorative xmlns=""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accent6"/>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3434083933"/>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ONLY_Light Blu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9" name="Freeform: Shape 8">
            <a:extLst>
              <a:ext uri="{FF2B5EF4-FFF2-40B4-BE49-F238E27FC236}">
                <a16:creationId xmlns:a16="http://schemas.microsoft.com/office/drawing/2014/main" id="{0CE973A6-10E7-4E33-AA8B-7240F9197012}"/>
              </a:ext>
              <a:ext uri="{C183D7F6-B498-43B3-948B-1728B52AA6E4}">
                <adec:decorative xmlns=""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accent3"/>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3512243648"/>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ONLY_Grey">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9" name="Freeform: Shape 8">
            <a:extLst>
              <a:ext uri="{FF2B5EF4-FFF2-40B4-BE49-F238E27FC236}">
                <a16:creationId xmlns:a16="http://schemas.microsoft.com/office/drawing/2014/main" id="{0CE973A6-10E7-4E33-AA8B-7240F9197012}"/>
              </a:ext>
              <a:ext uri="{C183D7F6-B498-43B3-948B-1728B52AA6E4}">
                <adec:decorative xmlns=""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bg2">
              <a:lumMod val="5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124320823"/>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ONLY_Blue_Triangle patch 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605BCA9F-FC20-461D-9118-7EC2AC28D050}"/>
              </a:ext>
              <a:ext uri="{C183D7F6-B498-43B3-948B-1728B52AA6E4}">
                <adec:decorative xmlns="" xmlns:adec="http://schemas.microsoft.com/office/drawing/2017/decorative" val="1"/>
              </a:ext>
            </a:extLst>
          </p:cNvPr>
          <p:cNvSpPr/>
          <p:nvPr userDrawn="1"/>
        </p:nvSpPr>
        <p:spPr>
          <a:xfrm>
            <a:off x="3175958" y="0"/>
            <a:ext cx="9016043" cy="6858000"/>
          </a:xfrm>
          <a:custGeom>
            <a:avLst/>
            <a:gdLst>
              <a:gd name="connsiteX0" fmla="*/ 5153328 w 9016043"/>
              <a:gd name="connsiteY0" fmla="*/ 0 h 6858000"/>
              <a:gd name="connsiteX1" fmla="*/ 9016043 w 9016043"/>
              <a:gd name="connsiteY1" fmla="*/ 0 h 6858000"/>
              <a:gd name="connsiteX2" fmla="*/ 9016043 w 9016043"/>
              <a:gd name="connsiteY2" fmla="*/ 6858000 h 6858000"/>
              <a:gd name="connsiteX3" fmla="*/ 0 w 9016043"/>
              <a:gd name="connsiteY3" fmla="*/ 6858000 h 6858000"/>
              <a:gd name="connsiteX4" fmla="*/ 5153328 w 9016043"/>
              <a:gd name="connsiteY4" fmla="*/ 68183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16043" h="6858000">
                <a:moveTo>
                  <a:pt x="5153328" y="0"/>
                </a:moveTo>
                <a:lnTo>
                  <a:pt x="9016043" y="0"/>
                </a:lnTo>
                <a:lnTo>
                  <a:pt x="9016043" y="6858000"/>
                </a:lnTo>
                <a:lnTo>
                  <a:pt x="0" y="6858000"/>
                </a:lnTo>
                <a:lnTo>
                  <a:pt x="5153328" y="68183"/>
                </a:lnTo>
                <a:close/>
              </a:path>
            </a:pathLst>
          </a:custGeom>
          <a:solidFill>
            <a:srgbClr val="EEEE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noProof="0" dirty="0"/>
          </a:p>
        </p:txBody>
      </p:sp>
      <p:sp>
        <p:nvSpPr>
          <p:cNvPr id="11" name="Rectangle 10">
            <a:extLst>
              <a:ext uri="{FF2B5EF4-FFF2-40B4-BE49-F238E27FC236}">
                <a16:creationId xmlns:a16="http://schemas.microsoft.com/office/drawing/2014/main" id="{0B42CCEE-B750-4EF9-BAE5-217844AE7456}"/>
              </a:ext>
              <a:ext uri="{C183D7F6-B498-43B3-948B-1728B52AA6E4}">
                <adec:decorative xmlns=""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9" name="Freeform: Shape 8">
            <a:extLst>
              <a:ext uri="{FF2B5EF4-FFF2-40B4-BE49-F238E27FC236}">
                <a16:creationId xmlns:a16="http://schemas.microsoft.com/office/drawing/2014/main" id="{0CE973A6-10E7-4E33-AA8B-7240F9197012}"/>
              </a:ext>
              <a:ext uri="{C183D7F6-B498-43B3-948B-1728B52AA6E4}">
                <adec:decorative xmlns=""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342175710"/>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Subtitle Content and Imag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1" y="2667000"/>
            <a:ext cx="5775960" cy="3660648"/>
          </a:xfrm>
        </p:spPr>
        <p:txBody>
          <a:bodyPr lIns="91440" rIns="91440"/>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10" name="Picture Placeholder 9">
            <a:extLst>
              <a:ext uri="{FF2B5EF4-FFF2-40B4-BE49-F238E27FC236}">
                <a16:creationId xmlns:a16="http://schemas.microsoft.com/office/drawing/2014/main" id="{B1F422E5-0916-42D9-AC79-50E4FC133F3D}"/>
              </a:ext>
              <a:ext uri="{C183D7F6-B498-43B3-948B-1728B52AA6E4}">
                <adec:decorative xmlns="" xmlns:adec="http://schemas.microsoft.com/office/drawing/2017/decorative" val="1"/>
              </a:ext>
            </a:extLst>
          </p:cNvPr>
          <p:cNvSpPr>
            <a:spLocks noGrp="1"/>
          </p:cNvSpPr>
          <p:nvPr>
            <p:ph type="pic" sz="quarter" idx="15" hasCustomPrompt="1"/>
          </p:nvPr>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bg1"/>
          </a:solidFill>
          <a:effectLst>
            <a:outerShdw blurRad="50800" dist="38100" dir="5400000" algn="t" rotWithShape="0">
              <a:prstClr val="black">
                <a:alpha val="40000"/>
              </a:prstClr>
            </a:outerShdw>
          </a:effectLst>
        </p:spPr>
        <p:txBody>
          <a:bodyPr wrap="square" anchor="ctr">
            <a:noAutofit/>
          </a:bodyPr>
          <a:lstStyle>
            <a:lvl1pPr marL="0" indent="0" algn="ctr">
              <a:buNone/>
              <a:defRPr sz="1600">
                <a:solidFill>
                  <a:schemeClr val="bg1">
                    <a:lumMod val="75000"/>
                  </a:schemeClr>
                </a:solidFill>
              </a:defRPr>
            </a:lvl1pPr>
          </a:lstStyle>
          <a:p>
            <a:r>
              <a:rPr lang="en-US" noProof="0" dirty="0"/>
              <a:t>Insert Image</a:t>
            </a:r>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548640" y="1676400"/>
            <a:ext cx="10837333" cy="424732"/>
          </a:xfrm>
          <a:noFill/>
        </p:spPr>
        <p:txBody>
          <a:bodyPr wrap="square" lIns="91440" rIns="91440">
            <a:spAutoFit/>
          </a:bodyPr>
          <a:lstStyle>
            <a:lvl1pPr marL="0" indent="0">
              <a:buNone/>
              <a:defRPr sz="2400" b="0">
                <a:solidFill>
                  <a:schemeClr val="tx2"/>
                </a:solidFill>
              </a:defRPr>
            </a:lvl1pPr>
          </a:lstStyle>
          <a:p>
            <a:pPr lvl="0"/>
            <a:r>
              <a:rPr lang="en-US" noProof="0"/>
              <a:t>Add additional text </a:t>
            </a:r>
          </a:p>
        </p:txBody>
      </p:sp>
      <p:sp>
        <p:nvSpPr>
          <p:cNvPr id="9" name="Picture Placeholder 8">
            <a:extLst>
              <a:ext uri="{FF2B5EF4-FFF2-40B4-BE49-F238E27FC236}">
                <a16:creationId xmlns:a16="http://schemas.microsoft.com/office/drawing/2014/main" id="{17C4BA0D-DEC0-450E-8F4D-B0E6D2D7D0C3}"/>
              </a:ext>
            </a:extLst>
          </p:cNvPr>
          <p:cNvSpPr>
            <a:spLocks noGrp="1"/>
          </p:cNvSpPr>
          <p:nvPr>
            <p:ph type="pic" sz="quarter" idx="17" hasCustomPrompt="1"/>
          </p:nvPr>
        </p:nvSpPr>
        <p:spPr>
          <a:xfrm>
            <a:off x="6629399" y="2667000"/>
            <a:ext cx="5013959" cy="3660775"/>
          </a:xfrm>
        </p:spPr>
        <p:txBody>
          <a:bodyPr anchor="ctr"/>
          <a:lstStyle>
            <a:lvl1pPr marL="0" indent="0" algn="ctr">
              <a:buNone/>
              <a:defRPr>
                <a:solidFill>
                  <a:schemeClr val="bg1">
                    <a:lumMod val="50000"/>
                  </a:schemeClr>
                </a:solidFill>
              </a:defRPr>
            </a:lvl1pPr>
          </a:lstStyle>
          <a:p>
            <a:r>
              <a:rPr lang="en-US" noProof="0" dirty="0"/>
              <a:t>Insert Image</a:t>
            </a:r>
          </a:p>
        </p:txBody>
      </p:sp>
      <p:sp>
        <p:nvSpPr>
          <p:cNvPr id="13" name="Slide Number Placeholder 5">
            <a:extLst>
              <a:ext uri="{FF2B5EF4-FFF2-40B4-BE49-F238E27FC236}">
                <a16:creationId xmlns:a16="http://schemas.microsoft.com/office/drawing/2014/main" id="{8F869F17-9BF3-4974-956D-0CBCD60BA35B}"/>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1168505325"/>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Subtitle Content and Image_Top shape ba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1" y="2667000"/>
            <a:ext cx="5775960" cy="3660648"/>
          </a:xfrm>
        </p:spPr>
        <p:txBody>
          <a:bodyPr lIns="91440" rIns="91440"/>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548640" y="1676400"/>
            <a:ext cx="10837333" cy="424732"/>
          </a:xfrm>
          <a:noFill/>
        </p:spPr>
        <p:txBody>
          <a:bodyPr wrap="square" lIns="91440" rIns="91440">
            <a:spAutoFit/>
          </a:bodyPr>
          <a:lstStyle>
            <a:lvl1pPr marL="0" indent="0">
              <a:buNone/>
              <a:defRPr sz="2400" b="0">
                <a:solidFill>
                  <a:schemeClr val="tx2"/>
                </a:solidFill>
              </a:defRPr>
            </a:lvl1pPr>
          </a:lstStyle>
          <a:p>
            <a:pPr lvl="0"/>
            <a:r>
              <a:rPr lang="en-US" noProof="0"/>
              <a:t>Add additional text </a:t>
            </a:r>
          </a:p>
        </p:txBody>
      </p:sp>
      <p:sp>
        <p:nvSpPr>
          <p:cNvPr id="9" name="Picture Placeholder 8">
            <a:extLst>
              <a:ext uri="{FF2B5EF4-FFF2-40B4-BE49-F238E27FC236}">
                <a16:creationId xmlns:a16="http://schemas.microsoft.com/office/drawing/2014/main" id="{17C4BA0D-DEC0-450E-8F4D-B0E6D2D7D0C3}"/>
              </a:ext>
            </a:extLst>
          </p:cNvPr>
          <p:cNvSpPr>
            <a:spLocks noGrp="1"/>
          </p:cNvSpPr>
          <p:nvPr>
            <p:ph type="pic" sz="quarter" idx="17" hasCustomPrompt="1"/>
          </p:nvPr>
        </p:nvSpPr>
        <p:spPr>
          <a:xfrm>
            <a:off x="6629399" y="2667000"/>
            <a:ext cx="5013959" cy="3660775"/>
          </a:xfrm>
        </p:spPr>
        <p:txBody>
          <a:bodyPr anchor="ctr"/>
          <a:lstStyle>
            <a:lvl1pPr marL="0" indent="0" algn="ctr">
              <a:buNone/>
              <a:defRPr>
                <a:solidFill>
                  <a:schemeClr val="bg1">
                    <a:lumMod val="50000"/>
                  </a:schemeClr>
                </a:solidFill>
              </a:defRPr>
            </a:lvl1pPr>
          </a:lstStyle>
          <a:p>
            <a:r>
              <a:rPr lang="en-US" noProof="0" dirty="0"/>
              <a:t>Insert Image</a:t>
            </a:r>
          </a:p>
        </p:txBody>
      </p:sp>
      <p:sp>
        <p:nvSpPr>
          <p:cNvPr id="13" name="Slide Number Placeholder 5">
            <a:extLst>
              <a:ext uri="{FF2B5EF4-FFF2-40B4-BE49-F238E27FC236}">
                <a16:creationId xmlns:a16="http://schemas.microsoft.com/office/drawing/2014/main" id="{A654DBB0-1027-4E5D-B635-00F2F173A24F}"/>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1336580681"/>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Subtitle Content and Image_Top shape white bar">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17C4BA0D-DEC0-450E-8F4D-B0E6D2D7D0C3}"/>
              </a:ext>
              <a:ext uri="{C183D7F6-B498-43B3-948B-1728B52AA6E4}">
                <adec:decorative xmlns="" xmlns:adec="http://schemas.microsoft.com/office/drawing/2017/decorative" val="1"/>
              </a:ext>
            </a:extLst>
          </p:cNvPr>
          <p:cNvSpPr>
            <a:spLocks noGrp="1"/>
          </p:cNvSpPr>
          <p:nvPr>
            <p:ph type="pic" sz="quarter" idx="17" hasCustomPrompt="1"/>
          </p:nvPr>
        </p:nvSpPr>
        <p:spPr>
          <a:xfrm>
            <a:off x="5334001" y="112976"/>
            <a:ext cx="6858000" cy="6745024"/>
          </a:xfrm>
        </p:spPr>
        <p:txBody>
          <a:bodyPr anchor="ctr"/>
          <a:lstStyle>
            <a:lvl1pPr marL="0" indent="0" algn="ctr">
              <a:buNone/>
              <a:defRPr>
                <a:solidFill>
                  <a:schemeClr val="bg1">
                    <a:lumMod val="50000"/>
                  </a:schemeClr>
                </a:solidFill>
              </a:defRPr>
            </a:lvl1pPr>
          </a:lstStyle>
          <a:p>
            <a:r>
              <a:rPr lang="en-US" noProof="0" dirty="0"/>
              <a:t>Insert Image</a:t>
            </a:r>
          </a:p>
        </p:txBody>
      </p:sp>
      <p:sp>
        <p:nvSpPr>
          <p:cNvPr id="12" name="Text Placeholder 16">
            <a:extLst>
              <a:ext uri="{FF2B5EF4-FFF2-40B4-BE49-F238E27FC236}">
                <a16:creationId xmlns:a16="http://schemas.microsoft.com/office/drawing/2014/main" id="{E59725C5-1168-4A5F-B420-8E0562019687}"/>
              </a:ext>
            </a:extLst>
          </p:cNvPr>
          <p:cNvSpPr>
            <a:spLocks noGrp="1"/>
          </p:cNvSpPr>
          <p:nvPr>
            <p:ph type="body" sz="quarter" idx="19" hasCustomPrompt="1"/>
          </p:nvPr>
        </p:nvSpPr>
        <p:spPr>
          <a:xfrm rot="5400000">
            <a:off x="5238089" y="208890"/>
            <a:ext cx="6745024" cy="6553200"/>
          </a:xfrm>
          <a:gradFill flip="none" rotWithShape="1">
            <a:gsLst>
              <a:gs pos="0">
                <a:schemeClr val="bg1"/>
              </a:gs>
              <a:gs pos="82000">
                <a:schemeClr val="bg1">
                  <a:alpha val="0"/>
                </a:schemeClr>
              </a:gs>
            </a:gsLst>
            <a:lin ang="16200000" scaled="1"/>
            <a:tileRect/>
          </a:gradFill>
          <a:effectLst/>
        </p:spPr>
        <p:txBody>
          <a:bodyPr/>
          <a:lstStyle>
            <a:lvl1pPr marL="0" indent="0">
              <a:buNone/>
              <a:defRPr>
                <a:solidFill>
                  <a:schemeClr val="tx1">
                    <a:alpha val="0"/>
                  </a:schemeClr>
                </a:solidFill>
              </a:defRPr>
            </a:lvl1pPr>
          </a:lstStyle>
          <a:p>
            <a:pPr lvl="0"/>
            <a:r>
              <a:rPr lang="en-US" noProof="0"/>
              <a:t>I</a:t>
            </a:r>
          </a:p>
        </p:txBody>
      </p:sp>
      <p:sp>
        <p:nvSpPr>
          <p:cNvPr id="11" name="Rectangle 10">
            <a:extLst>
              <a:ext uri="{FF2B5EF4-FFF2-40B4-BE49-F238E27FC236}">
                <a16:creationId xmlns:a16="http://schemas.microsoft.com/office/drawing/2014/main" id="{0B42CCEE-B750-4EF9-BAE5-217844AE7456}"/>
              </a:ext>
              <a:ext uri="{C183D7F6-B498-43B3-948B-1728B52AA6E4}">
                <adec:decorative xmlns=""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1" y="2667000"/>
            <a:ext cx="5775960" cy="3660648"/>
          </a:xfrm>
        </p:spPr>
        <p:txBody>
          <a:bodyPr lIns="91440" rIns="91440"/>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548640" y="1676400"/>
            <a:ext cx="10837333" cy="424732"/>
          </a:xfrm>
          <a:noFill/>
        </p:spPr>
        <p:txBody>
          <a:bodyPr wrap="square" lIns="91440" rIns="91440">
            <a:spAutoFit/>
          </a:bodyPr>
          <a:lstStyle>
            <a:lvl1pPr marL="0" indent="0">
              <a:buNone/>
              <a:defRPr sz="2400" b="0">
                <a:solidFill>
                  <a:schemeClr val="tx2"/>
                </a:solidFill>
              </a:defRPr>
            </a:lvl1pPr>
          </a:lstStyle>
          <a:p>
            <a:pPr lvl="0"/>
            <a:r>
              <a:rPr lang="en-US" noProof="0"/>
              <a:t>Add additional text </a:t>
            </a:r>
          </a:p>
        </p:txBody>
      </p:sp>
      <p:sp>
        <p:nvSpPr>
          <p:cNvPr id="16" name="Slide Number Placeholder 5">
            <a:extLst>
              <a:ext uri="{FF2B5EF4-FFF2-40B4-BE49-F238E27FC236}">
                <a16:creationId xmlns:a16="http://schemas.microsoft.com/office/drawing/2014/main" id="{7532AFA8-ADE4-4C3E-AF0A-235C724999FF}"/>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659458152"/>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guide id="3" pos="432">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Subtitle Content and half horizontal Image_Top shape bar">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17C4BA0D-DEC0-450E-8F4D-B0E6D2D7D0C3}"/>
              </a:ext>
              <a:ext uri="{C183D7F6-B498-43B3-948B-1728B52AA6E4}">
                <adec:decorative xmlns="" xmlns:adec="http://schemas.microsoft.com/office/drawing/2017/decorative" val="1"/>
              </a:ext>
            </a:extLst>
          </p:cNvPr>
          <p:cNvSpPr>
            <a:spLocks noGrp="1"/>
          </p:cNvSpPr>
          <p:nvPr>
            <p:ph type="pic" sz="quarter" idx="17" hasCustomPrompt="1"/>
          </p:nvPr>
        </p:nvSpPr>
        <p:spPr>
          <a:xfrm>
            <a:off x="548641" y="2667001"/>
            <a:ext cx="11094718" cy="1757126"/>
          </a:xfrm>
        </p:spPr>
        <p:txBody>
          <a:bodyPr anchor="ctr"/>
          <a:lstStyle>
            <a:lvl1pPr marL="0" indent="0" algn="ctr">
              <a:buNone/>
              <a:defRPr>
                <a:solidFill>
                  <a:schemeClr val="bg1">
                    <a:lumMod val="50000"/>
                  </a:schemeClr>
                </a:solidFill>
              </a:defRPr>
            </a:lvl1pPr>
          </a:lstStyle>
          <a:p>
            <a:r>
              <a:rPr lang="en-US" noProof="0" dirty="0"/>
              <a:t>Insert Image</a:t>
            </a:r>
          </a:p>
        </p:txBody>
      </p:sp>
      <p:sp>
        <p:nvSpPr>
          <p:cNvPr id="11" name="Rectangle 10">
            <a:extLst>
              <a:ext uri="{FF2B5EF4-FFF2-40B4-BE49-F238E27FC236}">
                <a16:creationId xmlns:a16="http://schemas.microsoft.com/office/drawing/2014/main" id="{0B42CCEE-B750-4EF9-BAE5-217844AE7456}"/>
              </a:ext>
              <a:ext uri="{C183D7F6-B498-43B3-948B-1728B52AA6E4}">
                <adec:decorative xmlns=""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0" y="4709677"/>
            <a:ext cx="11094717" cy="1500876"/>
          </a:xfrm>
        </p:spPr>
        <p:txBody>
          <a:bodyPr lIns="91440" rIns="91440"/>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548640" y="1676400"/>
            <a:ext cx="10837333" cy="424732"/>
          </a:xfrm>
          <a:noFill/>
        </p:spPr>
        <p:txBody>
          <a:bodyPr wrap="square" lIns="91440" rIns="91440">
            <a:spAutoFit/>
          </a:bodyPr>
          <a:lstStyle>
            <a:lvl1pPr marL="0" indent="0">
              <a:buNone/>
              <a:defRPr sz="2400" b="0">
                <a:solidFill>
                  <a:schemeClr val="tx2"/>
                </a:solidFill>
              </a:defRPr>
            </a:lvl1pPr>
          </a:lstStyle>
          <a:p>
            <a:pPr lvl="0"/>
            <a:r>
              <a:rPr lang="en-US" noProof="0"/>
              <a:t>Add additional text </a:t>
            </a:r>
          </a:p>
        </p:txBody>
      </p:sp>
      <p:sp>
        <p:nvSpPr>
          <p:cNvPr id="13" name="Slide Number Placeholder 5">
            <a:extLst>
              <a:ext uri="{FF2B5EF4-FFF2-40B4-BE49-F238E27FC236}">
                <a16:creationId xmlns:a16="http://schemas.microsoft.com/office/drawing/2014/main" id="{4232B29A-2701-4A73-83CF-09E0AB1B2DD0}"/>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584864685"/>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Subtitle Content and half Image_Top shape bar">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17C4BA0D-DEC0-450E-8F4D-B0E6D2D7D0C3}"/>
              </a:ext>
              <a:ext uri="{C183D7F6-B498-43B3-948B-1728B52AA6E4}">
                <adec:decorative xmlns="" xmlns:adec="http://schemas.microsoft.com/office/drawing/2017/decorative" val="1"/>
              </a:ext>
            </a:extLst>
          </p:cNvPr>
          <p:cNvSpPr>
            <a:spLocks noGrp="1"/>
          </p:cNvSpPr>
          <p:nvPr>
            <p:ph type="pic" sz="quarter" idx="17" hasCustomPrompt="1"/>
          </p:nvPr>
        </p:nvSpPr>
        <p:spPr>
          <a:xfrm>
            <a:off x="548641" y="2667001"/>
            <a:ext cx="5775959" cy="3543552"/>
          </a:xfrm>
        </p:spPr>
        <p:txBody>
          <a:bodyPr anchor="ctr"/>
          <a:lstStyle>
            <a:lvl1pPr marL="0" indent="0" algn="ctr">
              <a:buNone/>
              <a:defRPr>
                <a:solidFill>
                  <a:schemeClr val="bg1">
                    <a:lumMod val="50000"/>
                  </a:schemeClr>
                </a:solidFill>
              </a:defRPr>
            </a:lvl1pPr>
          </a:lstStyle>
          <a:p>
            <a:r>
              <a:rPr lang="en-US" noProof="0" dirty="0"/>
              <a:t>Insert Image</a:t>
            </a:r>
          </a:p>
        </p:txBody>
      </p:sp>
      <p:sp>
        <p:nvSpPr>
          <p:cNvPr id="11" name="Rectangle 10">
            <a:extLst>
              <a:ext uri="{FF2B5EF4-FFF2-40B4-BE49-F238E27FC236}">
                <a16:creationId xmlns:a16="http://schemas.microsoft.com/office/drawing/2014/main" id="{0B42CCEE-B750-4EF9-BAE5-217844AE7456}"/>
              </a:ext>
              <a:ext uri="{C183D7F6-B498-43B3-948B-1728B52AA6E4}">
                <adec:decorative xmlns=""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6553200" y="2667001"/>
            <a:ext cx="5090157" cy="3543552"/>
          </a:xfrm>
        </p:spPr>
        <p:txBody>
          <a:bodyPr lIns="91440" rIns="91440"/>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548640" y="1676400"/>
            <a:ext cx="10837333" cy="424732"/>
          </a:xfrm>
          <a:noFill/>
        </p:spPr>
        <p:txBody>
          <a:bodyPr wrap="square" lIns="91440" rIns="91440">
            <a:spAutoFit/>
          </a:bodyPr>
          <a:lstStyle>
            <a:lvl1pPr marL="0" indent="0">
              <a:buNone/>
              <a:defRPr sz="2400" b="0">
                <a:solidFill>
                  <a:schemeClr val="tx2"/>
                </a:solidFill>
              </a:defRPr>
            </a:lvl1pPr>
          </a:lstStyle>
          <a:p>
            <a:pPr lvl="0"/>
            <a:r>
              <a:rPr lang="en-US" noProof="0"/>
              <a:t>Add additional text </a:t>
            </a:r>
          </a:p>
        </p:txBody>
      </p:sp>
      <p:sp>
        <p:nvSpPr>
          <p:cNvPr id="13" name="Slide Number Placeholder 5">
            <a:extLst>
              <a:ext uri="{FF2B5EF4-FFF2-40B4-BE49-F238E27FC236}">
                <a16:creationId xmlns:a16="http://schemas.microsoft.com/office/drawing/2014/main" id="{6A52166E-5DA9-4AA1-9355-E8DBFDD90AEB}"/>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2465573524"/>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Half Image Title Content and Top shape ba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3735623"/>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0" y="4617492"/>
            <a:ext cx="9890759" cy="1527048"/>
          </a:xfrm>
        </p:spPr>
        <p:txBody>
          <a:bodyPr lIns="91440" rIns="91440">
            <a:normAutofit/>
          </a:bodyPr>
          <a:lstStyle>
            <a:lvl1pPr>
              <a:defRPr sz="1800"/>
            </a:lvl1pPr>
            <a:lvl2pPr>
              <a:defRPr sz="1600"/>
            </a:lvl2pPr>
            <a:lvl3pPr>
              <a:defRPr sz="1400"/>
            </a:lvl3pPr>
            <a:lvl4pPr>
              <a:defRPr sz="1200"/>
            </a:lvl4pPr>
            <a:lvl5pPr>
              <a:defRPr sz="1200"/>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9" name="Picture Placeholder 8">
            <a:extLst>
              <a:ext uri="{FF2B5EF4-FFF2-40B4-BE49-F238E27FC236}">
                <a16:creationId xmlns:a16="http://schemas.microsoft.com/office/drawing/2014/main" id="{17C4BA0D-DEC0-450E-8F4D-B0E6D2D7D0C3}"/>
              </a:ext>
              <a:ext uri="{C183D7F6-B498-43B3-948B-1728B52AA6E4}">
                <adec:decorative xmlns="" xmlns:adec="http://schemas.microsoft.com/office/drawing/2017/decorative" val="1"/>
              </a:ext>
            </a:extLst>
          </p:cNvPr>
          <p:cNvSpPr>
            <a:spLocks noGrp="1"/>
          </p:cNvSpPr>
          <p:nvPr>
            <p:ph type="pic" sz="quarter" idx="17" hasCustomPrompt="1"/>
          </p:nvPr>
        </p:nvSpPr>
        <p:spPr>
          <a:xfrm>
            <a:off x="0" y="112976"/>
            <a:ext cx="12191999" cy="3278423"/>
          </a:xfrm>
        </p:spPr>
        <p:txBody>
          <a:bodyPr anchor="ctr"/>
          <a:lstStyle>
            <a:lvl1pPr marL="0" indent="0" algn="ctr">
              <a:buNone/>
              <a:defRPr>
                <a:solidFill>
                  <a:schemeClr val="bg1">
                    <a:lumMod val="50000"/>
                  </a:schemeClr>
                </a:solidFill>
              </a:defRPr>
            </a:lvl1pPr>
          </a:lstStyle>
          <a:p>
            <a:r>
              <a:rPr lang="en-US" noProof="0" dirty="0"/>
              <a:t>Insert Image</a:t>
            </a:r>
          </a:p>
        </p:txBody>
      </p:sp>
      <p:sp>
        <p:nvSpPr>
          <p:cNvPr id="12" name="Slide Number Placeholder 5">
            <a:extLst>
              <a:ext uri="{FF2B5EF4-FFF2-40B4-BE49-F238E27FC236}">
                <a16:creationId xmlns:a16="http://schemas.microsoft.com/office/drawing/2014/main" id="{E9FF8476-DF8C-4276-8CF6-44BC91B88C2C}"/>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3996159143"/>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Half Image Title Two column Content and Top shape ba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3735623"/>
            <a:ext cx="111099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1" y="4617492"/>
            <a:ext cx="5212080" cy="1527048"/>
          </a:xfrm>
        </p:spPr>
        <p:txBody>
          <a:bodyPr lIns="91440" rIns="91440">
            <a:normAutofit/>
          </a:bodyPr>
          <a:lstStyle>
            <a:lvl1pPr>
              <a:defRPr sz="1800"/>
            </a:lvl1pPr>
            <a:lvl2pPr>
              <a:defRPr sz="1600"/>
            </a:lvl2pPr>
            <a:lvl3pPr>
              <a:defRPr sz="1400"/>
            </a:lvl3pPr>
            <a:lvl4pPr>
              <a:defRPr sz="1200"/>
            </a:lvl4pPr>
            <a:lvl5pPr>
              <a:defRPr sz="1200"/>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9" name="Picture Placeholder 8">
            <a:extLst>
              <a:ext uri="{FF2B5EF4-FFF2-40B4-BE49-F238E27FC236}">
                <a16:creationId xmlns:a16="http://schemas.microsoft.com/office/drawing/2014/main" id="{17C4BA0D-DEC0-450E-8F4D-B0E6D2D7D0C3}"/>
              </a:ext>
              <a:ext uri="{C183D7F6-B498-43B3-948B-1728B52AA6E4}">
                <adec:decorative xmlns="" xmlns:adec="http://schemas.microsoft.com/office/drawing/2017/decorative" val="1"/>
              </a:ext>
            </a:extLst>
          </p:cNvPr>
          <p:cNvSpPr>
            <a:spLocks noGrp="1"/>
          </p:cNvSpPr>
          <p:nvPr>
            <p:ph type="pic" sz="quarter" idx="17" hasCustomPrompt="1"/>
          </p:nvPr>
        </p:nvSpPr>
        <p:spPr>
          <a:xfrm>
            <a:off x="0" y="112976"/>
            <a:ext cx="12191999" cy="3278423"/>
          </a:xfrm>
        </p:spPr>
        <p:txBody>
          <a:bodyPr anchor="ctr"/>
          <a:lstStyle>
            <a:lvl1pPr marL="0" indent="0" algn="ctr">
              <a:buNone/>
              <a:defRPr>
                <a:solidFill>
                  <a:schemeClr val="bg1">
                    <a:lumMod val="50000"/>
                  </a:schemeClr>
                </a:solidFill>
              </a:defRPr>
            </a:lvl1pPr>
          </a:lstStyle>
          <a:p>
            <a:r>
              <a:rPr lang="en-US" noProof="0" dirty="0"/>
              <a:t>Insert Image</a:t>
            </a:r>
          </a:p>
        </p:txBody>
      </p:sp>
      <p:sp>
        <p:nvSpPr>
          <p:cNvPr id="12" name="Content Placeholder 6">
            <a:extLst>
              <a:ext uri="{FF2B5EF4-FFF2-40B4-BE49-F238E27FC236}">
                <a16:creationId xmlns:a16="http://schemas.microsoft.com/office/drawing/2014/main" id="{E93A96C6-A4F2-43F1-A47D-0D52EF29954B}"/>
              </a:ext>
            </a:extLst>
          </p:cNvPr>
          <p:cNvSpPr>
            <a:spLocks noGrp="1"/>
          </p:cNvSpPr>
          <p:nvPr>
            <p:ph sz="quarter" idx="19"/>
          </p:nvPr>
        </p:nvSpPr>
        <p:spPr>
          <a:xfrm>
            <a:off x="6446520" y="4617492"/>
            <a:ext cx="5212080" cy="1527048"/>
          </a:xfrm>
        </p:spPr>
        <p:txBody>
          <a:bodyPr lIns="91440" rIns="91440">
            <a:normAutofit/>
          </a:bodyPr>
          <a:lstStyle>
            <a:lvl1pPr>
              <a:defRPr sz="1800"/>
            </a:lvl1pPr>
            <a:lvl2pPr>
              <a:defRPr sz="1600"/>
            </a:lvl2pPr>
            <a:lvl3pPr>
              <a:defRPr sz="1400"/>
            </a:lvl3pPr>
            <a:lvl4pPr>
              <a:defRPr sz="1200"/>
            </a:lvl4pPr>
            <a:lvl5pPr>
              <a:defRPr sz="1200"/>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14" name="Slide Number Placeholder 5">
            <a:extLst>
              <a:ext uri="{FF2B5EF4-FFF2-40B4-BE49-F238E27FC236}">
                <a16:creationId xmlns:a16="http://schemas.microsoft.com/office/drawing/2014/main" id="{FC5AD12C-F7F6-431D-ABA4-F7E37CACEAC6}"/>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2523317638"/>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_Half Image Title Two column Content and Top shape ba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1721698" y="3735622"/>
            <a:ext cx="5013960" cy="2408917"/>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9" name="Picture Placeholder 8">
            <a:extLst>
              <a:ext uri="{FF2B5EF4-FFF2-40B4-BE49-F238E27FC236}">
                <a16:creationId xmlns:a16="http://schemas.microsoft.com/office/drawing/2014/main" id="{17C4BA0D-DEC0-450E-8F4D-B0E6D2D7D0C3}"/>
              </a:ext>
              <a:ext uri="{C183D7F6-B498-43B3-948B-1728B52AA6E4}">
                <adec:decorative xmlns="" xmlns:adec="http://schemas.microsoft.com/office/drawing/2017/decorative" val="1"/>
              </a:ext>
            </a:extLst>
          </p:cNvPr>
          <p:cNvSpPr>
            <a:spLocks noGrp="1"/>
          </p:cNvSpPr>
          <p:nvPr>
            <p:ph type="pic" sz="quarter" idx="17" hasCustomPrompt="1"/>
          </p:nvPr>
        </p:nvSpPr>
        <p:spPr>
          <a:xfrm>
            <a:off x="0" y="112976"/>
            <a:ext cx="12191999" cy="3278423"/>
          </a:xfrm>
        </p:spPr>
        <p:txBody>
          <a:bodyPr anchor="ctr"/>
          <a:lstStyle>
            <a:lvl1pPr marL="0" indent="0" algn="ctr">
              <a:buNone/>
              <a:defRPr>
                <a:solidFill>
                  <a:schemeClr val="bg1">
                    <a:lumMod val="50000"/>
                  </a:schemeClr>
                </a:solidFill>
              </a:defRPr>
            </a:lvl1pPr>
          </a:lstStyle>
          <a:p>
            <a:r>
              <a:rPr lang="en-US" noProof="0" dirty="0"/>
              <a:t>Insert Image</a:t>
            </a:r>
          </a:p>
        </p:txBody>
      </p:sp>
      <p:sp>
        <p:nvSpPr>
          <p:cNvPr id="13" name="Text Placeholder 16">
            <a:extLst>
              <a:ext uri="{FF2B5EF4-FFF2-40B4-BE49-F238E27FC236}">
                <a16:creationId xmlns:a16="http://schemas.microsoft.com/office/drawing/2014/main" id="{38376498-C218-4EDB-8416-A59802EF2018}"/>
              </a:ext>
              <a:ext uri="{C183D7F6-B498-43B3-948B-1728B52AA6E4}">
                <adec:decorative xmlns="" xmlns:adec="http://schemas.microsoft.com/office/drawing/2017/decorative" val="1"/>
              </a:ext>
            </a:extLst>
          </p:cNvPr>
          <p:cNvSpPr>
            <a:spLocks noGrp="1"/>
          </p:cNvSpPr>
          <p:nvPr>
            <p:ph type="body" sz="quarter" idx="20" hasCustomPrompt="1"/>
          </p:nvPr>
        </p:nvSpPr>
        <p:spPr>
          <a:xfrm>
            <a:off x="7239000" y="1981199"/>
            <a:ext cx="4389542" cy="4163339"/>
          </a:xfrm>
          <a:solidFill>
            <a:schemeClr val="bg1"/>
          </a:solidFill>
          <a:ln w="28575">
            <a:solidFill>
              <a:schemeClr val="accent2"/>
            </a:solidFill>
          </a:ln>
          <a:effectLst/>
        </p:spPr>
        <p:txBody>
          <a:bodyPr/>
          <a:lstStyle>
            <a:lvl1pPr marL="0" indent="0">
              <a:buNone/>
              <a:defRPr>
                <a:solidFill>
                  <a:schemeClr val="tx1">
                    <a:alpha val="0"/>
                  </a:schemeClr>
                </a:solidFill>
              </a:defRPr>
            </a:lvl1pPr>
          </a:lstStyle>
          <a:p>
            <a:pPr lvl="0"/>
            <a:r>
              <a:rPr lang="en-US" noProof="0"/>
              <a:t>I</a:t>
            </a:r>
          </a:p>
        </p:txBody>
      </p:sp>
      <p:sp>
        <p:nvSpPr>
          <p:cNvPr id="12" name="Content Placeholder 6">
            <a:extLst>
              <a:ext uri="{FF2B5EF4-FFF2-40B4-BE49-F238E27FC236}">
                <a16:creationId xmlns:a16="http://schemas.microsoft.com/office/drawing/2014/main" id="{E93A96C6-A4F2-43F1-A47D-0D52EF29954B}"/>
              </a:ext>
            </a:extLst>
          </p:cNvPr>
          <p:cNvSpPr>
            <a:spLocks noGrp="1"/>
          </p:cNvSpPr>
          <p:nvPr>
            <p:ph sz="quarter" idx="19" hasCustomPrompt="1"/>
          </p:nvPr>
        </p:nvSpPr>
        <p:spPr>
          <a:xfrm>
            <a:off x="7589520" y="2286000"/>
            <a:ext cx="3688080" cy="3581400"/>
          </a:xfrm>
        </p:spPr>
        <p:txBody>
          <a:bodyPr lIns="91440" rIns="91440">
            <a:normAutofit/>
          </a:bodyPr>
          <a:lstStyle>
            <a:lvl1pPr marL="0" indent="0">
              <a:lnSpc>
                <a:spcPct val="100000"/>
              </a:lnSpc>
              <a:spcBef>
                <a:spcPts val="0"/>
              </a:spcBef>
              <a:spcAft>
                <a:spcPts val="0"/>
              </a:spcAft>
              <a:buNone/>
              <a:defRPr sz="3200">
                <a:solidFill>
                  <a:schemeClr val="accent2"/>
                </a:solidFill>
              </a:defRPr>
            </a:lvl1pPr>
            <a:lvl2pPr>
              <a:defRPr sz="1600"/>
            </a:lvl2pPr>
            <a:lvl3pPr>
              <a:defRPr sz="1400"/>
            </a:lvl3pPr>
            <a:lvl4pPr>
              <a:defRPr sz="1200"/>
            </a:lvl4pPr>
            <a:lvl5pPr>
              <a:defRPr sz="1200"/>
            </a:lvl5pPr>
          </a:lstStyle>
          <a:p>
            <a:pPr lvl="0"/>
            <a:r>
              <a:rPr lang="en-US" noProof="0"/>
              <a:t>Important Content</a:t>
            </a:r>
          </a:p>
        </p:txBody>
      </p:sp>
      <p:sp>
        <p:nvSpPr>
          <p:cNvPr id="8" name="Picture Placeholder 7">
            <a:extLst>
              <a:ext uri="{FF2B5EF4-FFF2-40B4-BE49-F238E27FC236}">
                <a16:creationId xmlns:a16="http://schemas.microsoft.com/office/drawing/2014/main" id="{1EC81B64-070E-43F3-BCB5-833AB965D638}"/>
              </a:ext>
              <a:ext uri="{C183D7F6-B498-43B3-948B-1728B52AA6E4}">
                <adec:decorative xmlns="" xmlns:adec="http://schemas.microsoft.com/office/drawing/2017/decorative" val="1"/>
              </a:ext>
            </a:extLst>
          </p:cNvPr>
          <p:cNvSpPr>
            <a:spLocks noGrp="1"/>
          </p:cNvSpPr>
          <p:nvPr>
            <p:ph type="pic" sz="quarter" idx="21" hasCustomPrompt="1"/>
          </p:nvPr>
        </p:nvSpPr>
        <p:spPr>
          <a:xfrm>
            <a:off x="548944" y="3717925"/>
            <a:ext cx="914400" cy="930275"/>
          </a:xfrm>
        </p:spPr>
        <p:txBody>
          <a:bodyPr anchor="ctr"/>
          <a:lstStyle>
            <a:lvl1pPr marL="0" indent="0" algn="ctr">
              <a:buNone/>
              <a:defRPr/>
            </a:lvl1pPr>
          </a:lstStyle>
          <a:p>
            <a:r>
              <a:rPr lang="en-US" noProof="0" dirty="0"/>
              <a:t>Icon</a:t>
            </a:r>
          </a:p>
        </p:txBody>
      </p:sp>
      <p:sp>
        <p:nvSpPr>
          <p:cNvPr id="15" name="Slide Number Placeholder 5">
            <a:extLst>
              <a:ext uri="{FF2B5EF4-FFF2-40B4-BE49-F238E27FC236}">
                <a16:creationId xmlns:a16="http://schemas.microsoft.com/office/drawing/2014/main" id="{8D5893EC-1256-429B-9581-379342C2368B}"/>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675324260"/>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Half Image Multiple images Title Two column Content and Top shape ba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7315200" y="4176259"/>
            <a:ext cx="4343400" cy="1968280"/>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9" name="Picture Placeholder 8">
            <a:extLst>
              <a:ext uri="{FF2B5EF4-FFF2-40B4-BE49-F238E27FC236}">
                <a16:creationId xmlns:a16="http://schemas.microsoft.com/office/drawing/2014/main" id="{17C4BA0D-DEC0-450E-8F4D-B0E6D2D7D0C3}"/>
              </a:ext>
              <a:ext uri="{C183D7F6-B498-43B3-948B-1728B52AA6E4}">
                <adec:decorative xmlns="" xmlns:adec="http://schemas.microsoft.com/office/drawing/2017/decorative" val="1"/>
              </a:ext>
            </a:extLst>
          </p:cNvPr>
          <p:cNvSpPr>
            <a:spLocks noGrp="1"/>
          </p:cNvSpPr>
          <p:nvPr>
            <p:ph type="pic" sz="quarter" idx="17" hasCustomPrompt="1"/>
          </p:nvPr>
        </p:nvSpPr>
        <p:spPr>
          <a:xfrm>
            <a:off x="0" y="112976"/>
            <a:ext cx="12191999" cy="3278423"/>
          </a:xfrm>
        </p:spPr>
        <p:txBody>
          <a:bodyPr anchor="ctr"/>
          <a:lstStyle>
            <a:lvl1pPr marL="0" indent="0" algn="ctr">
              <a:buNone/>
              <a:defRPr>
                <a:solidFill>
                  <a:schemeClr val="bg1">
                    <a:lumMod val="50000"/>
                  </a:schemeClr>
                </a:solidFill>
              </a:defRPr>
            </a:lvl1pPr>
          </a:lstStyle>
          <a:p>
            <a:r>
              <a:rPr lang="en-US" noProof="0" dirty="0"/>
              <a:t>Insert Image</a:t>
            </a:r>
          </a:p>
        </p:txBody>
      </p:sp>
      <p:sp>
        <p:nvSpPr>
          <p:cNvPr id="14" name="Picture Placeholder 8">
            <a:extLst>
              <a:ext uri="{FF2B5EF4-FFF2-40B4-BE49-F238E27FC236}">
                <a16:creationId xmlns:a16="http://schemas.microsoft.com/office/drawing/2014/main" id="{96DE17A8-F4B7-4571-A6E8-FD28BA425B19}"/>
              </a:ext>
              <a:ext uri="{C183D7F6-B498-43B3-948B-1728B52AA6E4}">
                <adec:decorative xmlns="" xmlns:adec="http://schemas.microsoft.com/office/drawing/2017/decorative" val="1"/>
              </a:ext>
            </a:extLst>
          </p:cNvPr>
          <p:cNvSpPr>
            <a:spLocks noGrp="1"/>
          </p:cNvSpPr>
          <p:nvPr>
            <p:ph type="pic" sz="quarter" idx="19" hasCustomPrompt="1"/>
          </p:nvPr>
        </p:nvSpPr>
        <p:spPr>
          <a:xfrm>
            <a:off x="542834" y="1066801"/>
            <a:ext cx="3505199" cy="5077738"/>
          </a:xfr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dirty="0"/>
              <a:t>Insert Image</a:t>
            </a:r>
          </a:p>
        </p:txBody>
      </p:sp>
      <p:sp>
        <p:nvSpPr>
          <p:cNvPr id="15" name="Picture Placeholder 8">
            <a:extLst>
              <a:ext uri="{FF2B5EF4-FFF2-40B4-BE49-F238E27FC236}">
                <a16:creationId xmlns:a16="http://schemas.microsoft.com/office/drawing/2014/main" id="{9D9A0502-98A2-467D-BE1C-CE8391C73BF4}"/>
              </a:ext>
              <a:ext uri="{C183D7F6-B498-43B3-948B-1728B52AA6E4}">
                <adec:decorative xmlns="" xmlns:adec="http://schemas.microsoft.com/office/drawing/2017/decorative" val="1"/>
              </a:ext>
            </a:extLst>
          </p:cNvPr>
          <p:cNvSpPr>
            <a:spLocks noGrp="1"/>
          </p:cNvSpPr>
          <p:nvPr>
            <p:ph type="pic" sz="quarter" idx="20" hasCustomPrompt="1"/>
          </p:nvPr>
        </p:nvSpPr>
        <p:spPr>
          <a:xfrm>
            <a:off x="4191000" y="4343400"/>
            <a:ext cx="2743200" cy="1801138"/>
          </a:xfr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dirty="0"/>
              <a:t>Insert Image</a:t>
            </a:r>
          </a:p>
        </p:txBody>
      </p:sp>
      <p:sp>
        <p:nvSpPr>
          <p:cNvPr id="16" name="Picture Placeholder 8">
            <a:extLst>
              <a:ext uri="{FF2B5EF4-FFF2-40B4-BE49-F238E27FC236}">
                <a16:creationId xmlns:a16="http://schemas.microsoft.com/office/drawing/2014/main" id="{8298DB4E-3B92-4CA4-852A-9F647E7219A4}"/>
              </a:ext>
              <a:ext uri="{C183D7F6-B498-43B3-948B-1728B52AA6E4}">
                <adec:decorative xmlns="" xmlns:adec="http://schemas.microsoft.com/office/drawing/2017/decorative" val="1"/>
              </a:ext>
            </a:extLst>
          </p:cNvPr>
          <p:cNvSpPr>
            <a:spLocks noGrp="1"/>
          </p:cNvSpPr>
          <p:nvPr>
            <p:ph type="pic" sz="quarter" idx="21" hasCustomPrompt="1"/>
          </p:nvPr>
        </p:nvSpPr>
        <p:spPr>
          <a:xfrm>
            <a:off x="4191000" y="1066801"/>
            <a:ext cx="2743200" cy="3126023"/>
          </a:xfr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dirty="0"/>
              <a:t>Insert Image</a:t>
            </a:r>
          </a:p>
        </p:txBody>
      </p:sp>
      <p:sp>
        <p:nvSpPr>
          <p:cNvPr id="13" name="Slide Number Placeholder 5">
            <a:extLst>
              <a:ext uri="{FF2B5EF4-FFF2-40B4-BE49-F238E27FC236}">
                <a16:creationId xmlns:a16="http://schemas.microsoft.com/office/drawing/2014/main" id="{2E528B4D-15E8-4161-96F7-75D0217AD20C}"/>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671407181"/>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Full Image with Top ba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Picture Placeholder 8">
            <a:extLst>
              <a:ext uri="{FF2B5EF4-FFF2-40B4-BE49-F238E27FC236}">
                <a16:creationId xmlns:a16="http://schemas.microsoft.com/office/drawing/2014/main" id="{17C4BA0D-DEC0-450E-8F4D-B0E6D2D7D0C3}"/>
              </a:ext>
              <a:ext uri="{C183D7F6-B498-43B3-948B-1728B52AA6E4}">
                <adec:decorative xmlns="" xmlns:adec="http://schemas.microsoft.com/office/drawing/2017/decorative" val="1"/>
              </a:ext>
            </a:extLst>
          </p:cNvPr>
          <p:cNvSpPr>
            <a:spLocks noGrp="1"/>
          </p:cNvSpPr>
          <p:nvPr>
            <p:ph type="pic" sz="quarter" idx="17" hasCustomPrompt="1"/>
          </p:nvPr>
        </p:nvSpPr>
        <p:spPr>
          <a:xfrm>
            <a:off x="0" y="112976"/>
            <a:ext cx="12191999" cy="6745024"/>
          </a:xfrm>
          <a:prstGeom prst="rect">
            <a:avLst/>
          </a:prstGeom>
        </p:spPr>
        <p:txBody>
          <a:bodyPr anchor="ctr"/>
          <a:lstStyle>
            <a:lvl1pPr marL="0" indent="0" algn="ctr">
              <a:buNone/>
              <a:defRPr>
                <a:solidFill>
                  <a:schemeClr val="bg1">
                    <a:lumMod val="50000"/>
                  </a:schemeClr>
                </a:solidFill>
              </a:defRPr>
            </a:lvl1pPr>
          </a:lstStyle>
          <a:p>
            <a:r>
              <a:rPr lang="en-US" noProof="0" dirty="0"/>
              <a:t>Insert Image</a:t>
            </a:r>
          </a:p>
        </p:txBody>
      </p:sp>
      <p:sp>
        <p:nvSpPr>
          <p:cNvPr id="10" name="Slide Number Placeholder 5">
            <a:extLst>
              <a:ext uri="{FF2B5EF4-FFF2-40B4-BE49-F238E27FC236}">
                <a16:creationId xmlns:a16="http://schemas.microsoft.com/office/drawing/2014/main" id="{7C67066A-9B9E-468B-97C6-94BF615FA94E}"/>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2" name="Title 1">
            <a:extLst>
              <a:ext uri="{FF2B5EF4-FFF2-40B4-BE49-F238E27FC236}">
                <a16:creationId xmlns:a16="http://schemas.microsoft.com/office/drawing/2014/main" id="{A82AF7E6-6C19-4A41-BFA5-44C4F2A371E9}"/>
              </a:ext>
            </a:extLst>
          </p:cNvPr>
          <p:cNvSpPr>
            <a:spLocks noGrp="1"/>
          </p:cNvSpPr>
          <p:nvPr>
            <p:ph type="title"/>
          </p:nvPr>
        </p:nvSpPr>
        <p:spPr>
          <a:xfrm>
            <a:off x="548640" y="548640"/>
            <a:ext cx="11106150" cy="518160"/>
          </a:xfrm>
        </p:spPr>
        <p:txBody>
          <a:bodyPr/>
          <a:lstStyle/>
          <a:p>
            <a:r>
              <a:rPr lang="en-US" smtClean="0"/>
              <a:t>Click to edit Master title style</a:t>
            </a:r>
            <a:endParaRPr lang="en-US"/>
          </a:p>
        </p:txBody>
      </p:sp>
    </p:spTree>
    <p:extLst>
      <p:ext uri="{BB962C8B-B14F-4D97-AF65-F5344CB8AC3E}">
        <p14:creationId xmlns:p14="http://schemas.microsoft.com/office/powerpoint/2010/main" val="826290670"/>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Full Imag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17C4BA0D-DEC0-450E-8F4D-B0E6D2D7D0C3}"/>
              </a:ext>
              <a:ext uri="{C183D7F6-B498-43B3-948B-1728B52AA6E4}">
                <adec:decorative xmlns="" xmlns:adec="http://schemas.microsoft.com/office/drawing/2017/decorative" val="1"/>
              </a:ext>
            </a:extLst>
          </p:cNvPr>
          <p:cNvSpPr>
            <a:spLocks noGrp="1"/>
          </p:cNvSpPr>
          <p:nvPr>
            <p:ph type="pic" sz="quarter" idx="17" hasCustomPrompt="1"/>
          </p:nvPr>
        </p:nvSpPr>
        <p:spPr>
          <a:xfrm>
            <a:off x="0" y="0"/>
            <a:ext cx="12191999" cy="6858000"/>
          </a:xfrm>
          <a:prstGeom prst="rect">
            <a:avLst/>
          </a:prstGeom>
        </p:spPr>
        <p:txBody>
          <a:bodyPr anchor="ctr"/>
          <a:lstStyle>
            <a:lvl1pPr marL="0" indent="0" algn="ctr">
              <a:buNone/>
              <a:defRPr>
                <a:solidFill>
                  <a:schemeClr val="bg1">
                    <a:lumMod val="50000"/>
                  </a:schemeClr>
                </a:solidFill>
              </a:defRPr>
            </a:lvl1pPr>
          </a:lstStyle>
          <a:p>
            <a:r>
              <a:rPr lang="en-US" dirty="0"/>
              <a:t>Insert Image</a:t>
            </a:r>
            <a:endParaRPr lang="en-GB" dirty="0"/>
          </a:p>
        </p:txBody>
      </p:sp>
      <p:sp>
        <p:nvSpPr>
          <p:cNvPr id="7" name="Slide Number Placeholder 5">
            <a:extLst>
              <a:ext uri="{FF2B5EF4-FFF2-40B4-BE49-F238E27FC236}">
                <a16:creationId xmlns:a16="http://schemas.microsoft.com/office/drawing/2014/main" id="{9FC59837-0A86-4467-BB38-E2AC882F314B}"/>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smtClean="0"/>
              <a:pPr/>
              <a:t>‹#›</a:t>
            </a:fld>
            <a:endParaRPr lang="en-US" dirty="0"/>
          </a:p>
        </p:txBody>
      </p:sp>
      <p:sp>
        <p:nvSpPr>
          <p:cNvPr id="2" name="Title 1">
            <a:extLst>
              <a:ext uri="{FF2B5EF4-FFF2-40B4-BE49-F238E27FC236}">
                <a16:creationId xmlns:a16="http://schemas.microsoft.com/office/drawing/2014/main" id="{78857779-E765-4EC2-825C-B8E41285A0C7}"/>
              </a:ext>
            </a:extLst>
          </p:cNvPr>
          <p:cNvSpPr>
            <a:spLocks noGrp="1"/>
          </p:cNvSpPr>
          <p:nvPr>
            <p:ph type="title"/>
          </p:nvPr>
        </p:nvSpPr>
        <p:spPr>
          <a:xfrm>
            <a:off x="548640" y="548640"/>
            <a:ext cx="11106150" cy="518160"/>
          </a:xfrm>
        </p:spPr>
        <p:txBody>
          <a:bodyPr/>
          <a:lstStyle/>
          <a:p>
            <a:r>
              <a:rPr lang="en-US" smtClean="0"/>
              <a:t>Click to edit Master title style</a:t>
            </a:r>
            <a:endParaRPr lang="en-US"/>
          </a:p>
        </p:txBody>
      </p:sp>
    </p:spTree>
    <p:extLst>
      <p:ext uri="{BB962C8B-B14F-4D97-AF65-F5344CB8AC3E}">
        <p14:creationId xmlns:p14="http://schemas.microsoft.com/office/powerpoint/2010/main" val="580235105"/>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_Full Imag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17C4BA0D-DEC0-450E-8F4D-B0E6D2D7D0C3}"/>
              </a:ext>
              <a:ext uri="{C183D7F6-B498-43B3-948B-1728B52AA6E4}">
                <adec:decorative xmlns="" xmlns:adec="http://schemas.microsoft.com/office/drawing/2017/decorative" val="1"/>
              </a:ext>
            </a:extLst>
          </p:cNvPr>
          <p:cNvSpPr>
            <a:spLocks noGrp="1"/>
          </p:cNvSpPr>
          <p:nvPr>
            <p:ph type="pic" sz="quarter" idx="17" hasCustomPrompt="1"/>
          </p:nvPr>
        </p:nvSpPr>
        <p:spPr>
          <a:xfrm>
            <a:off x="0" y="0"/>
            <a:ext cx="12191999" cy="6858000"/>
          </a:xfrm>
          <a:prstGeom prst="rect">
            <a:avLst/>
          </a:prstGeom>
        </p:spPr>
        <p:txBody>
          <a:bodyPr anchor="ctr"/>
          <a:lstStyle>
            <a:lvl1pPr marL="0" indent="0" algn="ctr">
              <a:buNone/>
              <a:defRPr>
                <a:solidFill>
                  <a:schemeClr val="bg1">
                    <a:lumMod val="50000"/>
                  </a:schemeClr>
                </a:solidFill>
              </a:defRPr>
            </a:lvl1pPr>
          </a:lstStyle>
          <a:p>
            <a:r>
              <a:rPr lang="en-US" dirty="0"/>
              <a:t>Insert Image</a:t>
            </a:r>
            <a:endParaRPr lang="en-GB" dirty="0"/>
          </a:p>
        </p:txBody>
      </p:sp>
      <p:sp>
        <p:nvSpPr>
          <p:cNvPr id="6" name="Text Placeholder 16">
            <a:extLst>
              <a:ext uri="{FF2B5EF4-FFF2-40B4-BE49-F238E27FC236}">
                <a16:creationId xmlns:a16="http://schemas.microsoft.com/office/drawing/2014/main" id="{16932398-C947-4474-88D6-4117EC391CEF}"/>
              </a:ext>
              <a:ext uri="{C183D7F6-B498-43B3-948B-1728B52AA6E4}">
                <adec:decorative xmlns="" xmlns:adec="http://schemas.microsoft.com/office/drawing/2017/decorative" val="1"/>
              </a:ext>
            </a:extLst>
          </p:cNvPr>
          <p:cNvSpPr>
            <a:spLocks noGrp="1"/>
          </p:cNvSpPr>
          <p:nvPr>
            <p:ph type="body" sz="quarter" idx="20" hasCustomPrompt="1"/>
          </p:nvPr>
        </p:nvSpPr>
        <p:spPr>
          <a:xfrm>
            <a:off x="7261801" y="1189969"/>
            <a:ext cx="4389542" cy="4677431"/>
          </a:xfrm>
          <a:solidFill>
            <a:schemeClr val="bg1">
              <a:alpha val="88000"/>
            </a:schemeClr>
          </a:solidFill>
          <a:ln w="28575">
            <a:solidFill>
              <a:schemeClr val="accent2"/>
            </a:solidFill>
          </a:ln>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7" name="Content Placeholder 6">
            <a:extLst>
              <a:ext uri="{FF2B5EF4-FFF2-40B4-BE49-F238E27FC236}">
                <a16:creationId xmlns:a16="http://schemas.microsoft.com/office/drawing/2014/main" id="{88FDA84E-9F5D-4D50-8133-68FB098D7135}"/>
              </a:ext>
            </a:extLst>
          </p:cNvPr>
          <p:cNvSpPr>
            <a:spLocks noGrp="1"/>
          </p:cNvSpPr>
          <p:nvPr>
            <p:ph sz="quarter" idx="19" hasCustomPrompt="1"/>
          </p:nvPr>
        </p:nvSpPr>
        <p:spPr>
          <a:xfrm>
            <a:off x="7612321" y="1494770"/>
            <a:ext cx="3688080" cy="3915430"/>
          </a:xfrm>
        </p:spPr>
        <p:txBody>
          <a:bodyPr lIns="91440" rIns="91440">
            <a:normAutofit/>
          </a:bodyPr>
          <a:lstStyle>
            <a:lvl1pPr marL="0" indent="0">
              <a:lnSpc>
                <a:spcPct val="100000"/>
              </a:lnSpc>
              <a:spcBef>
                <a:spcPts val="0"/>
              </a:spcBef>
              <a:spcAft>
                <a:spcPts val="0"/>
              </a:spcAft>
              <a:buNone/>
              <a:defRPr sz="3200"/>
            </a:lvl1pPr>
            <a:lvl2pPr>
              <a:defRPr sz="1600"/>
            </a:lvl2pPr>
            <a:lvl3pPr>
              <a:defRPr sz="1400"/>
            </a:lvl3pPr>
            <a:lvl4pPr>
              <a:defRPr sz="1200"/>
            </a:lvl4pPr>
            <a:lvl5pPr>
              <a:defRPr sz="1200"/>
            </a:lvl5pPr>
          </a:lstStyle>
          <a:p>
            <a:pPr lvl="0"/>
            <a:r>
              <a:rPr lang="en-US" dirty="0"/>
              <a:t>Important Content</a:t>
            </a:r>
            <a:endParaRPr lang="en-GB" dirty="0"/>
          </a:p>
        </p:txBody>
      </p:sp>
      <p:sp>
        <p:nvSpPr>
          <p:cNvPr id="10" name="Slide Number Placeholder 5">
            <a:extLst>
              <a:ext uri="{FF2B5EF4-FFF2-40B4-BE49-F238E27FC236}">
                <a16:creationId xmlns:a16="http://schemas.microsoft.com/office/drawing/2014/main" id="{5AE16EF6-8987-4193-B346-1BEA14401CC6}"/>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smtClean="0"/>
              <a:pPr/>
              <a:t>‹#›</a:t>
            </a:fld>
            <a:endParaRPr lang="en-US" dirty="0"/>
          </a:p>
        </p:txBody>
      </p:sp>
      <p:sp>
        <p:nvSpPr>
          <p:cNvPr id="2" name="Title 1">
            <a:extLst>
              <a:ext uri="{FF2B5EF4-FFF2-40B4-BE49-F238E27FC236}">
                <a16:creationId xmlns:a16="http://schemas.microsoft.com/office/drawing/2014/main" id="{5E2D4840-4EB5-4438-9A16-D0006A68A19E}"/>
              </a:ext>
            </a:extLst>
          </p:cNvPr>
          <p:cNvSpPr>
            <a:spLocks noGrp="1"/>
          </p:cNvSpPr>
          <p:nvPr>
            <p:ph type="title"/>
          </p:nvPr>
        </p:nvSpPr>
        <p:spPr>
          <a:xfrm>
            <a:off x="548640" y="548640"/>
            <a:ext cx="11106150" cy="641329"/>
          </a:xfrm>
        </p:spPr>
        <p:txBody>
          <a:bodyPr/>
          <a:lstStyle/>
          <a:p>
            <a:r>
              <a:rPr lang="en-US" smtClean="0"/>
              <a:t>Click to edit Master title style</a:t>
            </a:r>
            <a:endParaRPr lang="en-US"/>
          </a:p>
        </p:txBody>
      </p:sp>
    </p:spTree>
    <p:extLst>
      <p:ext uri="{BB962C8B-B14F-4D97-AF65-F5344CB8AC3E}">
        <p14:creationId xmlns:p14="http://schemas.microsoft.com/office/powerpoint/2010/main" val="2518178813"/>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2_Full Imag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17C4BA0D-DEC0-450E-8F4D-B0E6D2D7D0C3}"/>
              </a:ext>
              <a:ext uri="{C183D7F6-B498-43B3-948B-1728B52AA6E4}">
                <adec:decorative xmlns="" xmlns:adec="http://schemas.microsoft.com/office/drawing/2017/decorative" val="1"/>
              </a:ext>
            </a:extLst>
          </p:cNvPr>
          <p:cNvSpPr>
            <a:spLocks noGrp="1"/>
          </p:cNvSpPr>
          <p:nvPr>
            <p:ph type="pic" sz="quarter" idx="17" hasCustomPrompt="1"/>
          </p:nvPr>
        </p:nvSpPr>
        <p:spPr>
          <a:xfrm>
            <a:off x="0" y="0"/>
            <a:ext cx="12191999" cy="6858000"/>
          </a:xfrm>
          <a:prstGeom prst="rect">
            <a:avLst/>
          </a:prstGeom>
        </p:spPr>
        <p:txBody>
          <a:bodyPr anchor="ctr"/>
          <a:lstStyle>
            <a:lvl1pPr marL="0" indent="0" algn="ctr">
              <a:buNone/>
              <a:defRPr>
                <a:solidFill>
                  <a:schemeClr val="bg1">
                    <a:lumMod val="50000"/>
                  </a:schemeClr>
                </a:solidFill>
              </a:defRPr>
            </a:lvl1pPr>
          </a:lstStyle>
          <a:p>
            <a:r>
              <a:rPr lang="en-US" noProof="0" dirty="0"/>
              <a:t>Insert Image</a:t>
            </a:r>
          </a:p>
        </p:txBody>
      </p:sp>
      <p:sp>
        <p:nvSpPr>
          <p:cNvPr id="6" name="Text Placeholder 16">
            <a:extLst>
              <a:ext uri="{FF2B5EF4-FFF2-40B4-BE49-F238E27FC236}">
                <a16:creationId xmlns:a16="http://schemas.microsoft.com/office/drawing/2014/main" id="{16932398-C947-4474-88D6-4117EC391CEF}"/>
              </a:ext>
              <a:ext uri="{C183D7F6-B498-43B3-948B-1728B52AA6E4}">
                <adec:decorative xmlns="" xmlns:adec="http://schemas.microsoft.com/office/drawing/2017/decorative" val="1"/>
              </a:ext>
            </a:extLst>
          </p:cNvPr>
          <p:cNvSpPr>
            <a:spLocks noGrp="1"/>
          </p:cNvSpPr>
          <p:nvPr>
            <p:ph type="body" sz="quarter" idx="20" hasCustomPrompt="1"/>
          </p:nvPr>
        </p:nvSpPr>
        <p:spPr>
          <a:xfrm>
            <a:off x="552269" y="1189969"/>
            <a:ext cx="4389542" cy="4677431"/>
          </a:xfrm>
          <a:solidFill>
            <a:schemeClr val="accent2">
              <a:alpha val="88000"/>
            </a:schemeClr>
          </a:solidFill>
          <a:ln w="28575">
            <a:solidFill>
              <a:schemeClr val="accent2"/>
            </a:solidFill>
          </a:ln>
          <a:effectLst/>
        </p:spPr>
        <p:txBody>
          <a:bodyPr/>
          <a:lstStyle>
            <a:lvl1pPr marL="0" indent="0">
              <a:buNone/>
              <a:defRPr>
                <a:solidFill>
                  <a:schemeClr val="tx1">
                    <a:alpha val="0"/>
                  </a:schemeClr>
                </a:solidFill>
              </a:defRPr>
            </a:lvl1pPr>
          </a:lstStyle>
          <a:p>
            <a:pPr lvl="0"/>
            <a:r>
              <a:rPr lang="en-US" noProof="0"/>
              <a:t>I</a:t>
            </a:r>
          </a:p>
        </p:txBody>
      </p:sp>
      <p:sp>
        <p:nvSpPr>
          <p:cNvPr id="7" name="Content Placeholder 6">
            <a:extLst>
              <a:ext uri="{FF2B5EF4-FFF2-40B4-BE49-F238E27FC236}">
                <a16:creationId xmlns:a16="http://schemas.microsoft.com/office/drawing/2014/main" id="{88FDA84E-9F5D-4D50-8133-68FB098D7135}"/>
              </a:ext>
            </a:extLst>
          </p:cNvPr>
          <p:cNvSpPr>
            <a:spLocks noGrp="1"/>
          </p:cNvSpPr>
          <p:nvPr>
            <p:ph sz="quarter" idx="19" hasCustomPrompt="1"/>
          </p:nvPr>
        </p:nvSpPr>
        <p:spPr>
          <a:xfrm>
            <a:off x="902789" y="1494770"/>
            <a:ext cx="3688080" cy="3915430"/>
          </a:xfrm>
        </p:spPr>
        <p:txBody>
          <a:bodyPr lIns="91440" rIns="91440">
            <a:normAutofit/>
          </a:bodyPr>
          <a:lstStyle>
            <a:lvl1pPr marL="0" indent="0">
              <a:lnSpc>
                <a:spcPct val="100000"/>
              </a:lnSpc>
              <a:spcBef>
                <a:spcPts val="0"/>
              </a:spcBef>
              <a:spcAft>
                <a:spcPts val="0"/>
              </a:spcAft>
              <a:buNone/>
              <a:defRPr sz="3200">
                <a:solidFill>
                  <a:schemeClr val="bg1"/>
                </a:solidFill>
              </a:defRPr>
            </a:lvl1pPr>
            <a:lvl2pPr>
              <a:defRPr sz="1600"/>
            </a:lvl2pPr>
            <a:lvl3pPr>
              <a:defRPr sz="1400"/>
            </a:lvl3pPr>
            <a:lvl4pPr>
              <a:defRPr sz="1200"/>
            </a:lvl4pPr>
            <a:lvl5pPr>
              <a:defRPr sz="1200"/>
            </a:lvl5pPr>
          </a:lstStyle>
          <a:p>
            <a:pPr lvl="0"/>
            <a:r>
              <a:rPr lang="en-US" noProof="0"/>
              <a:t>Important Content</a:t>
            </a:r>
          </a:p>
        </p:txBody>
      </p:sp>
      <p:sp>
        <p:nvSpPr>
          <p:cNvPr id="10" name="Slide Number Placeholder 5">
            <a:extLst>
              <a:ext uri="{FF2B5EF4-FFF2-40B4-BE49-F238E27FC236}">
                <a16:creationId xmlns:a16="http://schemas.microsoft.com/office/drawing/2014/main" id="{1AC89BA5-7D71-4838-92DC-A9DD44EC0557}"/>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2" name="Title 1">
            <a:extLst>
              <a:ext uri="{FF2B5EF4-FFF2-40B4-BE49-F238E27FC236}">
                <a16:creationId xmlns:a16="http://schemas.microsoft.com/office/drawing/2014/main" id="{75614DBA-0879-4C83-B4B4-EECB085A204E}"/>
              </a:ext>
            </a:extLst>
          </p:cNvPr>
          <p:cNvSpPr>
            <a:spLocks noGrp="1"/>
          </p:cNvSpPr>
          <p:nvPr>
            <p:ph type="title"/>
          </p:nvPr>
        </p:nvSpPr>
        <p:spPr>
          <a:xfrm>
            <a:off x="548640" y="548640"/>
            <a:ext cx="11106150" cy="441960"/>
          </a:xfrm>
        </p:spPr>
        <p:txBody>
          <a:bodyPr/>
          <a:lstStyle/>
          <a:p>
            <a:r>
              <a:rPr lang="en-US" smtClean="0"/>
              <a:t>Click to edit Master title style</a:t>
            </a:r>
            <a:endParaRPr lang="en-US"/>
          </a:p>
        </p:txBody>
      </p:sp>
    </p:spTree>
    <p:extLst>
      <p:ext uri="{BB962C8B-B14F-4D97-AF65-F5344CB8AC3E}">
        <p14:creationId xmlns:p14="http://schemas.microsoft.com/office/powerpoint/2010/main" val="378902030"/>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Title Subtitle Content and half Image_Top shape ba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0" y="4021648"/>
            <a:ext cx="5090157" cy="1884265"/>
          </a:xfrm>
        </p:spPr>
        <p:txBody>
          <a:bodyPr lIns="91440" rIns="91440"/>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548640" y="3429000"/>
            <a:ext cx="5090157" cy="424732"/>
          </a:xfrm>
          <a:noFill/>
        </p:spPr>
        <p:txBody>
          <a:bodyPr wrap="square" lIns="91440" rIns="91440">
            <a:spAutoFit/>
          </a:bodyPr>
          <a:lstStyle>
            <a:lvl1pPr marL="0" indent="0">
              <a:buNone/>
              <a:defRPr sz="2400" b="1">
                <a:solidFill>
                  <a:schemeClr val="tx2"/>
                </a:solidFill>
              </a:defRPr>
            </a:lvl1pPr>
          </a:lstStyle>
          <a:p>
            <a:pPr lvl="0"/>
            <a:r>
              <a:rPr lang="en-US" noProof="0"/>
              <a:t>ADD ADDITIONAL TEXT </a:t>
            </a:r>
          </a:p>
        </p:txBody>
      </p:sp>
      <p:sp>
        <p:nvSpPr>
          <p:cNvPr id="12" name="Content Placeholder 6">
            <a:extLst>
              <a:ext uri="{FF2B5EF4-FFF2-40B4-BE49-F238E27FC236}">
                <a16:creationId xmlns:a16="http://schemas.microsoft.com/office/drawing/2014/main" id="{2E79C3B8-3CB6-4D76-8182-4489C35C869A}"/>
              </a:ext>
            </a:extLst>
          </p:cNvPr>
          <p:cNvSpPr>
            <a:spLocks noGrp="1"/>
          </p:cNvSpPr>
          <p:nvPr>
            <p:ph sz="quarter" idx="19"/>
          </p:nvPr>
        </p:nvSpPr>
        <p:spPr>
          <a:xfrm>
            <a:off x="6527803" y="4021648"/>
            <a:ext cx="5090157" cy="1884265"/>
          </a:xfrm>
        </p:spPr>
        <p:txBody>
          <a:bodyPr lIns="91440" rIns="91440"/>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13" name="Text Placeholder 7">
            <a:extLst>
              <a:ext uri="{FF2B5EF4-FFF2-40B4-BE49-F238E27FC236}">
                <a16:creationId xmlns:a16="http://schemas.microsoft.com/office/drawing/2014/main" id="{0CBC5711-960A-4093-BF8D-E1FB5C4179A9}"/>
              </a:ext>
            </a:extLst>
          </p:cNvPr>
          <p:cNvSpPr>
            <a:spLocks noGrp="1"/>
          </p:cNvSpPr>
          <p:nvPr>
            <p:ph type="body" sz="quarter" idx="20" hasCustomPrompt="1"/>
          </p:nvPr>
        </p:nvSpPr>
        <p:spPr>
          <a:xfrm>
            <a:off x="6527803" y="3429000"/>
            <a:ext cx="5090157" cy="424732"/>
          </a:xfrm>
          <a:noFill/>
        </p:spPr>
        <p:txBody>
          <a:bodyPr wrap="square" lIns="91440" rIns="91440">
            <a:spAutoFit/>
          </a:bodyPr>
          <a:lstStyle>
            <a:lvl1pPr marL="0" indent="0">
              <a:buNone/>
              <a:defRPr sz="2400" b="1">
                <a:solidFill>
                  <a:schemeClr val="accent2"/>
                </a:solidFill>
              </a:defRPr>
            </a:lvl1pPr>
          </a:lstStyle>
          <a:p>
            <a:pPr lvl="0"/>
            <a:r>
              <a:rPr lang="en-US" noProof="0"/>
              <a:t>ADD ADDITIONAL TEXT </a:t>
            </a:r>
          </a:p>
        </p:txBody>
      </p:sp>
      <p:sp>
        <p:nvSpPr>
          <p:cNvPr id="14" name="Picture Placeholder 7">
            <a:extLst>
              <a:ext uri="{FF2B5EF4-FFF2-40B4-BE49-F238E27FC236}">
                <a16:creationId xmlns:a16="http://schemas.microsoft.com/office/drawing/2014/main" id="{37CF37DF-A8A3-42D8-BAFE-0F56DCEC7657}"/>
              </a:ext>
              <a:ext uri="{C183D7F6-B498-43B3-948B-1728B52AA6E4}">
                <adec:decorative xmlns="" xmlns:adec="http://schemas.microsoft.com/office/drawing/2017/decorative" val="1"/>
              </a:ext>
            </a:extLst>
          </p:cNvPr>
          <p:cNvSpPr>
            <a:spLocks noGrp="1"/>
          </p:cNvSpPr>
          <p:nvPr>
            <p:ph type="pic" sz="quarter" idx="21" hasCustomPrompt="1"/>
          </p:nvPr>
        </p:nvSpPr>
        <p:spPr>
          <a:xfrm>
            <a:off x="548944" y="2423061"/>
            <a:ext cx="711197" cy="723544"/>
          </a:xfrm>
        </p:spPr>
        <p:txBody>
          <a:bodyPr anchor="ctr"/>
          <a:lstStyle>
            <a:lvl1pPr marL="0" indent="0" algn="ctr">
              <a:buNone/>
              <a:defRPr/>
            </a:lvl1pPr>
          </a:lstStyle>
          <a:p>
            <a:r>
              <a:rPr lang="en-US" noProof="0" dirty="0"/>
              <a:t>Icon</a:t>
            </a:r>
          </a:p>
        </p:txBody>
      </p:sp>
      <p:sp>
        <p:nvSpPr>
          <p:cNvPr id="15" name="Picture Placeholder 7">
            <a:extLst>
              <a:ext uri="{FF2B5EF4-FFF2-40B4-BE49-F238E27FC236}">
                <a16:creationId xmlns:a16="http://schemas.microsoft.com/office/drawing/2014/main" id="{6C4C965C-0B8E-48F5-AAAC-C3237DCB2911}"/>
              </a:ext>
              <a:ext uri="{C183D7F6-B498-43B3-948B-1728B52AA6E4}">
                <adec:decorative xmlns="" xmlns:adec="http://schemas.microsoft.com/office/drawing/2017/decorative" val="1"/>
              </a:ext>
            </a:extLst>
          </p:cNvPr>
          <p:cNvSpPr>
            <a:spLocks noGrp="1"/>
          </p:cNvSpPr>
          <p:nvPr>
            <p:ph type="pic" sz="quarter" idx="22" hasCustomPrompt="1"/>
          </p:nvPr>
        </p:nvSpPr>
        <p:spPr>
          <a:xfrm>
            <a:off x="6527803" y="2423061"/>
            <a:ext cx="711197" cy="723544"/>
          </a:xfrm>
        </p:spPr>
        <p:txBody>
          <a:bodyPr anchor="ctr"/>
          <a:lstStyle>
            <a:lvl1pPr marL="0" indent="0" algn="ctr">
              <a:buNone/>
              <a:defRPr/>
            </a:lvl1pPr>
          </a:lstStyle>
          <a:p>
            <a:r>
              <a:rPr lang="en-US" noProof="0" dirty="0"/>
              <a:t>Icon</a:t>
            </a:r>
          </a:p>
        </p:txBody>
      </p:sp>
      <p:sp>
        <p:nvSpPr>
          <p:cNvPr id="17" name="Slide Number Placeholder 5">
            <a:extLst>
              <a:ext uri="{FF2B5EF4-FFF2-40B4-BE49-F238E27FC236}">
                <a16:creationId xmlns:a16="http://schemas.microsoft.com/office/drawing/2014/main" id="{C94646A1-59D8-49D7-B0E1-B7771AB22D4B}"/>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3582519574"/>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2_Title Subtitle Content and half Image_Top shape ba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0" y="4021648"/>
            <a:ext cx="3474720" cy="1884265"/>
          </a:xfrm>
        </p:spPr>
        <p:txBody>
          <a:bodyPr lIns="91440" rIns="91440"/>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548640" y="3429000"/>
            <a:ext cx="3474720" cy="424732"/>
          </a:xfrm>
          <a:noFill/>
        </p:spPr>
        <p:txBody>
          <a:bodyPr wrap="square" lIns="91440" rIns="91440">
            <a:noAutofit/>
          </a:bodyPr>
          <a:lstStyle>
            <a:lvl1pPr marL="0" indent="0">
              <a:buNone/>
              <a:defRPr sz="2400" b="1">
                <a:solidFill>
                  <a:schemeClr val="tx2"/>
                </a:solidFill>
              </a:defRPr>
            </a:lvl1pPr>
          </a:lstStyle>
          <a:p>
            <a:pPr lvl="0"/>
            <a:r>
              <a:rPr lang="en-US" noProof="0"/>
              <a:t>ADD ADDITIONAL TEXT </a:t>
            </a:r>
          </a:p>
        </p:txBody>
      </p:sp>
      <p:sp>
        <p:nvSpPr>
          <p:cNvPr id="12" name="Content Placeholder 6">
            <a:extLst>
              <a:ext uri="{FF2B5EF4-FFF2-40B4-BE49-F238E27FC236}">
                <a16:creationId xmlns:a16="http://schemas.microsoft.com/office/drawing/2014/main" id="{2E79C3B8-3CB6-4D76-8182-4489C35C869A}"/>
              </a:ext>
            </a:extLst>
          </p:cNvPr>
          <p:cNvSpPr>
            <a:spLocks noGrp="1"/>
          </p:cNvSpPr>
          <p:nvPr>
            <p:ph sz="quarter" idx="19"/>
          </p:nvPr>
        </p:nvSpPr>
        <p:spPr>
          <a:xfrm>
            <a:off x="4358640" y="4021648"/>
            <a:ext cx="3474720" cy="1884265"/>
          </a:xfrm>
        </p:spPr>
        <p:txBody>
          <a:bodyPr lIns="91440" rIns="91440"/>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13" name="Text Placeholder 7">
            <a:extLst>
              <a:ext uri="{FF2B5EF4-FFF2-40B4-BE49-F238E27FC236}">
                <a16:creationId xmlns:a16="http://schemas.microsoft.com/office/drawing/2014/main" id="{0CBC5711-960A-4093-BF8D-E1FB5C4179A9}"/>
              </a:ext>
            </a:extLst>
          </p:cNvPr>
          <p:cNvSpPr>
            <a:spLocks noGrp="1"/>
          </p:cNvSpPr>
          <p:nvPr>
            <p:ph type="body" sz="quarter" idx="20" hasCustomPrompt="1"/>
          </p:nvPr>
        </p:nvSpPr>
        <p:spPr>
          <a:xfrm>
            <a:off x="4358640" y="3429000"/>
            <a:ext cx="3474720" cy="424732"/>
          </a:xfrm>
          <a:noFill/>
        </p:spPr>
        <p:txBody>
          <a:bodyPr wrap="square" lIns="91440" rIns="91440">
            <a:noAutofit/>
          </a:bodyPr>
          <a:lstStyle>
            <a:lvl1pPr marL="0" indent="0">
              <a:buNone/>
              <a:defRPr sz="2400" b="1">
                <a:solidFill>
                  <a:schemeClr val="accent5"/>
                </a:solidFill>
              </a:defRPr>
            </a:lvl1pPr>
          </a:lstStyle>
          <a:p>
            <a:pPr lvl="0"/>
            <a:r>
              <a:rPr lang="en-US" noProof="0"/>
              <a:t>ADD ADDITIONAL TEXT </a:t>
            </a:r>
          </a:p>
        </p:txBody>
      </p:sp>
      <p:sp>
        <p:nvSpPr>
          <p:cNvPr id="14" name="Picture Placeholder 7">
            <a:extLst>
              <a:ext uri="{FF2B5EF4-FFF2-40B4-BE49-F238E27FC236}">
                <a16:creationId xmlns:a16="http://schemas.microsoft.com/office/drawing/2014/main" id="{37CF37DF-A8A3-42D8-BAFE-0F56DCEC7657}"/>
              </a:ext>
              <a:ext uri="{C183D7F6-B498-43B3-948B-1728B52AA6E4}">
                <adec:decorative xmlns="" xmlns:adec="http://schemas.microsoft.com/office/drawing/2017/decorative" val="1"/>
              </a:ext>
            </a:extLst>
          </p:cNvPr>
          <p:cNvSpPr>
            <a:spLocks noGrp="1"/>
          </p:cNvSpPr>
          <p:nvPr>
            <p:ph type="pic" sz="quarter" idx="21" hasCustomPrompt="1"/>
          </p:nvPr>
        </p:nvSpPr>
        <p:spPr>
          <a:xfrm>
            <a:off x="548944" y="2423061"/>
            <a:ext cx="711197" cy="723544"/>
          </a:xfrm>
        </p:spPr>
        <p:txBody>
          <a:bodyPr anchor="ctr"/>
          <a:lstStyle>
            <a:lvl1pPr marL="0" indent="0" algn="ctr">
              <a:buNone/>
              <a:defRPr/>
            </a:lvl1pPr>
          </a:lstStyle>
          <a:p>
            <a:r>
              <a:rPr lang="en-US" noProof="0" dirty="0"/>
              <a:t>Icon</a:t>
            </a:r>
          </a:p>
        </p:txBody>
      </p:sp>
      <p:sp>
        <p:nvSpPr>
          <p:cNvPr id="15" name="Picture Placeholder 7">
            <a:extLst>
              <a:ext uri="{FF2B5EF4-FFF2-40B4-BE49-F238E27FC236}">
                <a16:creationId xmlns:a16="http://schemas.microsoft.com/office/drawing/2014/main" id="{6C4C965C-0B8E-48F5-AAAC-C3237DCB2911}"/>
              </a:ext>
              <a:ext uri="{C183D7F6-B498-43B3-948B-1728B52AA6E4}">
                <adec:decorative xmlns="" xmlns:adec="http://schemas.microsoft.com/office/drawing/2017/decorative" val="1"/>
              </a:ext>
            </a:extLst>
          </p:cNvPr>
          <p:cNvSpPr>
            <a:spLocks noGrp="1"/>
          </p:cNvSpPr>
          <p:nvPr>
            <p:ph type="pic" sz="quarter" idx="22" hasCustomPrompt="1"/>
          </p:nvPr>
        </p:nvSpPr>
        <p:spPr>
          <a:xfrm>
            <a:off x="4358640" y="2423061"/>
            <a:ext cx="711197" cy="723544"/>
          </a:xfrm>
        </p:spPr>
        <p:txBody>
          <a:bodyPr anchor="ctr"/>
          <a:lstStyle>
            <a:lvl1pPr marL="0" indent="0" algn="ctr">
              <a:buNone/>
              <a:defRPr/>
            </a:lvl1pPr>
          </a:lstStyle>
          <a:p>
            <a:r>
              <a:rPr lang="en-US" noProof="0" dirty="0"/>
              <a:t>Icon</a:t>
            </a:r>
          </a:p>
        </p:txBody>
      </p:sp>
      <p:sp>
        <p:nvSpPr>
          <p:cNvPr id="16" name="Content Placeholder 6">
            <a:extLst>
              <a:ext uri="{FF2B5EF4-FFF2-40B4-BE49-F238E27FC236}">
                <a16:creationId xmlns:a16="http://schemas.microsoft.com/office/drawing/2014/main" id="{F4C1E55C-86D8-4053-9865-59D5B4F8A350}"/>
              </a:ext>
            </a:extLst>
          </p:cNvPr>
          <p:cNvSpPr>
            <a:spLocks noGrp="1"/>
          </p:cNvSpPr>
          <p:nvPr>
            <p:ph sz="quarter" idx="23"/>
          </p:nvPr>
        </p:nvSpPr>
        <p:spPr>
          <a:xfrm>
            <a:off x="8168640" y="4021648"/>
            <a:ext cx="3474720" cy="1884265"/>
          </a:xfrm>
        </p:spPr>
        <p:txBody>
          <a:bodyPr lIns="91440" rIns="91440"/>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17" name="Text Placeholder 7">
            <a:extLst>
              <a:ext uri="{FF2B5EF4-FFF2-40B4-BE49-F238E27FC236}">
                <a16:creationId xmlns:a16="http://schemas.microsoft.com/office/drawing/2014/main" id="{3B68B60C-9D86-4961-A5CE-AB650CA3364D}"/>
              </a:ext>
            </a:extLst>
          </p:cNvPr>
          <p:cNvSpPr>
            <a:spLocks noGrp="1"/>
          </p:cNvSpPr>
          <p:nvPr>
            <p:ph type="body" sz="quarter" idx="24" hasCustomPrompt="1"/>
          </p:nvPr>
        </p:nvSpPr>
        <p:spPr>
          <a:xfrm>
            <a:off x="8168640" y="3429000"/>
            <a:ext cx="3474720" cy="424732"/>
          </a:xfrm>
          <a:noFill/>
        </p:spPr>
        <p:txBody>
          <a:bodyPr wrap="square" lIns="91440" rIns="91440">
            <a:noAutofit/>
          </a:bodyPr>
          <a:lstStyle>
            <a:lvl1pPr marL="0" indent="0">
              <a:buNone/>
              <a:defRPr sz="2400" b="1">
                <a:solidFill>
                  <a:schemeClr val="accent2"/>
                </a:solidFill>
              </a:defRPr>
            </a:lvl1pPr>
          </a:lstStyle>
          <a:p>
            <a:pPr lvl="0"/>
            <a:r>
              <a:rPr lang="en-US" noProof="0"/>
              <a:t>ADD ADDITIONAL TEXT </a:t>
            </a:r>
          </a:p>
        </p:txBody>
      </p:sp>
      <p:sp>
        <p:nvSpPr>
          <p:cNvPr id="19" name="Picture Placeholder 7">
            <a:extLst>
              <a:ext uri="{FF2B5EF4-FFF2-40B4-BE49-F238E27FC236}">
                <a16:creationId xmlns:a16="http://schemas.microsoft.com/office/drawing/2014/main" id="{AFE200E7-D3F0-41C3-92B0-E09677035AD0}"/>
              </a:ext>
              <a:ext uri="{C183D7F6-B498-43B3-948B-1728B52AA6E4}">
                <adec:decorative xmlns="" xmlns:adec="http://schemas.microsoft.com/office/drawing/2017/decorative" val="1"/>
              </a:ext>
            </a:extLst>
          </p:cNvPr>
          <p:cNvSpPr>
            <a:spLocks noGrp="1"/>
          </p:cNvSpPr>
          <p:nvPr>
            <p:ph type="pic" sz="quarter" idx="25" hasCustomPrompt="1"/>
          </p:nvPr>
        </p:nvSpPr>
        <p:spPr>
          <a:xfrm>
            <a:off x="8168336" y="2423061"/>
            <a:ext cx="711197" cy="723544"/>
          </a:xfrm>
        </p:spPr>
        <p:txBody>
          <a:bodyPr anchor="ctr"/>
          <a:lstStyle>
            <a:lvl1pPr marL="0" indent="0" algn="ctr">
              <a:buNone/>
              <a:defRPr/>
            </a:lvl1pPr>
          </a:lstStyle>
          <a:p>
            <a:r>
              <a:rPr lang="en-US" noProof="0" dirty="0"/>
              <a:t>Icon</a:t>
            </a:r>
          </a:p>
        </p:txBody>
      </p:sp>
      <p:sp>
        <p:nvSpPr>
          <p:cNvPr id="21" name="Slide Number Placeholder 5">
            <a:extLst>
              <a:ext uri="{FF2B5EF4-FFF2-40B4-BE49-F238E27FC236}">
                <a16:creationId xmlns:a16="http://schemas.microsoft.com/office/drawing/2014/main" id="{520633DF-6AFD-4B07-9AFD-09317A9CC680}"/>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2676331027"/>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itle Icon Content 2 rows">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hasCustomPrompt="1"/>
          </p:nvPr>
        </p:nvSpPr>
        <p:spPr>
          <a:xfrm>
            <a:off x="5562600" y="2438400"/>
            <a:ext cx="5901458" cy="975260"/>
          </a:xfrm>
        </p:spPr>
        <p:txBody>
          <a:bodyPr lIns="91440" rIns="91440" anchor="ctr">
            <a:noAutofit/>
          </a:bodyPr>
          <a:lstStyle>
            <a:lvl1pPr>
              <a:defRPr/>
            </a:lvl1pPr>
          </a:lstStyle>
          <a:p>
            <a:pPr lvl="0"/>
            <a:r>
              <a:rPr lang="en-US" noProof="0"/>
              <a:t>Description text </a:t>
            </a:r>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1524000" y="2713664"/>
            <a:ext cx="3474720" cy="424732"/>
          </a:xfrm>
          <a:noFill/>
        </p:spPr>
        <p:txBody>
          <a:bodyPr wrap="square" lIns="91440" rIns="91440">
            <a:noAutofit/>
          </a:bodyPr>
          <a:lstStyle>
            <a:lvl1pPr marL="0" indent="0">
              <a:buNone/>
              <a:defRPr sz="2400" b="1">
                <a:solidFill>
                  <a:schemeClr val="tx2"/>
                </a:solidFill>
              </a:defRPr>
            </a:lvl1pPr>
          </a:lstStyle>
          <a:p>
            <a:pPr lvl="0"/>
            <a:r>
              <a:rPr lang="en-US" noProof="0"/>
              <a:t>ADD ADDITIONAL TEXT </a:t>
            </a:r>
          </a:p>
        </p:txBody>
      </p:sp>
      <p:sp>
        <p:nvSpPr>
          <p:cNvPr id="14" name="Picture Placeholder 7">
            <a:extLst>
              <a:ext uri="{FF2B5EF4-FFF2-40B4-BE49-F238E27FC236}">
                <a16:creationId xmlns:a16="http://schemas.microsoft.com/office/drawing/2014/main" id="{37CF37DF-A8A3-42D8-BAFE-0F56DCEC7657}"/>
              </a:ext>
              <a:ext uri="{C183D7F6-B498-43B3-948B-1728B52AA6E4}">
                <adec:decorative xmlns="" xmlns:adec="http://schemas.microsoft.com/office/drawing/2017/decorative" val="1"/>
              </a:ext>
            </a:extLst>
          </p:cNvPr>
          <p:cNvSpPr>
            <a:spLocks noGrp="1"/>
          </p:cNvSpPr>
          <p:nvPr>
            <p:ph type="pic" sz="quarter" idx="21" hasCustomPrompt="1"/>
          </p:nvPr>
        </p:nvSpPr>
        <p:spPr>
          <a:xfrm>
            <a:off x="548944" y="2564258"/>
            <a:ext cx="711197" cy="723544"/>
          </a:xfrm>
        </p:spPr>
        <p:txBody>
          <a:bodyPr anchor="ctr"/>
          <a:lstStyle>
            <a:lvl1pPr marL="0" indent="0" algn="ctr">
              <a:buNone/>
              <a:defRPr/>
            </a:lvl1pPr>
          </a:lstStyle>
          <a:p>
            <a:r>
              <a:rPr lang="en-US" noProof="0" dirty="0"/>
              <a:t>Icon</a:t>
            </a:r>
          </a:p>
        </p:txBody>
      </p:sp>
      <p:sp>
        <p:nvSpPr>
          <p:cNvPr id="20" name="Content Placeholder 6">
            <a:extLst>
              <a:ext uri="{FF2B5EF4-FFF2-40B4-BE49-F238E27FC236}">
                <a16:creationId xmlns:a16="http://schemas.microsoft.com/office/drawing/2014/main" id="{36B305EA-E44E-48DA-922F-20D8D3496709}"/>
              </a:ext>
            </a:extLst>
          </p:cNvPr>
          <p:cNvSpPr>
            <a:spLocks noGrp="1"/>
          </p:cNvSpPr>
          <p:nvPr>
            <p:ph sz="quarter" idx="22" hasCustomPrompt="1"/>
          </p:nvPr>
        </p:nvSpPr>
        <p:spPr>
          <a:xfrm>
            <a:off x="5562600" y="4391622"/>
            <a:ext cx="5901458" cy="975260"/>
          </a:xfrm>
        </p:spPr>
        <p:txBody>
          <a:bodyPr lIns="91440" rIns="91440" anchor="ctr">
            <a:noAutofit/>
          </a:bodyPr>
          <a:lstStyle>
            <a:lvl1pPr>
              <a:defRPr/>
            </a:lvl1pPr>
          </a:lstStyle>
          <a:p>
            <a:pPr lvl="0"/>
            <a:r>
              <a:rPr lang="en-US" noProof="0"/>
              <a:t>Description text </a:t>
            </a:r>
          </a:p>
        </p:txBody>
      </p:sp>
      <p:sp>
        <p:nvSpPr>
          <p:cNvPr id="21" name="Text Placeholder 7">
            <a:extLst>
              <a:ext uri="{FF2B5EF4-FFF2-40B4-BE49-F238E27FC236}">
                <a16:creationId xmlns:a16="http://schemas.microsoft.com/office/drawing/2014/main" id="{038D7323-C655-4E9F-A5C0-AE44AF907081}"/>
              </a:ext>
            </a:extLst>
          </p:cNvPr>
          <p:cNvSpPr>
            <a:spLocks noGrp="1"/>
          </p:cNvSpPr>
          <p:nvPr>
            <p:ph type="body" sz="quarter" idx="23" hasCustomPrompt="1"/>
          </p:nvPr>
        </p:nvSpPr>
        <p:spPr>
          <a:xfrm>
            <a:off x="1524000" y="4666886"/>
            <a:ext cx="3474720" cy="424732"/>
          </a:xfrm>
          <a:noFill/>
        </p:spPr>
        <p:txBody>
          <a:bodyPr wrap="square" lIns="91440" rIns="91440">
            <a:noAutofit/>
          </a:bodyPr>
          <a:lstStyle>
            <a:lvl1pPr marL="0" indent="0">
              <a:buNone/>
              <a:defRPr sz="2400" b="1">
                <a:solidFill>
                  <a:schemeClr val="accent5"/>
                </a:solidFill>
              </a:defRPr>
            </a:lvl1pPr>
          </a:lstStyle>
          <a:p>
            <a:pPr lvl="0"/>
            <a:r>
              <a:rPr lang="en-US" noProof="0"/>
              <a:t>ADD ADDITIONAL TEXT </a:t>
            </a:r>
          </a:p>
        </p:txBody>
      </p:sp>
      <p:sp>
        <p:nvSpPr>
          <p:cNvPr id="22" name="Picture Placeholder 7">
            <a:extLst>
              <a:ext uri="{FF2B5EF4-FFF2-40B4-BE49-F238E27FC236}">
                <a16:creationId xmlns:a16="http://schemas.microsoft.com/office/drawing/2014/main" id="{F79C998E-1F82-4AC1-AD39-82F45A05CED8}"/>
              </a:ext>
              <a:ext uri="{C183D7F6-B498-43B3-948B-1728B52AA6E4}">
                <adec:decorative xmlns="" xmlns:adec="http://schemas.microsoft.com/office/drawing/2017/decorative" val="1"/>
              </a:ext>
            </a:extLst>
          </p:cNvPr>
          <p:cNvSpPr>
            <a:spLocks noGrp="1"/>
          </p:cNvSpPr>
          <p:nvPr>
            <p:ph type="pic" sz="quarter" idx="24" hasCustomPrompt="1"/>
          </p:nvPr>
        </p:nvSpPr>
        <p:spPr>
          <a:xfrm>
            <a:off x="548944" y="4517480"/>
            <a:ext cx="711197" cy="723544"/>
          </a:xfrm>
        </p:spPr>
        <p:txBody>
          <a:bodyPr anchor="ctr"/>
          <a:lstStyle>
            <a:lvl1pPr marL="0" indent="0" algn="ctr">
              <a:buNone/>
              <a:defRPr/>
            </a:lvl1pPr>
          </a:lstStyle>
          <a:p>
            <a:r>
              <a:rPr lang="en-US" noProof="0" dirty="0"/>
              <a:t>Icon</a:t>
            </a:r>
          </a:p>
        </p:txBody>
      </p:sp>
      <p:sp>
        <p:nvSpPr>
          <p:cNvPr id="16" name="Slide Number Placeholder 5">
            <a:extLst>
              <a:ext uri="{FF2B5EF4-FFF2-40B4-BE49-F238E27FC236}">
                <a16:creationId xmlns:a16="http://schemas.microsoft.com/office/drawing/2014/main" id="{E0693782-2388-4647-A185-37537397019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3165439100"/>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itle Icon Content 3 rows">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hasCustomPrompt="1"/>
          </p:nvPr>
        </p:nvSpPr>
        <p:spPr>
          <a:xfrm>
            <a:off x="5562600" y="2423061"/>
            <a:ext cx="5901458" cy="1005939"/>
          </a:xfrm>
        </p:spPr>
        <p:txBody>
          <a:bodyPr lIns="91440" rIns="91440"/>
          <a:lstStyle>
            <a:lvl1pPr>
              <a:defRPr/>
            </a:lvl1pPr>
          </a:lstStyle>
          <a:p>
            <a:pPr lvl="0"/>
            <a:r>
              <a:rPr lang="en-US" noProof="0"/>
              <a:t>Description text </a:t>
            </a:r>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1524000" y="2713664"/>
            <a:ext cx="3810000" cy="424732"/>
          </a:xfrm>
          <a:noFill/>
        </p:spPr>
        <p:txBody>
          <a:bodyPr wrap="square" lIns="91440" rIns="91440" anchor="ctr">
            <a:spAutoFit/>
          </a:bodyPr>
          <a:lstStyle>
            <a:lvl1pPr marL="0" indent="0">
              <a:buNone/>
              <a:defRPr sz="2400" b="1">
                <a:solidFill>
                  <a:schemeClr val="tx2"/>
                </a:solidFill>
              </a:defRPr>
            </a:lvl1pPr>
          </a:lstStyle>
          <a:p>
            <a:pPr lvl="0"/>
            <a:r>
              <a:rPr lang="en-US" noProof="0"/>
              <a:t>ADD ADDITIONAL TEXT </a:t>
            </a:r>
          </a:p>
        </p:txBody>
      </p:sp>
      <p:sp>
        <p:nvSpPr>
          <p:cNvPr id="14" name="Picture Placeholder 7">
            <a:extLst>
              <a:ext uri="{FF2B5EF4-FFF2-40B4-BE49-F238E27FC236}">
                <a16:creationId xmlns:a16="http://schemas.microsoft.com/office/drawing/2014/main" id="{37CF37DF-A8A3-42D8-BAFE-0F56DCEC7657}"/>
              </a:ext>
              <a:ext uri="{C183D7F6-B498-43B3-948B-1728B52AA6E4}">
                <adec:decorative xmlns="" xmlns:adec="http://schemas.microsoft.com/office/drawing/2017/decorative" val="1"/>
              </a:ext>
            </a:extLst>
          </p:cNvPr>
          <p:cNvSpPr>
            <a:spLocks noGrp="1"/>
          </p:cNvSpPr>
          <p:nvPr>
            <p:ph type="pic" sz="quarter" idx="21" hasCustomPrompt="1"/>
          </p:nvPr>
        </p:nvSpPr>
        <p:spPr>
          <a:xfrm>
            <a:off x="548944" y="2564258"/>
            <a:ext cx="711197" cy="723544"/>
          </a:xfrm>
        </p:spPr>
        <p:txBody>
          <a:bodyPr anchor="ctr"/>
          <a:lstStyle>
            <a:lvl1pPr marL="0" indent="0" algn="ctr">
              <a:buNone/>
              <a:defRPr/>
            </a:lvl1pPr>
          </a:lstStyle>
          <a:p>
            <a:r>
              <a:rPr lang="en-US" noProof="0" dirty="0"/>
              <a:t>Icon</a:t>
            </a:r>
          </a:p>
        </p:txBody>
      </p:sp>
      <p:sp>
        <p:nvSpPr>
          <p:cNvPr id="20" name="Content Placeholder 6">
            <a:extLst>
              <a:ext uri="{FF2B5EF4-FFF2-40B4-BE49-F238E27FC236}">
                <a16:creationId xmlns:a16="http://schemas.microsoft.com/office/drawing/2014/main" id="{36B305EA-E44E-48DA-922F-20D8D3496709}"/>
              </a:ext>
            </a:extLst>
          </p:cNvPr>
          <p:cNvSpPr>
            <a:spLocks noGrp="1"/>
          </p:cNvSpPr>
          <p:nvPr>
            <p:ph sz="quarter" idx="22" hasCustomPrompt="1"/>
          </p:nvPr>
        </p:nvSpPr>
        <p:spPr>
          <a:xfrm>
            <a:off x="5562600" y="3556396"/>
            <a:ext cx="5901458" cy="1005939"/>
          </a:xfrm>
        </p:spPr>
        <p:txBody>
          <a:bodyPr lIns="91440" rIns="91440"/>
          <a:lstStyle>
            <a:lvl1pPr>
              <a:defRPr/>
            </a:lvl1pPr>
          </a:lstStyle>
          <a:p>
            <a:pPr lvl="0"/>
            <a:r>
              <a:rPr lang="en-US" noProof="0"/>
              <a:t>Description text </a:t>
            </a:r>
          </a:p>
        </p:txBody>
      </p:sp>
      <p:sp>
        <p:nvSpPr>
          <p:cNvPr id="21" name="Text Placeholder 7">
            <a:extLst>
              <a:ext uri="{FF2B5EF4-FFF2-40B4-BE49-F238E27FC236}">
                <a16:creationId xmlns:a16="http://schemas.microsoft.com/office/drawing/2014/main" id="{038D7323-C655-4E9F-A5C0-AE44AF907081}"/>
              </a:ext>
            </a:extLst>
          </p:cNvPr>
          <p:cNvSpPr>
            <a:spLocks noGrp="1"/>
          </p:cNvSpPr>
          <p:nvPr>
            <p:ph type="body" sz="quarter" idx="23" hasCustomPrompt="1"/>
          </p:nvPr>
        </p:nvSpPr>
        <p:spPr>
          <a:xfrm>
            <a:off x="1524000" y="3846999"/>
            <a:ext cx="3810000" cy="424732"/>
          </a:xfrm>
          <a:noFill/>
        </p:spPr>
        <p:txBody>
          <a:bodyPr wrap="square" lIns="91440" rIns="91440" anchor="ctr">
            <a:spAutoFit/>
          </a:bodyPr>
          <a:lstStyle>
            <a:lvl1pPr marL="0" indent="0">
              <a:buNone/>
              <a:defRPr sz="2400" b="1">
                <a:solidFill>
                  <a:schemeClr val="accent5"/>
                </a:solidFill>
              </a:defRPr>
            </a:lvl1pPr>
          </a:lstStyle>
          <a:p>
            <a:pPr lvl="0"/>
            <a:r>
              <a:rPr lang="en-US" noProof="0"/>
              <a:t>ADD ADDITIONAL TEXT </a:t>
            </a:r>
          </a:p>
        </p:txBody>
      </p:sp>
      <p:sp>
        <p:nvSpPr>
          <p:cNvPr id="22" name="Picture Placeholder 7">
            <a:extLst>
              <a:ext uri="{FF2B5EF4-FFF2-40B4-BE49-F238E27FC236}">
                <a16:creationId xmlns:a16="http://schemas.microsoft.com/office/drawing/2014/main" id="{F79C998E-1F82-4AC1-AD39-82F45A05CED8}"/>
              </a:ext>
              <a:ext uri="{C183D7F6-B498-43B3-948B-1728B52AA6E4}">
                <adec:decorative xmlns="" xmlns:adec="http://schemas.microsoft.com/office/drawing/2017/decorative" val="1"/>
              </a:ext>
            </a:extLst>
          </p:cNvPr>
          <p:cNvSpPr>
            <a:spLocks noGrp="1"/>
          </p:cNvSpPr>
          <p:nvPr>
            <p:ph type="pic" sz="quarter" idx="24" hasCustomPrompt="1"/>
          </p:nvPr>
        </p:nvSpPr>
        <p:spPr>
          <a:xfrm>
            <a:off x="548944" y="3697593"/>
            <a:ext cx="711197" cy="723544"/>
          </a:xfrm>
        </p:spPr>
        <p:txBody>
          <a:bodyPr anchor="ctr"/>
          <a:lstStyle>
            <a:lvl1pPr marL="0" indent="0" algn="ctr">
              <a:buNone/>
              <a:defRPr/>
            </a:lvl1pPr>
          </a:lstStyle>
          <a:p>
            <a:r>
              <a:rPr lang="en-US" noProof="0" dirty="0"/>
              <a:t>Icon</a:t>
            </a:r>
          </a:p>
        </p:txBody>
      </p:sp>
      <p:sp>
        <p:nvSpPr>
          <p:cNvPr id="16" name="Slide Number Placeholder 5">
            <a:extLst>
              <a:ext uri="{FF2B5EF4-FFF2-40B4-BE49-F238E27FC236}">
                <a16:creationId xmlns:a16="http://schemas.microsoft.com/office/drawing/2014/main" id="{E0693782-2388-4647-A185-37537397019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13" name="Content Placeholder 6">
            <a:extLst>
              <a:ext uri="{FF2B5EF4-FFF2-40B4-BE49-F238E27FC236}">
                <a16:creationId xmlns:a16="http://schemas.microsoft.com/office/drawing/2014/main" id="{3FD6DDB9-4D92-43F8-B746-ABBAB109CA1E}"/>
              </a:ext>
            </a:extLst>
          </p:cNvPr>
          <p:cNvSpPr>
            <a:spLocks noGrp="1"/>
          </p:cNvSpPr>
          <p:nvPr>
            <p:ph sz="quarter" idx="25" hasCustomPrompt="1"/>
          </p:nvPr>
        </p:nvSpPr>
        <p:spPr>
          <a:xfrm>
            <a:off x="5562600" y="4689732"/>
            <a:ext cx="5901458" cy="1005939"/>
          </a:xfrm>
        </p:spPr>
        <p:txBody>
          <a:bodyPr lIns="91440" rIns="91440"/>
          <a:lstStyle>
            <a:lvl1pPr>
              <a:defRPr/>
            </a:lvl1pPr>
          </a:lstStyle>
          <a:p>
            <a:pPr lvl="0"/>
            <a:r>
              <a:rPr lang="en-US" noProof="0"/>
              <a:t>Description text </a:t>
            </a:r>
          </a:p>
        </p:txBody>
      </p:sp>
      <p:sp>
        <p:nvSpPr>
          <p:cNvPr id="17" name="Text Placeholder 7">
            <a:extLst>
              <a:ext uri="{FF2B5EF4-FFF2-40B4-BE49-F238E27FC236}">
                <a16:creationId xmlns:a16="http://schemas.microsoft.com/office/drawing/2014/main" id="{13E2F95F-BD26-4AA8-941E-3993C9F1DBBC}"/>
              </a:ext>
            </a:extLst>
          </p:cNvPr>
          <p:cNvSpPr>
            <a:spLocks noGrp="1"/>
          </p:cNvSpPr>
          <p:nvPr>
            <p:ph type="body" sz="quarter" idx="26" hasCustomPrompt="1"/>
          </p:nvPr>
        </p:nvSpPr>
        <p:spPr>
          <a:xfrm>
            <a:off x="1524000" y="4980335"/>
            <a:ext cx="3810000" cy="424732"/>
          </a:xfrm>
          <a:noFill/>
        </p:spPr>
        <p:txBody>
          <a:bodyPr wrap="square" lIns="91440" rIns="91440" anchor="ctr">
            <a:spAutoFit/>
          </a:bodyPr>
          <a:lstStyle>
            <a:lvl1pPr marL="0" indent="0">
              <a:buNone/>
              <a:defRPr sz="2400" b="1">
                <a:solidFill>
                  <a:schemeClr val="accent6"/>
                </a:solidFill>
              </a:defRPr>
            </a:lvl1pPr>
          </a:lstStyle>
          <a:p>
            <a:pPr lvl="0"/>
            <a:r>
              <a:rPr lang="en-US" noProof="0"/>
              <a:t>ADD ADDITIONAL TEXT </a:t>
            </a:r>
          </a:p>
        </p:txBody>
      </p:sp>
      <p:sp>
        <p:nvSpPr>
          <p:cNvPr id="19" name="Picture Placeholder 7">
            <a:extLst>
              <a:ext uri="{FF2B5EF4-FFF2-40B4-BE49-F238E27FC236}">
                <a16:creationId xmlns:a16="http://schemas.microsoft.com/office/drawing/2014/main" id="{68F52DD2-B3F0-4652-8C7B-96406F99FC14}"/>
              </a:ext>
              <a:ext uri="{C183D7F6-B498-43B3-948B-1728B52AA6E4}">
                <adec:decorative xmlns="" xmlns:adec="http://schemas.microsoft.com/office/drawing/2017/decorative" val="1"/>
              </a:ext>
            </a:extLst>
          </p:cNvPr>
          <p:cNvSpPr>
            <a:spLocks noGrp="1"/>
          </p:cNvSpPr>
          <p:nvPr>
            <p:ph type="pic" sz="quarter" idx="27" hasCustomPrompt="1"/>
          </p:nvPr>
        </p:nvSpPr>
        <p:spPr>
          <a:xfrm>
            <a:off x="548944" y="4830929"/>
            <a:ext cx="711197" cy="723544"/>
          </a:xfrm>
        </p:spPr>
        <p:txBody>
          <a:bodyPr anchor="ctr"/>
          <a:lstStyle>
            <a:lvl1pPr marL="0" indent="0" algn="ctr">
              <a:buNone/>
              <a:defRPr/>
            </a:lvl1pPr>
          </a:lstStyle>
          <a:p>
            <a:r>
              <a:rPr lang="en-US" noProof="0" dirty="0"/>
              <a:t>Icon</a:t>
            </a:r>
          </a:p>
        </p:txBody>
      </p:sp>
    </p:spTree>
    <p:extLst>
      <p:ext uri="{BB962C8B-B14F-4D97-AF65-F5344CB8AC3E}">
        <p14:creationId xmlns:p14="http://schemas.microsoft.com/office/powerpoint/2010/main" val="3772180981"/>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Side patch Icon Content 3 rows">
    <p:spTree>
      <p:nvGrpSpPr>
        <p:cNvPr id="1" name=""/>
        <p:cNvGrpSpPr/>
        <p:nvPr/>
      </p:nvGrpSpPr>
      <p:grpSpPr>
        <a:xfrm>
          <a:off x="0" y="0"/>
          <a:ext cx="0" cy="0"/>
          <a:chOff x="0" y="0"/>
          <a:chExt cx="0" cy="0"/>
        </a:xfrm>
      </p:grpSpPr>
      <p:sp>
        <p:nvSpPr>
          <p:cNvPr id="34" name="Freeform: Shape 33">
            <a:extLst>
              <a:ext uri="{FF2B5EF4-FFF2-40B4-BE49-F238E27FC236}">
                <a16:creationId xmlns:a16="http://schemas.microsoft.com/office/drawing/2014/main" id="{724AA86D-A811-42CE-8C83-8053DFC66751}"/>
              </a:ext>
              <a:ext uri="{C183D7F6-B498-43B3-948B-1728B52AA6E4}">
                <adec:decorative xmlns="" xmlns:adec="http://schemas.microsoft.com/office/drawing/2017/decorative" val="1"/>
              </a:ext>
            </a:extLst>
          </p:cNvPr>
          <p:cNvSpPr/>
          <p:nvPr userDrawn="1"/>
        </p:nvSpPr>
        <p:spPr>
          <a:xfrm>
            <a:off x="-1" y="0"/>
            <a:ext cx="8329286" cy="6858000"/>
          </a:xfrm>
          <a:custGeom>
            <a:avLst/>
            <a:gdLst>
              <a:gd name="connsiteX0" fmla="*/ 0 w 8329286"/>
              <a:gd name="connsiteY0" fmla="*/ 0 h 6858000"/>
              <a:gd name="connsiteX1" fmla="*/ 8329286 w 8329286"/>
              <a:gd name="connsiteY1" fmla="*/ 0 h 6858000"/>
              <a:gd name="connsiteX2" fmla="*/ 8329286 w 8329286"/>
              <a:gd name="connsiteY2" fmla="*/ 68183 h 6858000"/>
              <a:gd name="connsiteX3" fmla="*/ 3175958 w 8329286"/>
              <a:gd name="connsiteY3" fmla="*/ 6858000 h 6858000"/>
              <a:gd name="connsiteX4" fmla="*/ 0 w 8329286"/>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29286" h="6858000">
                <a:moveTo>
                  <a:pt x="0" y="0"/>
                </a:moveTo>
                <a:lnTo>
                  <a:pt x="8329286" y="0"/>
                </a:lnTo>
                <a:lnTo>
                  <a:pt x="8329286" y="68183"/>
                </a:lnTo>
                <a:lnTo>
                  <a:pt x="3175958" y="6858000"/>
                </a:lnTo>
                <a:lnTo>
                  <a:pt x="0" y="6858000"/>
                </a:lnTo>
                <a:close/>
              </a:path>
            </a:pathLst>
          </a:custGeom>
          <a:solidFill>
            <a:srgbClr val="EEEE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Rectangle 10">
            <a:extLst>
              <a:ext uri="{FF2B5EF4-FFF2-40B4-BE49-F238E27FC236}">
                <a16:creationId xmlns:a16="http://schemas.microsoft.com/office/drawing/2014/main" id="{0B42CCEE-B750-4EF9-BAE5-217844AE7456}"/>
              </a:ext>
              <a:ext uri="{C183D7F6-B498-43B3-948B-1728B52AA6E4}">
                <adec:decorative xmlns=""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hasCustomPrompt="1"/>
          </p:nvPr>
        </p:nvSpPr>
        <p:spPr>
          <a:xfrm>
            <a:off x="7151214" y="2035302"/>
            <a:ext cx="4312844" cy="914490"/>
          </a:xfrm>
        </p:spPr>
        <p:txBody>
          <a:bodyPr lIns="91440" rIns="91440" anchor="ctr">
            <a:noAutofit/>
          </a:bodyPr>
          <a:lstStyle>
            <a:lvl1pPr marL="0" indent="0">
              <a:buNone/>
              <a:defRPr sz="1400"/>
            </a:lvl1pPr>
          </a:lstStyle>
          <a:p>
            <a:pPr lvl="0"/>
            <a:r>
              <a:rPr lang="en-US" noProof="0"/>
              <a:t>Description text </a:t>
            </a:r>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624840" y="2280181"/>
            <a:ext cx="4937760" cy="424732"/>
          </a:xfrm>
          <a:noFill/>
        </p:spPr>
        <p:txBody>
          <a:bodyPr wrap="square" lIns="91440" rIns="91440" anchor="ctr">
            <a:noAutofit/>
          </a:bodyPr>
          <a:lstStyle>
            <a:lvl1pPr marL="0" indent="0" algn="r">
              <a:buNone/>
              <a:defRPr sz="2000" b="1">
                <a:solidFill>
                  <a:schemeClr val="tx2"/>
                </a:solidFill>
              </a:defRPr>
            </a:lvl1pPr>
          </a:lstStyle>
          <a:p>
            <a:pPr lvl="0"/>
            <a:r>
              <a:rPr lang="en-US" noProof="0"/>
              <a:t>ADD TEXT </a:t>
            </a:r>
          </a:p>
        </p:txBody>
      </p:sp>
      <p:sp>
        <p:nvSpPr>
          <p:cNvPr id="14" name="Picture Placeholder 7">
            <a:extLst>
              <a:ext uri="{FF2B5EF4-FFF2-40B4-BE49-F238E27FC236}">
                <a16:creationId xmlns:a16="http://schemas.microsoft.com/office/drawing/2014/main" id="{37CF37DF-A8A3-42D8-BAFE-0F56DCEC7657}"/>
              </a:ext>
              <a:ext uri="{C183D7F6-B498-43B3-948B-1728B52AA6E4}">
                <adec:decorative xmlns="" xmlns:adec="http://schemas.microsoft.com/office/drawing/2017/decorative" val="1"/>
              </a:ext>
            </a:extLst>
          </p:cNvPr>
          <p:cNvSpPr>
            <a:spLocks noGrp="1"/>
          </p:cNvSpPr>
          <p:nvPr>
            <p:ph type="pic" sz="quarter" idx="21" hasCustomPrompt="1"/>
          </p:nvPr>
        </p:nvSpPr>
        <p:spPr>
          <a:xfrm>
            <a:off x="5756426" y="1935993"/>
            <a:ext cx="1094116" cy="1113108"/>
          </a:xfrm>
          <a:prstGeom prst="ellipse">
            <a:avLst/>
          </a:prstGeom>
          <a:solidFill>
            <a:schemeClr val="bg1"/>
          </a:solidFill>
          <a:effectLst>
            <a:outerShdw blurRad="50800" dist="38100" dir="2700000" algn="tl" rotWithShape="0">
              <a:prstClr val="black">
                <a:alpha val="40000"/>
              </a:prstClr>
            </a:outerShdw>
          </a:effectLst>
        </p:spPr>
        <p:txBody>
          <a:bodyPr anchor="ctr"/>
          <a:lstStyle>
            <a:lvl1pPr marL="0" indent="0" algn="ctr">
              <a:buNone/>
              <a:defRPr/>
            </a:lvl1pPr>
          </a:lstStyle>
          <a:p>
            <a:r>
              <a:rPr lang="en-US" noProof="0" dirty="0"/>
              <a:t>Icon</a:t>
            </a:r>
          </a:p>
        </p:txBody>
      </p:sp>
      <p:sp>
        <p:nvSpPr>
          <p:cNvPr id="20" name="Content Placeholder 6">
            <a:extLst>
              <a:ext uri="{FF2B5EF4-FFF2-40B4-BE49-F238E27FC236}">
                <a16:creationId xmlns:a16="http://schemas.microsoft.com/office/drawing/2014/main" id="{36B305EA-E44E-48DA-922F-20D8D3496709}"/>
              </a:ext>
            </a:extLst>
          </p:cNvPr>
          <p:cNvSpPr>
            <a:spLocks noGrp="1"/>
          </p:cNvSpPr>
          <p:nvPr>
            <p:ph sz="quarter" idx="22" hasCustomPrompt="1"/>
          </p:nvPr>
        </p:nvSpPr>
        <p:spPr>
          <a:xfrm>
            <a:off x="6071132" y="3576256"/>
            <a:ext cx="5392925" cy="914490"/>
          </a:xfrm>
        </p:spPr>
        <p:txBody>
          <a:bodyPr lIns="91440" rIns="91440" anchor="ctr">
            <a:noAutofit/>
          </a:bodyPr>
          <a:lstStyle>
            <a:lvl1pPr marL="0" indent="0">
              <a:buNone/>
              <a:defRPr sz="1400"/>
            </a:lvl1pPr>
          </a:lstStyle>
          <a:p>
            <a:pPr lvl="0"/>
            <a:r>
              <a:rPr lang="en-US" noProof="0"/>
              <a:t>Description text </a:t>
            </a:r>
          </a:p>
        </p:txBody>
      </p:sp>
      <p:sp>
        <p:nvSpPr>
          <p:cNvPr id="21" name="Text Placeholder 7">
            <a:extLst>
              <a:ext uri="{FF2B5EF4-FFF2-40B4-BE49-F238E27FC236}">
                <a16:creationId xmlns:a16="http://schemas.microsoft.com/office/drawing/2014/main" id="{038D7323-C655-4E9F-A5C0-AE44AF907081}"/>
              </a:ext>
            </a:extLst>
          </p:cNvPr>
          <p:cNvSpPr>
            <a:spLocks noGrp="1"/>
          </p:cNvSpPr>
          <p:nvPr>
            <p:ph type="body" sz="quarter" idx="23" hasCustomPrompt="1"/>
          </p:nvPr>
        </p:nvSpPr>
        <p:spPr>
          <a:xfrm>
            <a:off x="548640" y="3846999"/>
            <a:ext cx="4023360" cy="424732"/>
          </a:xfrm>
          <a:noFill/>
        </p:spPr>
        <p:txBody>
          <a:bodyPr wrap="square" lIns="91440" rIns="91440" anchor="ctr">
            <a:noAutofit/>
          </a:bodyPr>
          <a:lstStyle>
            <a:lvl1pPr marL="0" indent="0" algn="r">
              <a:buNone/>
              <a:defRPr sz="2000" b="1">
                <a:solidFill>
                  <a:schemeClr val="accent5"/>
                </a:solidFill>
              </a:defRPr>
            </a:lvl1pPr>
          </a:lstStyle>
          <a:p>
            <a:pPr lvl="0"/>
            <a:r>
              <a:rPr lang="en-US" noProof="0"/>
              <a:t>ADD TEXT </a:t>
            </a:r>
          </a:p>
        </p:txBody>
      </p:sp>
      <p:sp>
        <p:nvSpPr>
          <p:cNvPr id="22" name="Picture Placeholder 7">
            <a:extLst>
              <a:ext uri="{FF2B5EF4-FFF2-40B4-BE49-F238E27FC236}">
                <a16:creationId xmlns:a16="http://schemas.microsoft.com/office/drawing/2014/main" id="{F79C998E-1F82-4AC1-AD39-82F45A05CED8}"/>
              </a:ext>
              <a:ext uri="{C183D7F6-B498-43B3-948B-1728B52AA6E4}">
                <adec:decorative xmlns="" xmlns:adec="http://schemas.microsoft.com/office/drawing/2017/decorative" val="1"/>
              </a:ext>
            </a:extLst>
          </p:cNvPr>
          <p:cNvSpPr>
            <a:spLocks noGrp="1"/>
          </p:cNvSpPr>
          <p:nvPr>
            <p:ph type="pic" sz="quarter" idx="24" hasCustomPrompt="1"/>
          </p:nvPr>
        </p:nvSpPr>
        <p:spPr>
          <a:xfrm>
            <a:off x="4774508" y="3502811"/>
            <a:ext cx="1094116" cy="1113108"/>
          </a:xfrm>
          <a:prstGeom prst="ellipse">
            <a:avLst/>
          </a:prstGeom>
          <a:solidFill>
            <a:schemeClr val="bg1"/>
          </a:solidFill>
          <a:effectLst>
            <a:outerShdw blurRad="50800" dist="38100" dir="2700000" algn="tl" rotWithShape="0">
              <a:prstClr val="black">
                <a:alpha val="40000"/>
              </a:prstClr>
            </a:outerShdw>
          </a:effectLst>
        </p:spPr>
        <p:txBody>
          <a:bodyPr anchor="ctr"/>
          <a:lstStyle>
            <a:lvl1pPr marL="0" indent="0" algn="ctr">
              <a:buNone/>
              <a:defRPr/>
            </a:lvl1pPr>
          </a:lstStyle>
          <a:p>
            <a:r>
              <a:rPr lang="en-US" noProof="0" dirty="0"/>
              <a:t>Icon</a:t>
            </a:r>
          </a:p>
        </p:txBody>
      </p:sp>
      <p:sp>
        <p:nvSpPr>
          <p:cNvPr id="16" name="Slide Number Placeholder 5">
            <a:extLst>
              <a:ext uri="{FF2B5EF4-FFF2-40B4-BE49-F238E27FC236}">
                <a16:creationId xmlns:a16="http://schemas.microsoft.com/office/drawing/2014/main" id="{E0693782-2388-4647-A185-37537397019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13" name="Content Placeholder 6">
            <a:extLst>
              <a:ext uri="{FF2B5EF4-FFF2-40B4-BE49-F238E27FC236}">
                <a16:creationId xmlns:a16="http://schemas.microsoft.com/office/drawing/2014/main" id="{3FD6DDB9-4D92-43F8-B746-ABBAB109CA1E}"/>
              </a:ext>
            </a:extLst>
          </p:cNvPr>
          <p:cNvSpPr>
            <a:spLocks noGrp="1"/>
          </p:cNvSpPr>
          <p:nvPr>
            <p:ph sz="quarter" idx="25" hasCustomPrompt="1"/>
          </p:nvPr>
        </p:nvSpPr>
        <p:spPr>
          <a:xfrm>
            <a:off x="4949699" y="5117210"/>
            <a:ext cx="6514359" cy="914490"/>
          </a:xfrm>
        </p:spPr>
        <p:txBody>
          <a:bodyPr lIns="91440" rIns="91440" anchor="ctr">
            <a:noAutofit/>
          </a:bodyPr>
          <a:lstStyle>
            <a:lvl1pPr marL="0" indent="0">
              <a:buNone/>
              <a:defRPr sz="1400"/>
            </a:lvl1pPr>
          </a:lstStyle>
          <a:p>
            <a:pPr lvl="0"/>
            <a:r>
              <a:rPr lang="en-US" noProof="0"/>
              <a:t>Description text </a:t>
            </a:r>
          </a:p>
        </p:txBody>
      </p:sp>
      <p:sp>
        <p:nvSpPr>
          <p:cNvPr id="17" name="Text Placeholder 7">
            <a:extLst>
              <a:ext uri="{FF2B5EF4-FFF2-40B4-BE49-F238E27FC236}">
                <a16:creationId xmlns:a16="http://schemas.microsoft.com/office/drawing/2014/main" id="{13E2F95F-BD26-4AA8-941E-3993C9F1DBBC}"/>
              </a:ext>
            </a:extLst>
          </p:cNvPr>
          <p:cNvSpPr>
            <a:spLocks noGrp="1"/>
          </p:cNvSpPr>
          <p:nvPr>
            <p:ph type="body" sz="quarter" idx="26" hasCustomPrompt="1"/>
          </p:nvPr>
        </p:nvSpPr>
        <p:spPr>
          <a:xfrm>
            <a:off x="548641" y="5362089"/>
            <a:ext cx="2956560" cy="424732"/>
          </a:xfrm>
          <a:noFill/>
        </p:spPr>
        <p:txBody>
          <a:bodyPr wrap="square" lIns="91440" rIns="91440" anchor="ctr">
            <a:noAutofit/>
          </a:bodyPr>
          <a:lstStyle>
            <a:lvl1pPr marL="0" indent="0" algn="r">
              <a:buNone/>
              <a:defRPr sz="2000" b="1">
                <a:solidFill>
                  <a:schemeClr val="accent6"/>
                </a:solidFill>
              </a:defRPr>
            </a:lvl1pPr>
          </a:lstStyle>
          <a:p>
            <a:pPr lvl="0"/>
            <a:r>
              <a:rPr lang="en-US" noProof="0"/>
              <a:t>ADD TEXT </a:t>
            </a:r>
          </a:p>
        </p:txBody>
      </p:sp>
      <p:sp>
        <p:nvSpPr>
          <p:cNvPr id="19" name="Picture Placeholder 7">
            <a:extLst>
              <a:ext uri="{FF2B5EF4-FFF2-40B4-BE49-F238E27FC236}">
                <a16:creationId xmlns:a16="http://schemas.microsoft.com/office/drawing/2014/main" id="{68F52DD2-B3F0-4652-8C7B-96406F99FC14}"/>
              </a:ext>
              <a:ext uri="{C183D7F6-B498-43B3-948B-1728B52AA6E4}">
                <adec:decorative xmlns="" xmlns:adec="http://schemas.microsoft.com/office/drawing/2017/decorative" val="1"/>
              </a:ext>
            </a:extLst>
          </p:cNvPr>
          <p:cNvSpPr>
            <a:spLocks noGrp="1"/>
          </p:cNvSpPr>
          <p:nvPr>
            <p:ph type="pic" sz="quarter" idx="27" hasCustomPrompt="1"/>
          </p:nvPr>
        </p:nvSpPr>
        <p:spPr>
          <a:xfrm>
            <a:off x="3680392" y="5017901"/>
            <a:ext cx="1094116" cy="1113108"/>
          </a:xfrm>
          <a:prstGeom prst="ellipse">
            <a:avLst/>
          </a:prstGeom>
          <a:solidFill>
            <a:schemeClr val="bg1"/>
          </a:solidFill>
          <a:effectLst>
            <a:outerShdw blurRad="50800" dist="38100" dir="2700000" algn="tl" rotWithShape="0">
              <a:prstClr val="black">
                <a:alpha val="40000"/>
              </a:prstClr>
            </a:outerShdw>
          </a:effectLst>
        </p:spPr>
        <p:txBody>
          <a:bodyPr anchor="ctr"/>
          <a:lstStyle>
            <a:lvl1pPr marL="0" indent="0" algn="ctr">
              <a:buNone/>
              <a:defRPr/>
            </a:lvl1pPr>
          </a:lstStyle>
          <a:p>
            <a:r>
              <a:rPr lang="en-US" noProof="0" dirty="0"/>
              <a:t>Icon</a:t>
            </a:r>
          </a:p>
        </p:txBody>
      </p:sp>
      <p:sp>
        <p:nvSpPr>
          <p:cNvPr id="35" name="Freeform: Shape 34">
            <a:extLst>
              <a:ext uri="{FF2B5EF4-FFF2-40B4-BE49-F238E27FC236}">
                <a16:creationId xmlns:a16="http://schemas.microsoft.com/office/drawing/2014/main" id="{79F57DF2-7AB9-4D3A-AADE-E93D5621B0F8}"/>
              </a:ext>
              <a:ext uri="{C183D7F6-B498-43B3-948B-1728B52AA6E4}">
                <adec:decorative xmlns=""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540170904"/>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itle Side patch Title Only">
    <p:spTree>
      <p:nvGrpSpPr>
        <p:cNvPr id="1" name=""/>
        <p:cNvGrpSpPr/>
        <p:nvPr/>
      </p:nvGrpSpPr>
      <p:grpSpPr>
        <a:xfrm>
          <a:off x="0" y="0"/>
          <a:ext cx="0" cy="0"/>
          <a:chOff x="0" y="0"/>
          <a:chExt cx="0" cy="0"/>
        </a:xfrm>
      </p:grpSpPr>
      <p:sp>
        <p:nvSpPr>
          <p:cNvPr id="34" name="Freeform: Shape 33">
            <a:extLst>
              <a:ext uri="{FF2B5EF4-FFF2-40B4-BE49-F238E27FC236}">
                <a16:creationId xmlns:a16="http://schemas.microsoft.com/office/drawing/2014/main" id="{724AA86D-A811-42CE-8C83-8053DFC66751}"/>
              </a:ext>
              <a:ext uri="{C183D7F6-B498-43B3-948B-1728B52AA6E4}">
                <adec:decorative xmlns="" xmlns:adec="http://schemas.microsoft.com/office/drawing/2017/decorative" val="1"/>
              </a:ext>
            </a:extLst>
          </p:cNvPr>
          <p:cNvSpPr/>
          <p:nvPr userDrawn="1"/>
        </p:nvSpPr>
        <p:spPr>
          <a:xfrm>
            <a:off x="-1" y="0"/>
            <a:ext cx="8329286" cy="6858000"/>
          </a:xfrm>
          <a:custGeom>
            <a:avLst/>
            <a:gdLst>
              <a:gd name="connsiteX0" fmla="*/ 0 w 8329286"/>
              <a:gd name="connsiteY0" fmla="*/ 0 h 6858000"/>
              <a:gd name="connsiteX1" fmla="*/ 8329286 w 8329286"/>
              <a:gd name="connsiteY1" fmla="*/ 0 h 6858000"/>
              <a:gd name="connsiteX2" fmla="*/ 8329286 w 8329286"/>
              <a:gd name="connsiteY2" fmla="*/ 68183 h 6858000"/>
              <a:gd name="connsiteX3" fmla="*/ 3175958 w 8329286"/>
              <a:gd name="connsiteY3" fmla="*/ 6858000 h 6858000"/>
              <a:gd name="connsiteX4" fmla="*/ 0 w 8329286"/>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29286" h="6858000">
                <a:moveTo>
                  <a:pt x="0" y="0"/>
                </a:moveTo>
                <a:lnTo>
                  <a:pt x="8329286" y="0"/>
                </a:lnTo>
                <a:lnTo>
                  <a:pt x="8329286" y="68183"/>
                </a:lnTo>
                <a:lnTo>
                  <a:pt x="3175958" y="6858000"/>
                </a:lnTo>
                <a:lnTo>
                  <a:pt x="0" y="6858000"/>
                </a:lnTo>
                <a:close/>
              </a:path>
            </a:pathLst>
          </a:custGeom>
          <a:solidFill>
            <a:srgbClr val="EEEE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Rectangle 10">
            <a:extLst>
              <a:ext uri="{FF2B5EF4-FFF2-40B4-BE49-F238E27FC236}">
                <a16:creationId xmlns:a16="http://schemas.microsoft.com/office/drawing/2014/main" id="{0B42CCEE-B750-4EF9-BAE5-217844AE7456}"/>
              </a:ext>
              <a:ext uri="{C183D7F6-B498-43B3-948B-1728B52AA6E4}">
                <adec:decorative xmlns=""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16" name="Slide Number Placeholder 5">
            <a:extLst>
              <a:ext uri="{FF2B5EF4-FFF2-40B4-BE49-F238E27FC236}">
                <a16:creationId xmlns:a16="http://schemas.microsoft.com/office/drawing/2014/main" id="{E0693782-2388-4647-A185-37537397019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15" name="Freeform: Shape 14">
            <a:extLst>
              <a:ext uri="{FF2B5EF4-FFF2-40B4-BE49-F238E27FC236}">
                <a16:creationId xmlns:a16="http://schemas.microsoft.com/office/drawing/2014/main" id="{89314C5F-7D40-40CF-8951-9660A5ACE1F7}"/>
              </a:ext>
              <a:ext uri="{C183D7F6-B498-43B3-948B-1728B52AA6E4}">
                <adec:decorative xmlns=""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18" name="Straight Connector 17">
            <a:extLst>
              <a:ext uri="{FF2B5EF4-FFF2-40B4-BE49-F238E27FC236}">
                <a16:creationId xmlns:a16="http://schemas.microsoft.com/office/drawing/2014/main" id="{6B4884FC-8C22-42B9-9E84-2B12AC73364F}"/>
              </a:ext>
              <a:ext uri="{C183D7F6-B498-43B3-948B-1728B52AA6E4}">
                <adec:decorative xmlns="" xmlns:adec="http://schemas.microsoft.com/office/drawing/2017/decorative" val="1"/>
              </a:ext>
            </a:extLst>
          </p:cNvPr>
          <p:cNvCxnSpPr/>
          <p:nvPr userDrawn="1"/>
        </p:nvCxnSpPr>
        <p:spPr>
          <a:xfrm>
            <a:off x="2018097" y="5181600"/>
            <a:ext cx="688207" cy="0"/>
          </a:xfrm>
          <a:prstGeom prst="line">
            <a:avLst/>
          </a:prstGeom>
          <a:ln w="5715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C6B9C406-BFD3-481F-9B48-3DCA3A33014F}"/>
              </a:ext>
              <a:ext uri="{C183D7F6-B498-43B3-948B-1728B52AA6E4}">
                <adec:decorative xmlns="" xmlns:adec="http://schemas.microsoft.com/office/drawing/2017/decorative" val="1"/>
              </a:ext>
            </a:extLst>
          </p:cNvPr>
          <p:cNvCxnSpPr/>
          <p:nvPr userDrawn="1"/>
        </p:nvCxnSpPr>
        <p:spPr>
          <a:xfrm>
            <a:off x="5751896" y="5181600"/>
            <a:ext cx="688207" cy="0"/>
          </a:xfrm>
          <a:prstGeom prst="line">
            <a:avLst/>
          </a:prstGeom>
          <a:ln w="5715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4AF3D50D-B3D8-4A41-84D8-4BE250D1BD62}"/>
              </a:ext>
              <a:ext uri="{C183D7F6-B498-43B3-948B-1728B52AA6E4}">
                <adec:decorative xmlns="" xmlns:adec="http://schemas.microsoft.com/office/drawing/2017/decorative" val="1"/>
              </a:ext>
            </a:extLst>
          </p:cNvPr>
          <p:cNvCxnSpPr/>
          <p:nvPr userDrawn="1"/>
        </p:nvCxnSpPr>
        <p:spPr>
          <a:xfrm>
            <a:off x="9485696" y="5181600"/>
            <a:ext cx="688207" cy="0"/>
          </a:xfrm>
          <a:prstGeom prst="line">
            <a:avLst/>
          </a:prstGeom>
          <a:ln w="57150"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29" name="Picture Placeholder 8">
            <a:extLst>
              <a:ext uri="{FF2B5EF4-FFF2-40B4-BE49-F238E27FC236}">
                <a16:creationId xmlns:a16="http://schemas.microsoft.com/office/drawing/2014/main" id="{D7401DA1-CBDE-40D5-856F-25C28280FCB0}"/>
              </a:ext>
              <a:ext uri="{C183D7F6-B498-43B3-948B-1728B52AA6E4}">
                <adec:decorative xmlns="" xmlns:adec="http://schemas.microsoft.com/office/drawing/2017/decorative" val="1"/>
              </a:ext>
            </a:extLst>
          </p:cNvPr>
          <p:cNvSpPr>
            <a:spLocks noGrp="1"/>
          </p:cNvSpPr>
          <p:nvPr>
            <p:ph type="pic" sz="quarter" idx="17" hasCustomPrompt="1"/>
          </p:nvPr>
        </p:nvSpPr>
        <p:spPr>
          <a:xfrm>
            <a:off x="533401" y="2057401"/>
            <a:ext cx="3657599" cy="2762808"/>
          </a:xfr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dirty="0"/>
              <a:t>Insert Image 1</a:t>
            </a:r>
          </a:p>
        </p:txBody>
      </p:sp>
      <p:sp>
        <p:nvSpPr>
          <p:cNvPr id="30" name="Picture Placeholder 8">
            <a:extLst>
              <a:ext uri="{FF2B5EF4-FFF2-40B4-BE49-F238E27FC236}">
                <a16:creationId xmlns:a16="http://schemas.microsoft.com/office/drawing/2014/main" id="{6321F101-EC7B-4128-A7FA-373AC507D3D4}"/>
              </a:ext>
              <a:ext uri="{C183D7F6-B498-43B3-948B-1728B52AA6E4}">
                <adec:decorative xmlns="" xmlns:adec="http://schemas.microsoft.com/office/drawing/2017/decorative" val="1"/>
              </a:ext>
            </a:extLst>
          </p:cNvPr>
          <p:cNvSpPr>
            <a:spLocks noGrp="1"/>
          </p:cNvSpPr>
          <p:nvPr>
            <p:ph type="pic" sz="quarter" idx="18" hasCustomPrompt="1"/>
          </p:nvPr>
        </p:nvSpPr>
        <p:spPr>
          <a:xfrm>
            <a:off x="4267200" y="2057401"/>
            <a:ext cx="3657599" cy="2762808"/>
          </a:xfr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dirty="0"/>
              <a:t>Insert Image 2</a:t>
            </a:r>
          </a:p>
        </p:txBody>
      </p:sp>
      <p:sp>
        <p:nvSpPr>
          <p:cNvPr id="31" name="Picture Placeholder 8">
            <a:extLst>
              <a:ext uri="{FF2B5EF4-FFF2-40B4-BE49-F238E27FC236}">
                <a16:creationId xmlns:a16="http://schemas.microsoft.com/office/drawing/2014/main" id="{229667AF-39CB-43E6-8D30-A2DDF8365C21}"/>
              </a:ext>
              <a:ext uri="{C183D7F6-B498-43B3-948B-1728B52AA6E4}">
                <adec:decorative xmlns="" xmlns:adec="http://schemas.microsoft.com/office/drawing/2017/decorative" val="1"/>
              </a:ext>
            </a:extLst>
          </p:cNvPr>
          <p:cNvSpPr>
            <a:spLocks noGrp="1"/>
          </p:cNvSpPr>
          <p:nvPr>
            <p:ph type="pic" sz="quarter" idx="19" hasCustomPrompt="1"/>
          </p:nvPr>
        </p:nvSpPr>
        <p:spPr>
          <a:xfrm>
            <a:off x="8001000" y="2057401"/>
            <a:ext cx="3657599" cy="2762808"/>
          </a:xfr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dirty="0"/>
              <a:t>Insert Image 3</a:t>
            </a:r>
          </a:p>
        </p:txBody>
      </p:sp>
      <p:sp>
        <p:nvSpPr>
          <p:cNvPr id="32" name="Text Placeholder 7">
            <a:extLst>
              <a:ext uri="{FF2B5EF4-FFF2-40B4-BE49-F238E27FC236}">
                <a16:creationId xmlns:a16="http://schemas.microsoft.com/office/drawing/2014/main" id="{125C62A5-1A39-471E-B819-35EB9F8B0CEE}"/>
              </a:ext>
            </a:extLst>
          </p:cNvPr>
          <p:cNvSpPr>
            <a:spLocks noGrp="1"/>
          </p:cNvSpPr>
          <p:nvPr>
            <p:ph type="body" sz="quarter" idx="16" hasCustomPrompt="1"/>
          </p:nvPr>
        </p:nvSpPr>
        <p:spPr>
          <a:xfrm>
            <a:off x="548640" y="5542992"/>
            <a:ext cx="3642359" cy="424732"/>
          </a:xfrm>
          <a:noFill/>
        </p:spPr>
        <p:txBody>
          <a:bodyPr wrap="square" lIns="91440" rIns="91440" anchor="t">
            <a:noAutofit/>
          </a:bodyPr>
          <a:lstStyle>
            <a:lvl1pPr marL="0" indent="0" algn="ctr">
              <a:spcBef>
                <a:spcPts val="0"/>
              </a:spcBef>
              <a:spcAft>
                <a:spcPts val="0"/>
              </a:spcAft>
              <a:buNone/>
              <a:defRPr sz="2000" b="1">
                <a:solidFill>
                  <a:schemeClr val="tx2"/>
                </a:solidFill>
              </a:defRPr>
            </a:lvl1pPr>
          </a:lstStyle>
          <a:p>
            <a:pPr lvl="0"/>
            <a:r>
              <a:rPr lang="en-US" noProof="0"/>
              <a:t>ADD TEXT </a:t>
            </a:r>
          </a:p>
        </p:txBody>
      </p:sp>
      <p:sp>
        <p:nvSpPr>
          <p:cNvPr id="33" name="Text Placeholder 7">
            <a:extLst>
              <a:ext uri="{FF2B5EF4-FFF2-40B4-BE49-F238E27FC236}">
                <a16:creationId xmlns:a16="http://schemas.microsoft.com/office/drawing/2014/main" id="{EB4CA538-2AD9-458A-B582-2FBFEAF60CFA}"/>
              </a:ext>
            </a:extLst>
          </p:cNvPr>
          <p:cNvSpPr>
            <a:spLocks noGrp="1"/>
          </p:cNvSpPr>
          <p:nvPr>
            <p:ph type="body" sz="quarter" idx="20" hasCustomPrompt="1"/>
          </p:nvPr>
        </p:nvSpPr>
        <p:spPr>
          <a:xfrm>
            <a:off x="4267200" y="5542992"/>
            <a:ext cx="3642359" cy="424732"/>
          </a:xfrm>
          <a:noFill/>
        </p:spPr>
        <p:txBody>
          <a:bodyPr wrap="square" lIns="91440" rIns="91440" anchor="t">
            <a:noAutofit/>
          </a:bodyPr>
          <a:lstStyle>
            <a:lvl1pPr marL="0" indent="0" algn="ctr">
              <a:spcBef>
                <a:spcPts val="0"/>
              </a:spcBef>
              <a:spcAft>
                <a:spcPts val="0"/>
              </a:spcAft>
              <a:buNone/>
              <a:defRPr sz="2000" b="1">
                <a:solidFill>
                  <a:schemeClr val="tx2"/>
                </a:solidFill>
              </a:defRPr>
            </a:lvl1pPr>
          </a:lstStyle>
          <a:p>
            <a:pPr lvl="0"/>
            <a:r>
              <a:rPr lang="en-US" noProof="0"/>
              <a:t>ADD TEXT </a:t>
            </a:r>
          </a:p>
        </p:txBody>
      </p:sp>
      <p:sp>
        <p:nvSpPr>
          <p:cNvPr id="35" name="Text Placeholder 7">
            <a:extLst>
              <a:ext uri="{FF2B5EF4-FFF2-40B4-BE49-F238E27FC236}">
                <a16:creationId xmlns:a16="http://schemas.microsoft.com/office/drawing/2014/main" id="{857C263B-EA99-4350-84C0-08B9746AEC05}"/>
              </a:ext>
            </a:extLst>
          </p:cNvPr>
          <p:cNvSpPr>
            <a:spLocks noGrp="1"/>
          </p:cNvSpPr>
          <p:nvPr>
            <p:ph type="body" sz="quarter" idx="21" hasCustomPrompt="1"/>
          </p:nvPr>
        </p:nvSpPr>
        <p:spPr>
          <a:xfrm>
            <a:off x="8001000" y="5542992"/>
            <a:ext cx="3642359" cy="424732"/>
          </a:xfrm>
          <a:noFill/>
        </p:spPr>
        <p:txBody>
          <a:bodyPr wrap="square" lIns="91440" rIns="91440" anchor="t">
            <a:noAutofit/>
          </a:bodyPr>
          <a:lstStyle>
            <a:lvl1pPr marL="0" indent="0" algn="ctr">
              <a:spcBef>
                <a:spcPts val="0"/>
              </a:spcBef>
              <a:spcAft>
                <a:spcPts val="0"/>
              </a:spcAft>
              <a:buNone/>
              <a:defRPr sz="2000" b="1">
                <a:solidFill>
                  <a:schemeClr val="tx2"/>
                </a:solidFill>
              </a:defRPr>
            </a:lvl1pPr>
          </a:lstStyle>
          <a:p>
            <a:pPr lvl="0"/>
            <a:r>
              <a:rPr lang="en-US" noProof="0"/>
              <a:t>ADD TEXT </a:t>
            </a:r>
          </a:p>
        </p:txBody>
      </p:sp>
    </p:spTree>
    <p:extLst>
      <p:ext uri="{BB962C8B-B14F-4D97-AF65-F5344CB8AC3E}">
        <p14:creationId xmlns:p14="http://schemas.microsoft.com/office/powerpoint/2010/main" val="2948150905"/>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eam Slide">
    <p:spTree>
      <p:nvGrpSpPr>
        <p:cNvPr id="1" name=""/>
        <p:cNvGrpSpPr/>
        <p:nvPr/>
      </p:nvGrpSpPr>
      <p:grpSpPr>
        <a:xfrm>
          <a:off x="0" y="0"/>
          <a:ext cx="0" cy="0"/>
          <a:chOff x="0" y="0"/>
          <a:chExt cx="0" cy="0"/>
        </a:xfrm>
      </p:grpSpPr>
      <p:sp>
        <p:nvSpPr>
          <p:cNvPr id="34" name="Freeform: Shape 33">
            <a:extLst>
              <a:ext uri="{FF2B5EF4-FFF2-40B4-BE49-F238E27FC236}">
                <a16:creationId xmlns:a16="http://schemas.microsoft.com/office/drawing/2014/main" id="{724AA86D-A811-42CE-8C83-8053DFC66751}"/>
              </a:ext>
              <a:ext uri="{C183D7F6-B498-43B3-948B-1728B52AA6E4}">
                <adec:decorative xmlns="" xmlns:adec="http://schemas.microsoft.com/office/drawing/2017/decorative" val="1"/>
              </a:ext>
            </a:extLst>
          </p:cNvPr>
          <p:cNvSpPr/>
          <p:nvPr userDrawn="1"/>
        </p:nvSpPr>
        <p:spPr>
          <a:xfrm>
            <a:off x="-1" y="0"/>
            <a:ext cx="8329286" cy="6858000"/>
          </a:xfrm>
          <a:custGeom>
            <a:avLst/>
            <a:gdLst>
              <a:gd name="connsiteX0" fmla="*/ 0 w 8329286"/>
              <a:gd name="connsiteY0" fmla="*/ 0 h 6858000"/>
              <a:gd name="connsiteX1" fmla="*/ 8329286 w 8329286"/>
              <a:gd name="connsiteY1" fmla="*/ 0 h 6858000"/>
              <a:gd name="connsiteX2" fmla="*/ 8329286 w 8329286"/>
              <a:gd name="connsiteY2" fmla="*/ 68183 h 6858000"/>
              <a:gd name="connsiteX3" fmla="*/ 3175958 w 8329286"/>
              <a:gd name="connsiteY3" fmla="*/ 6858000 h 6858000"/>
              <a:gd name="connsiteX4" fmla="*/ 0 w 8329286"/>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29286" h="6858000">
                <a:moveTo>
                  <a:pt x="0" y="0"/>
                </a:moveTo>
                <a:lnTo>
                  <a:pt x="8329286" y="0"/>
                </a:lnTo>
                <a:lnTo>
                  <a:pt x="8329286" y="68183"/>
                </a:lnTo>
                <a:lnTo>
                  <a:pt x="3175958" y="6858000"/>
                </a:lnTo>
                <a:lnTo>
                  <a:pt x="0" y="6858000"/>
                </a:lnTo>
                <a:close/>
              </a:path>
            </a:pathLst>
          </a:custGeom>
          <a:solidFill>
            <a:srgbClr val="EEEE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Rectangle 10">
            <a:extLst>
              <a:ext uri="{FF2B5EF4-FFF2-40B4-BE49-F238E27FC236}">
                <a16:creationId xmlns:a16="http://schemas.microsoft.com/office/drawing/2014/main" id="{0B42CCEE-B750-4EF9-BAE5-217844AE7456}"/>
              </a:ext>
              <a:ext uri="{C183D7F6-B498-43B3-948B-1728B52AA6E4}">
                <adec:decorative xmlns=""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16" name="Slide Number Placeholder 5">
            <a:extLst>
              <a:ext uri="{FF2B5EF4-FFF2-40B4-BE49-F238E27FC236}">
                <a16:creationId xmlns:a16="http://schemas.microsoft.com/office/drawing/2014/main" id="{E0693782-2388-4647-A185-37537397019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15" name="Freeform: Shape 14">
            <a:extLst>
              <a:ext uri="{FF2B5EF4-FFF2-40B4-BE49-F238E27FC236}">
                <a16:creationId xmlns:a16="http://schemas.microsoft.com/office/drawing/2014/main" id="{89314C5F-7D40-40CF-8951-9660A5ACE1F7}"/>
              </a:ext>
              <a:ext uri="{C183D7F6-B498-43B3-948B-1728B52AA6E4}">
                <adec:decorative xmlns=""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18" name="Straight Connector 17">
            <a:extLst>
              <a:ext uri="{FF2B5EF4-FFF2-40B4-BE49-F238E27FC236}">
                <a16:creationId xmlns:a16="http://schemas.microsoft.com/office/drawing/2014/main" id="{6B4884FC-8C22-42B9-9E84-2B12AC73364F}"/>
              </a:ext>
              <a:ext uri="{C183D7F6-B498-43B3-948B-1728B52AA6E4}">
                <adec:decorative xmlns="" xmlns:adec="http://schemas.microsoft.com/office/drawing/2017/decorative" val="1"/>
              </a:ext>
            </a:extLst>
          </p:cNvPr>
          <p:cNvCxnSpPr/>
          <p:nvPr userDrawn="1"/>
        </p:nvCxnSpPr>
        <p:spPr>
          <a:xfrm>
            <a:off x="1751397" y="5027659"/>
            <a:ext cx="688207" cy="0"/>
          </a:xfrm>
          <a:prstGeom prst="line">
            <a:avLst/>
          </a:prstGeom>
          <a:ln w="57150"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29" name="Picture Placeholder 8">
            <a:extLst>
              <a:ext uri="{FF2B5EF4-FFF2-40B4-BE49-F238E27FC236}">
                <a16:creationId xmlns:a16="http://schemas.microsoft.com/office/drawing/2014/main" id="{D7401DA1-CBDE-40D5-856F-25C28280FCB0}"/>
              </a:ext>
              <a:ext uri="{C183D7F6-B498-43B3-948B-1728B52AA6E4}">
                <adec:decorative xmlns="" xmlns:adec="http://schemas.microsoft.com/office/drawing/2017/decorative" val="1"/>
              </a:ext>
            </a:extLst>
          </p:cNvPr>
          <p:cNvSpPr>
            <a:spLocks noGrp="1"/>
          </p:cNvSpPr>
          <p:nvPr>
            <p:ph type="pic" sz="quarter" idx="17" hasCustomPrompt="1"/>
          </p:nvPr>
        </p:nvSpPr>
        <p:spPr>
          <a:xfrm>
            <a:off x="723902" y="2057402"/>
            <a:ext cx="2743197" cy="2743198"/>
          </a:xfrm>
          <a:prstGeom prst="ellipse">
            <a:avLst/>
          </a:prstGeo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dirty="0"/>
              <a:t>Insert Image</a:t>
            </a:r>
          </a:p>
        </p:txBody>
      </p:sp>
      <p:sp>
        <p:nvSpPr>
          <p:cNvPr id="32" name="Text Placeholder 7">
            <a:extLst>
              <a:ext uri="{FF2B5EF4-FFF2-40B4-BE49-F238E27FC236}">
                <a16:creationId xmlns:a16="http://schemas.microsoft.com/office/drawing/2014/main" id="{125C62A5-1A39-471E-B819-35EB9F8B0CEE}"/>
              </a:ext>
            </a:extLst>
          </p:cNvPr>
          <p:cNvSpPr>
            <a:spLocks noGrp="1"/>
          </p:cNvSpPr>
          <p:nvPr>
            <p:ph type="body" sz="quarter" idx="16" hasCustomPrompt="1"/>
          </p:nvPr>
        </p:nvSpPr>
        <p:spPr>
          <a:xfrm>
            <a:off x="541021" y="5307558"/>
            <a:ext cx="3108959" cy="424732"/>
          </a:xfrm>
          <a:noFill/>
        </p:spPr>
        <p:txBody>
          <a:bodyPr wrap="square" lIns="91440" rIns="91440" anchor="t">
            <a:noAutofit/>
          </a:bodyPr>
          <a:lstStyle>
            <a:lvl1pPr marL="0" indent="0" algn="ctr">
              <a:spcBef>
                <a:spcPts val="0"/>
              </a:spcBef>
              <a:spcAft>
                <a:spcPts val="0"/>
              </a:spcAft>
              <a:buNone/>
              <a:defRPr sz="2000" b="1">
                <a:solidFill>
                  <a:schemeClr val="tx2"/>
                </a:solidFill>
                <a:latin typeface="+mj-lt"/>
              </a:defRPr>
            </a:lvl1pPr>
          </a:lstStyle>
          <a:p>
            <a:pPr lvl="0"/>
            <a:r>
              <a:rPr lang="en-US" noProof="0"/>
              <a:t>ADD TEXT </a:t>
            </a:r>
          </a:p>
        </p:txBody>
      </p:sp>
      <p:sp>
        <p:nvSpPr>
          <p:cNvPr id="17" name="Text Placeholder 7">
            <a:extLst>
              <a:ext uri="{FF2B5EF4-FFF2-40B4-BE49-F238E27FC236}">
                <a16:creationId xmlns:a16="http://schemas.microsoft.com/office/drawing/2014/main" id="{2FD9C5C0-2B13-4BD9-BA25-5F692DE9E82D}"/>
              </a:ext>
            </a:extLst>
          </p:cNvPr>
          <p:cNvSpPr>
            <a:spLocks noGrp="1"/>
          </p:cNvSpPr>
          <p:nvPr>
            <p:ph type="body" sz="quarter" idx="18" hasCustomPrompt="1"/>
          </p:nvPr>
        </p:nvSpPr>
        <p:spPr>
          <a:xfrm>
            <a:off x="541021" y="5688559"/>
            <a:ext cx="3108959" cy="323629"/>
          </a:xfrm>
          <a:noFill/>
        </p:spPr>
        <p:txBody>
          <a:bodyPr wrap="square" lIns="91440" rIns="91440" anchor="t">
            <a:noAutofit/>
          </a:bodyPr>
          <a:lstStyle>
            <a:lvl1pPr marL="0" indent="0" algn="ctr">
              <a:spcBef>
                <a:spcPts val="0"/>
              </a:spcBef>
              <a:spcAft>
                <a:spcPts val="0"/>
              </a:spcAft>
              <a:buNone/>
              <a:defRPr sz="1400" b="0">
                <a:solidFill>
                  <a:schemeClr val="tx2"/>
                </a:solidFill>
                <a:latin typeface="+mn-lt"/>
              </a:defRPr>
            </a:lvl1pPr>
          </a:lstStyle>
          <a:p>
            <a:pPr lvl="0"/>
            <a:r>
              <a:rPr lang="en-US" noProof="0"/>
              <a:t>Description</a:t>
            </a:r>
          </a:p>
        </p:txBody>
      </p:sp>
      <p:cxnSp>
        <p:nvCxnSpPr>
          <p:cNvPr id="5" name="Straight Connector 4">
            <a:extLst>
              <a:ext uri="{FF2B5EF4-FFF2-40B4-BE49-F238E27FC236}">
                <a16:creationId xmlns:a16="http://schemas.microsoft.com/office/drawing/2014/main" id="{9971D9F8-CAE6-4680-A029-F96D0F1441FD}"/>
              </a:ext>
            </a:extLst>
          </p:cNvPr>
          <p:cNvCxnSpPr>
            <a:cxnSpLocks/>
          </p:cNvCxnSpPr>
          <p:nvPr userDrawn="1"/>
        </p:nvCxnSpPr>
        <p:spPr>
          <a:xfrm flipH="1">
            <a:off x="3907846" y="2747071"/>
            <a:ext cx="2160050" cy="2836074"/>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A31598D0-210A-4FC8-9A7B-BFA0921CF214}"/>
              </a:ext>
              <a:ext uri="{C183D7F6-B498-43B3-948B-1728B52AA6E4}">
                <adec:decorative xmlns="" xmlns:adec="http://schemas.microsoft.com/office/drawing/2017/decorative" val="1"/>
              </a:ext>
            </a:extLst>
          </p:cNvPr>
          <p:cNvCxnSpPr>
            <a:cxnSpLocks/>
          </p:cNvCxnSpPr>
          <p:nvPr userDrawn="1"/>
        </p:nvCxnSpPr>
        <p:spPr>
          <a:xfrm rot="16200000">
            <a:off x="5536511" y="3617080"/>
            <a:ext cx="0" cy="109728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grpSp>
        <p:nvGrpSpPr>
          <p:cNvPr id="6" name="Group 5">
            <a:extLst>
              <a:ext uri="{FF2B5EF4-FFF2-40B4-BE49-F238E27FC236}">
                <a16:creationId xmlns:a16="http://schemas.microsoft.com/office/drawing/2014/main" id="{606439E2-68F5-46DF-9799-ABBEBECFD358}"/>
              </a:ext>
              <a:ext uri="{C183D7F6-B498-43B3-948B-1728B52AA6E4}">
                <adec:decorative xmlns="" xmlns:adec="http://schemas.microsoft.com/office/drawing/2017/decorative" val="1"/>
              </a:ext>
            </a:extLst>
          </p:cNvPr>
          <p:cNvGrpSpPr/>
          <p:nvPr userDrawn="1"/>
        </p:nvGrpSpPr>
        <p:grpSpPr>
          <a:xfrm>
            <a:off x="3906013" y="2754546"/>
            <a:ext cx="3254399" cy="2828600"/>
            <a:chOff x="4431264" y="2199060"/>
            <a:chExt cx="3363136" cy="2828600"/>
          </a:xfrm>
        </p:grpSpPr>
        <p:cxnSp>
          <p:nvCxnSpPr>
            <p:cNvPr id="21" name="Straight Connector 20">
              <a:extLst>
                <a:ext uri="{FF2B5EF4-FFF2-40B4-BE49-F238E27FC236}">
                  <a16:creationId xmlns:a16="http://schemas.microsoft.com/office/drawing/2014/main" id="{E95E9585-55FC-4C03-8122-DED9B077D9F8}"/>
                </a:ext>
              </a:extLst>
            </p:cNvPr>
            <p:cNvCxnSpPr>
              <a:cxnSpLocks/>
            </p:cNvCxnSpPr>
            <p:nvPr userDrawn="1"/>
          </p:nvCxnSpPr>
          <p:spPr>
            <a:xfrm rot="16200000">
              <a:off x="7227429" y="1632088"/>
              <a:ext cx="0" cy="1133943"/>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2403E01-A7A9-4801-84C2-A2B3D9B7F577}"/>
                </a:ext>
              </a:extLst>
            </p:cNvPr>
            <p:cNvCxnSpPr>
              <a:cxnSpLocks/>
            </p:cNvCxnSpPr>
            <p:nvPr userDrawn="1"/>
          </p:nvCxnSpPr>
          <p:spPr>
            <a:xfrm rot="16200000">
              <a:off x="4950988" y="4507936"/>
              <a:ext cx="0" cy="1039447"/>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25" name="Picture Placeholder 8">
            <a:extLst>
              <a:ext uri="{FF2B5EF4-FFF2-40B4-BE49-F238E27FC236}">
                <a16:creationId xmlns:a16="http://schemas.microsoft.com/office/drawing/2014/main" id="{BDA24073-E1E8-43FF-B135-B2947B97222B}"/>
              </a:ext>
              <a:ext uri="{C183D7F6-B498-43B3-948B-1728B52AA6E4}">
                <adec:decorative xmlns="" xmlns:adec="http://schemas.microsoft.com/office/drawing/2017/decorative" val="1"/>
              </a:ext>
            </a:extLst>
          </p:cNvPr>
          <p:cNvSpPr>
            <a:spLocks noGrp="1"/>
          </p:cNvSpPr>
          <p:nvPr userDrawn="1">
            <p:ph type="pic" sz="quarter" idx="19" hasCustomPrompt="1"/>
          </p:nvPr>
        </p:nvSpPr>
        <p:spPr>
          <a:xfrm>
            <a:off x="5426747" y="3663296"/>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6" name="Picture Placeholder 8">
            <a:extLst>
              <a:ext uri="{FF2B5EF4-FFF2-40B4-BE49-F238E27FC236}">
                <a16:creationId xmlns:a16="http://schemas.microsoft.com/office/drawing/2014/main" id="{DAD1D946-AD65-4E2D-A739-D93BA1AC1DFD}"/>
              </a:ext>
              <a:ext uri="{C183D7F6-B498-43B3-948B-1728B52AA6E4}">
                <adec:decorative xmlns="" xmlns:adec="http://schemas.microsoft.com/office/drawing/2017/decorative" val="1"/>
              </a:ext>
            </a:extLst>
          </p:cNvPr>
          <p:cNvSpPr>
            <a:spLocks noGrp="1"/>
          </p:cNvSpPr>
          <p:nvPr userDrawn="1">
            <p:ph type="pic" sz="quarter" idx="20" hasCustomPrompt="1"/>
          </p:nvPr>
        </p:nvSpPr>
        <p:spPr>
          <a:xfrm>
            <a:off x="4408933" y="5090164"/>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7" name="Picture Placeholder 8">
            <a:extLst>
              <a:ext uri="{FF2B5EF4-FFF2-40B4-BE49-F238E27FC236}">
                <a16:creationId xmlns:a16="http://schemas.microsoft.com/office/drawing/2014/main" id="{036FD13F-5CDF-4A6F-A890-1F23EA59027F}"/>
              </a:ext>
              <a:ext uri="{C183D7F6-B498-43B3-948B-1728B52AA6E4}">
                <adec:decorative xmlns="" xmlns:adec="http://schemas.microsoft.com/office/drawing/2017/decorative" val="1"/>
              </a:ext>
            </a:extLst>
          </p:cNvPr>
          <p:cNvSpPr>
            <a:spLocks noGrp="1"/>
          </p:cNvSpPr>
          <p:nvPr userDrawn="1">
            <p:ph type="pic" sz="quarter" idx="21" hasCustomPrompt="1"/>
          </p:nvPr>
        </p:nvSpPr>
        <p:spPr>
          <a:xfrm>
            <a:off x="6458832" y="2223786"/>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cxnSp>
        <p:nvCxnSpPr>
          <p:cNvPr id="36" name="Straight Connector 35">
            <a:extLst>
              <a:ext uri="{FF2B5EF4-FFF2-40B4-BE49-F238E27FC236}">
                <a16:creationId xmlns:a16="http://schemas.microsoft.com/office/drawing/2014/main" id="{4EA974DF-48E5-46E7-9453-8A47028BC514}"/>
              </a:ext>
              <a:ext uri="{C183D7F6-B498-43B3-948B-1728B52AA6E4}">
                <adec:decorative xmlns="" xmlns:adec="http://schemas.microsoft.com/office/drawing/2017/decorative" val="1"/>
              </a:ext>
            </a:extLst>
          </p:cNvPr>
          <p:cNvCxnSpPr>
            <a:cxnSpLocks/>
          </p:cNvCxnSpPr>
          <p:nvPr userDrawn="1"/>
        </p:nvCxnSpPr>
        <p:spPr>
          <a:xfrm flipH="1">
            <a:off x="7036660" y="2747071"/>
            <a:ext cx="2160050" cy="2836074"/>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CA85692E-DBD5-4FD7-95CA-849C102632D2}"/>
              </a:ext>
              <a:ext uri="{C183D7F6-B498-43B3-948B-1728B52AA6E4}">
                <adec:decorative xmlns="" xmlns:adec="http://schemas.microsoft.com/office/drawing/2017/decorative" val="1"/>
              </a:ext>
            </a:extLst>
          </p:cNvPr>
          <p:cNvCxnSpPr>
            <a:cxnSpLocks/>
          </p:cNvCxnSpPr>
          <p:nvPr userDrawn="1"/>
        </p:nvCxnSpPr>
        <p:spPr>
          <a:xfrm rot="16200000">
            <a:off x="8665325" y="3617080"/>
            <a:ext cx="0" cy="109728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grpSp>
        <p:nvGrpSpPr>
          <p:cNvPr id="38" name="Group 37">
            <a:extLst>
              <a:ext uri="{FF2B5EF4-FFF2-40B4-BE49-F238E27FC236}">
                <a16:creationId xmlns:a16="http://schemas.microsoft.com/office/drawing/2014/main" id="{606422F5-A2F2-43D5-84EE-F875A28A728B}"/>
              </a:ext>
              <a:ext uri="{C183D7F6-B498-43B3-948B-1728B52AA6E4}">
                <adec:decorative xmlns="" xmlns:adec="http://schemas.microsoft.com/office/drawing/2017/decorative" val="1"/>
              </a:ext>
            </a:extLst>
          </p:cNvPr>
          <p:cNvGrpSpPr/>
          <p:nvPr userDrawn="1"/>
        </p:nvGrpSpPr>
        <p:grpSpPr>
          <a:xfrm>
            <a:off x="7034827" y="2754546"/>
            <a:ext cx="3254399" cy="2828600"/>
            <a:chOff x="4431264" y="2199060"/>
            <a:chExt cx="3363136" cy="2828600"/>
          </a:xfrm>
        </p:grpSpPr>
        <p:cxnSp>
          <p:nvCxnSpPr>
            <p:cNvPr id="39" name="Straight Connector 38">
              <a:extLst>
                <a:ext uri="{FF2B5EF4-FFF2-40B4-BE49-F238E27FC236}">
                  <a16:creationId xmlns:a16="http://schemas.microsoft.com/office/drawing/2014/main" id="{4BDD12EB-7EFD-4370-A7C6-9E57D6A7C6DF}"/>
                </a:ext>
              </a:extLst>
            </p:cNvPr>
            <p:cNvCxnSpPr>
              <a:cxnSpLocks/>
            </p:cNvCxnSpPr>
            <p:nvPr userDrawn="1"/>
          </p:nvCxnSpPr>
          <p:spPr>
            <a:xfrm rot="16200000">
              <a:off x="7227429" y="1632088"/>
              <a:ext cx="0" cy="1133943"/>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95D1AAC8-713E-418F-B7B4-27B58BDFD77C}"/>
                </a:ext>
              </a:extLst>
            </p:cNvPr>
            <p:cNvCxnSpPr>
              <a:cxnSpLocks/>
            </p:cNvCxnSpPr>
            <p:nvPr userDrawn="1"/>
          </p:nvCxnSpPr>
          <p:spPr>
            <a:xfrm rot="16200000">
              <a:off x="4950988" y="4507936"/>
              <a:ext cx="0" cy="1039447"/>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41" name="Picture Placeholder 8">
            <a:extLst>
              <a:ext uri="{FF2B5EF4-FFF2-40B4-BE49-F238E27FC236}">
                <a16:creationId xmlns:a16="http://schemas.microsoft.com/office/drawing/2014/main" id="{DEE070FD-95C9-4396-B429-69E1E14E3273}"/>
              </a:ext>
              <a:ext uri="{C183D7F6-B498-43B3-948B-1728B52AA6E4}">
                <adec:decorative xmlns="" xmlns:adec="http://schemas.microsoft.com/office/drawing/2017/decorative" val="1"/>
              </a:ext>
            </a:extLst>
          </p:cNvPr>
          <p:cNvSpPr>
            <a:spLocks noGrp="1"/>
          </p:cNvSpPr>
          <p:nvPr>
            <p:ph type="pic" sz="quarter" idx="22" hasCustomPrompt="1"/>
          </p:nvPr>
        </p:nvSpPr>
        <p:spPr>
          <a:xfrm>
            <a:off x="8555561" y="3663296"/>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42" name="Picture Placeholder 8">
            <a:extLst>
              <a:ext uri="{FF2B5EF4-FFF2-40B4-BE49-F238E27FC236}">
                <a16:creationId xmlns:a16="http://schemas.microsoft.com/office/drawing/2014/main" id="{5A9E7D40-35C3-4F7D-AAB6-D4168037C92B}"/>
              </a:ext>
              <a:ext uri="{C183D7F6-B498-43B3-948B-1728B52AA6E4}">
                <adec:decorative xmlns="" xmlns:adec="http://schemas.microsoft.com/office/drawing/2017/decorative" val="1"/>
              </a:ext>
            </a:extLst>
          </p:cNvPr>
          <p:cNvSpPr>
            <a:spLocks noGrp="1"/>
          </p:cNvSpPr>
          <p:nvPr>
            <p:ph type="pic" sz="quarter" idx="23" hasCustomPrompt="1"/>
          </p:nvPr>
        </p:nvSpPr>
        <p:spPr>
          <a:xfrm>
            <a:off x="7537747" y="5090164"/>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43" name="Picture Placeholder 8">
            <a:extLst>
              <a:ext uri="{FF2B5EF4-FFF2-40B4-BE49-F238E27FC236}">
                <a16:creationId xmlns:a16="http://schemas.microsoft.com/office/drawing/2014/main" id="{13CB6343-C37E-4656-A566-EA9A3A1BF01D}"/>
              </a:ext>
              <a:ext uri="{C183D7F6-B498-43B3-948B-1728B52AA6E4}">
                <adec:decorative xmlns="" xmlns:adec="http://schemas.microsoft.com/office/drawing/2017/decorative" val="1"/>
              </a:ext>
            </a:extLst>
          </p:cNvPr>
          <p:cNvSpPr>
            <a:spLocks noGrp="1"/>
          </p:cNvSpPr>
          <p:nvPr>
            <p:ph type="pic" sz="quarter" idx="24" hasCustomPrompt="1"/>
          </p:nvPr>
        </p:nvSpPr>
        <p:spPr>
          <a:xfrm>
            <a:off x="9587646" y="2223786"/>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44" name="Text Placeholder 7">
            <a:extLst>
              <a:ext uri="{FF2B5EF4-FFF2-40B4-BE49-F238E27FC236}">
                <a16:creationId xmlns:a16="http://schemas.microsoft.com/office/drawing/2014/main" id="{847B0A6E-95FE-4876-8783-F2D69813E0D6}"/>
              </a:ext>
            </a:extLst>
          </p:cNvPr>
          <p:cNvSpPr>
            <a:spLocks noGrp="1"/>
          </p:cNvSpPr>
          <p:nvPr>
            <p:ph type="body" sz="quarter" idx="25" hasCustomPrompt="1"/>
          </p:nvPr>
        </p:nvSpPr>
        <p:spPr>
          <a:xfrm>
            <a:off x="7595850" y="2643605"/>
            <a:ext cx="1311814" cy="166199"/>
          </a:xfrm>
          <a:noFill/>
        </p:spPr>
        <p:txBody>
          <a:bodyPr wrap="square" lIns="0" tIns="0" rIns="0" bIns="0" anchor="ctr">
            <a:noAutofit/>
          </a:bodyPr>
          <a:lstStyle>
            <a:lvl1pPr marL="0" indent="0" algn="l">
              <a:spcBef>
                <a:spcPts val="0"/>
              </a:spcBef>
              <a:spcAft>
                <a:spcPts val="0"/>
              </a:spcAft>
              <a:buNone/>
              <a:defRPr sz="1200" b="0">
                <a:solidFill>
                  <a:schemeClr val="tx1">
                    <a:lumMod val="75000"/>
                    <a:lumOff val="25000"/>
                  </a:schemeClr>
                </a:solidFill>
                <a:latin typeface="+mn-lt"/>
              </a:defRPr>
            </a:lvl1pPr>
          </a:lstStyle>
          <a:p>
            <a:pPr lvl="0"/>
            <a:r>
              <a:rPr lang="en-US" noProof="0"/>
              <a:t>Name</a:t>
            </a:r>
          </a:p>
        </p:txBody>
      </p:sp>
      <p:sp>
        <p:nvSpPr>
          <p:cNvPr id="45" name="Text Placeholder 7">
            <a:extLst>
              <a:ext uri="{FF2B5EF4-FFF2-40B4-BE49-F238E27FC236}">
                <a16:creationId xmlns:a16="http://schemas.microsoft.com/office/drawing/2014/main" id="{4E9CD2A8-E96D-45CF-B252-F6F8267FF344}"/>
              </a:ext>
            </a:extLst>
          </p:cNvPr>
          <p:cNvSpPr>
            <a:spLocks noGrp="1"/>
          </p:cNvSpPr>
          <p:nvPr>
            <p:ph type="body" sz="quarter" idx="26" hasCustomPrompt="1"/>
          </p:nvPr>
        </p:nvSpPr>
        <p:spPr>
          <a:xfrm>
            <a:off x="6557415" y="4083115"/>
            <a:ext cx="1311814" cy="166199"/>
          </a:xfrm>
          <a:noFill/>
        </p:spPr>
        <p:txBody>
          <a:bodyPr wrap="square" lIns="0" tIns="0" rIns="0" bIns="0" anchor="ctr">
            <a:noAutofit/>
          </a:bodyPr>
          <a:lstStyle>
            <a:lvl1pPr marL="0" indent="0" algn="l">
              <a:spcBef>
                <a:spcPts val="0"/>
              </a:spcBef>
              <a:spcAft>
                <a:spcPts val="0"/>
              </a:spcAft>
              <a:buNone/>
              <a:defRPr sz="1200" b="0">
                <a:solidFill>
                  <a:schemeClr val="tx1">
                    <a:lumMod val="75000"/>
                    <a:lumOff val="25000"/>
                  </a:schemeClr>
                </a:solidFill>
                <a:latin typeface="+mn-lt"/>
              </a:defRPr>
            </a:lvl1pPr>
          </a:lstStyle>
          <a:p>
            <a:pPr lvl="0"/>
            <a:r>
              <a:rPr lang="en-US" noProof="0"/>
              <a:t>Name</a:t>
            </a:r>
          </a:p>
        </p:txBody>
      </p:sp>
      <p:sp>
        <p:nvSpPr>
          <p:cNvPr id="46" name="Text Placeholder 7">
            <a:extLst>
              <a:ext uri="{FF2B5EF4-FFF2-40B4-BE49-F238E27FC236}">
                <a16:creationId xmlns:a16="http://schemas.microsoft.com/office/drawing/2014/main" id="{1AE8BBFE-01C4-4028-9B89-8D3A005A4B89}"/>
              </a:ext>
            </a:extLst>
          </p:cNvPr>
          <p:cNvSpPr>
            <a:spLocks noGrp="1"/>
          </p:cNvSpPr>
          <p:nvPr>
            <p:ph type="body" sz="quarter" idx="27" hasCustomPrompt="1"/>
          </p:nvPr>
        </p:nvSpPr>
        <p:spPr>
          <a:xfrm>
            <a:off x="5564282" y="5509983"/>
            <a:ext cx="1311814" cy="166199"/>
          </a:xfrm>
          <a:noFill/>
        </p:spPr>
        <p:txBody>
          <a:bodyPr wrap="square" lIns="0" tIns="0" rIns="0" bIns="0" anchor="ctr">
            <a:noAutofit/>
          </a:bodyPr>
          <a:lstStyle>
            <a:lvl1pPr marL="0" indent="0" algn="l">
              <a:spcBef>
                <a:spcPts val="0"/>
              </a:spcBef>
              <a:spcAft>
                <a:spcPts val="0"/>
              </a:spcAft>
              <a:buNone/>
              <a:defRPr sz="1200" b="0">
                <a:solidFill>
                  <a:schemeClr val="tx1">
                    <a:lumMod val="75000"/>
                    <a:lumOff val="25000"/>
                  </a:schemeClr>
                </a:solidFill>
                <a:latin typeface="+mn-lt"/>
              </a:defRPr>
            </a:lvl1pPr>
          </a:lstStyle>
          <a:p>
            <a:pPr lvl="0"/>
            <a:r>
              <a:rPr lang="en-US" noProof="0"/>
              <a:t>Name</a:t>
            </a:r>
          </a:p>
        </p:txBody>
      </p:sp>
      <p:sp>
        <p:nvSpPr>
          <p:cNvPr id="47" name="Text Placeholder 7">
            <a:extLst>
              <a:ext uri="{FF2B5EF4-FFF2-40B4-BE49-F238E27FC236}">
                <a16:creationId xmlns:a16="http://schemas.microsoft.com/office/drawing/2014/main" id="{49C15349-435A-457E-9835-D4345AD3ED9F}"/>
              </a:ext>
            </a:extLst>
          </p:cNvPr>
          <p:cNvSpPr>
            <a:spLocks noGrp="1"/>
          </p:cNvSpPr>
          <p:nvPr>
            <p:ph type="body" sz="quarter" idx="28" hasCustomPrompt="1"/>
          </p:nvPr>
        </p:nvSpPr>
        <p:spPr>
          <a:xfrm>
            <a:off x="10727786" y="2643605"/>
            <a:ext cx="1311814" cy="166199"/>
          </a:xfrm>
          <a:noFill/>
        </p:spPr>
        <p:txBody>
          <a:bodyPr wrap="square" lIns="0" tIns="0" rIns="0" bIns="0" anchor="ctr">
            <a:noAutofit/>
          </a:bodyPr>
          <a:lstStyle>
            <a:lvl1pPr marL="0" indent="0" algn="l">
              <a:spcBef>
                <a:spcPts val="0"/>
              </a:spcBef>
              <a:spcAft>
                <a:spcPts val="0"/>
              </a:spcAft>
              <a:buNone/>
              <a:defRPr sz="1200" b="0">
                <a:solidFill>
                  <a:schemeClr val="tx1">
                    <a:lumMod val="75000"/>
                    <a:lumOff val="25000"/>
                  </a:schemeClr>
                </a:solidFill>
                <a:latin typeface="+mn-lt"/>
              </a:defRPr>
            </a:lvl1pPr>
          </a:lstStyle>
          <a:p>
            <a:pPr lvl="0"/>
            <a:r>
              <a:rPr lang="en-US" noProof="0"/>
              <a:t>Name</a:t>
            </a:r>
          </a:p>
        </p:txBody>
      </p:sp>
      <p:sp>
        <p:nvSpPr>
          <p:cNvPr id="48" name="Text Placeholder 7">
            <a:extLst>
              <a:ext uri="{FF2B5EF4-FFF2-40B4-BE49-F238E27FC236}">
                <a16:creationId xmlns:a16="http://schemas.microsoft.com/office/drawing/2014/main" id="{06DC437D-C5F6-49FA-8BF0-932297827EA8}"/>
              </a:ext>
            </a:extLst>
          </p:cNvPr>
          <p:cNvSpPr>
            <a:spLocks noGrp="1"/>
          </p:cNvSpPr>
          <p:nvPr>
            <p:ph type="body" sz="quarter" idx="29" hasCustomPrompt="1"/>
          </p:nvPr>
        </p:nvSpPr>
        <p:spPr>
          <a:xfrm>
            <a:off x="9689351" y="4083115"/>
            <a:ext cx="1311814" cy="166199"/>
          </a:xfrm>
          <a:noFill/>
        </p:spPr>
        <p:txBody>
          <a:bodyPr wrap="square" lIns="0" tIns="0" rIns="0" bIns="0" anchor="ctr">
            <a:noAutofit/>
          </a:bodyPr>
          <a:lstStyle>
            <a:lvl1pPr marL="0" indent="0" algn="l">
              <a:spcBef>
                <a:spcPts val="0"/>
              </a:spcBef>
              <a:spcAft>
                <a:spcPts val="0"/>
              </a:spcAft>
              <a:buNone/>
              <a:defRPr sz="1200" b="0">
                <a:solidFill>
                  <a:schemeClr val="tx1">
                    <a:lumMod val="75000"/>
                    <a:lumOff val="25000"/>
                  </a:schemeClr>
                </a:solidFill>
                <a:latin typeface="+mn-lt"/>
              </a:defRPr>
            </a:lvl1pPr>
          </a:lstStyle>
          <a:p>
            <a:pPr lvl="0"/>
            <a:r>
              <a:rPr lang="en-US" noProof="0"/>
              <a:t>Name</a:t>
            </a:r>
          </a:p>
        </p:txBody>
      </p:sp>
      <p:sp>
        <p:nvSpPr>
          <p:cNvPr id="49" name="Text Placeholder 7">
            <a:extLst>
              <a:ext uri="{FF2B5EF4-FFF2-40B4-BE49-F238E27FC236}">
                <a16:creationId xmlns:a16="http://schemas.microsoft.com/office/drawing/2014/main" id="{9DB16E7F-EE86-4AF9-871B-5614FE2D4428}"/>
              </a:ext>
            </a:extLst>
          </p:cNvPr>
          <p:cNvSpPr>
            <a:spLocks noGrp="1"/>
          </p:cNvSpPr>
          <p:nvPr>
            <p:ph type="body" sz="quarter" idx="30" hasCustomPrompt="1"/>
          </p:nvPr>
        </p:nvSpPr>
        <p:spPr>
          <a:xfrm>
            <a:off x="8696218" y="5509983"/>
            <a:ext cx="1311814" cy="166199"/>
          </a:xfrm>
          <a:noFill/>
        </p:spPr>
        <p:txBody>
          <a:bodyPr wrap="square" lIns="0" tIns="0" rIns="0" bIns="0" anchor="ctr">
            <a:noAutofit/>
          </a:bodyPr>
          <a:lstStyle>
            <a:lvl1pPr marL="0" indent="0" algn="l">
              <a:spcBef>
                <a:spcPts val="0"/>
              </a:spcBef>
              <a:spcAft>
                <a:spcPts val="0"/>
              </a:spcAft>
              <a:buNone/>
              <a:defRPr sz="1200" b="0">
                <a:solidFill>
                  <a:schemeClr val="tx1">
                    <a:lumMod val="75000"/>
                    <a:lumOff val="25000"/>
                  </a:schemeClr>
                </a:solidFill>
                <a:latin typeface="+mn-lt"/>
              </a:defRPr>
            </a:lvl1pPr>
          </a:lstStyle>
          <a:p>
            <a:pPr lvl="0"/>
            <a:r>
              <a:rPr lang="en-US" noProof="0"/>
              <a:t>Name</a:t>
            </a:r>
          </a:p>
        </p:txBody>
      </p:sp>
    </p:spTree>
    <p:extLst>
      <p:ext uri="{BB962C8B-B14F-4D97-AF65-F5344CB8AC3E}">
        <p14:creationId xmlns:p14="http://schemas.microsoft.com/office/powerpoint/2010/main" val="1288423596"/>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ITLE ONLY_Org Char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9" name="Freeform: Shape 8">
            <a:extLst>
              <a:ext uri="{FF2B5EF4-FFF2-40B4-BE49-F238E27FC236}">
                <a16:creationId xmlns:a16="http://schemas.microsoft.com/office/drawing/2014/main" id="{0CE973A6-10E7-4E33-AA8B-7240F9197012}"/>
              </a:ext>
              <a:ext uri="{C183D7F6-B498-43B3-948B-1728B52AA6E4}">
                <adec:decorative xmlns=""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Picture Placeholder 8">
            <a:extLst>
              <a:ext uri="{FF2B5EF4-FFF2-40B4-BE49-F238E27FC236}">
                <a16:creationId xmlns:a16="http://schemas.microsoft.com/office/drawing/2014/main" id="{48934421-B8F7-41B6-9EC4-5E3C497424A8}"/>
              </a:ext>
              <a:ext uri="{C183D7F6-B498-43B3-948B-1728B52AA6E4}">
                <adec:decorative xmlns="" xmlns:adec="http://schemas.microsoft.com/office/drawing/2017/decorative" val="1"/>
              </a:ext>
            </a:extLst>
          </p:cNvPr>
          <p:cNvSpPr>
            <a:spLocks noGrp="1"/>
          </p:cNvSpPr>
          <p:nvPr>
            <p:ph type="pic" sz="quarter" idx="17" hasCustomPrompt="1"/>
          </p:nvPr>
        </p:nvSpPr>
        <p:spPr>
          <a:xfrm>
            <a:off x="3960064" y="1981200"/>
            <a:ext cx="1523993" cy="1523994"/>
          </a:xfrm>
          <a:prstGeom prst="ellipse">
            <a:avLst/>
          </a:prstGeo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dirty="0"/>
              <a:t>Insert Image</a:t>
            </a:r>
          </a:p>
        </p:txBody>
      </p:sp>
      <p:sp>
        <p:nvSpPr>
          <p:cNvPr id="10" name="Text Placeholder 7">
            <a:extLst>
              <a:ext uri="{FF2B5EF4-FFF2-40B4-BE49-F238E27FC236}">
                <a16:creationId xmlns:a16="http://schemas.microsoft.com/office/drawing/2014/main" id="{4BACF049-4E3E-418D-9DB0-9D63BDDD25AE}"/>
              </a:ext>
            </a:extLst>
          </p:cNvPr>
          <p:cNvSpPr>
            <a:spLocks noGrp="1"/>
          </p:cNvSpPr>
          <p:nvPr>
            <p:ph type="body" sz="quarter" idx="16" hasCustomPrompt="1"/>
          </p:nvPr>
        </p:nvSpPr>
        <p:spPr>
          <a:xfrm>
            <a:off x="5788864" y="2618469"/>
            <a:ext cx="3108959" cy="424732"/>
          </a:xfrm>
          <a:noFill/>
        </p:spPr>
        <p:txBody>
          <a:bodyPr wrap="square" lIns="91440" rIns="91440" anchor="ctr">
            <a:noAutofit/>
          </a:bodyPr>
          <a:lstStyle>
            <a:lvl1pPr marL="0" indent="0" algn="l">
              <a:spcBef>
                <a:spcPts val="0"/>
              </a:spcBef>
              <a:spcAft>
                <a:spcPts val="0"/>
              </a:spcAft>
              <a:buNone/>
              <a:defRPr sz="1600" b="1">
                <a:solidFill>
                  <a:schemeClr val="tx2"/>
                </a:solidFill>
                <a:latin typeface="+mj-lt"/>
              </a:defRPr>
            </a:lvl1pPr>
          </a:lstStyle>
          <a:p>
            <a:pPr lvl="0"/>
            <a:r>
              <a:rPr lang="en-US" noProof="0"/>
              <a:t>ADD TEXT </a:t>
            </a:r>
          </a:p>
        </p:txBody>
      </p:sp>
      <p:sp>
        <p:nvSpPr>
          <p:cNvPr id="12" name="Text Placeholder 7">
            <a:extLst>
              <a:ext uri="{FF2B5EF4-FFF2-40B4-BE49-F238E27FC236}">
                <a16:creationId xmlns:a16="http://schemas.microsoft.com/office/drawing/2014/main" id="{EFE2AF5B-D21D-4FE5-932F-F2989F6E0116}"/>
              </a:ext>
            </a:extLst>
          </p:cNvPr>
          <p:cNvSpPr>
            <a:spLocks noGrp="1"/>
          </p:cNvSpPr>
          <p:nvPr>
            <p:ph type="body" sz="quarter" idx="18" hasCustomPrompt="1"/>
          </p:nvPr>
        </p:nvSpPr>
        <p:spPr>
          <a:xfrm>
            <a:off x="5788864" y="2999470"/>
            <a:ext cx="3108959" cy="323629"/>
          </a:xfrm>
          <a:noFill/>
        </p:spPr>
        <p:txBody>
          <a:bodyPr wrap="square" lIns="91440" rIns="91440" anchor="t">
            <a:noAutofit/>
          </a:bodyPr>
          <a:lstStyle>
            <a:lvl1pPr marL="0" indent="0" algn="l">
              <a:spcBef>
                <a:spcPts val="0"/>
              </a:spcBef>
              <a:spcAft>
                <a:spcPts val="0"/>
              </a:spcAft>
              <a:buNone/>
              <a:defRPr sz="1200" b="0">
                <a:solidFill>
                  <a:schemeClr val="tx2"/>
                </a:solidFill>
                <a:latin typeface="+mn-lt"/>
              </a:defRPr>
            </a:lvl1pPr>
          </a:lstStyle>
          <a:p>
            <a:pPr lvl="0"/>
            <a:r>
              <a:rPr lang="en-US" noProof="0"/>
              <a:t>Description</a:t>
            </a:r>
          </a:p>
        </p:txBody>
      </p:sp>
      <p:cxnSp>
        <p:nvCxnSpPr>
          <p:cNvPr id="14" name="Straight Connector 13">
            <a:extLst>
              <a:ext uri="{FF2B5EF4-FFF2-40B4-BE49-F238E27FC236}">
                <a16:creationId xmlns:a16="http://schemas.microsoft.com/office/drawing/2014/main" id="{266B4E82-4E92-438C-9DBD-FDAC98DBA804}"/>
              </a:ext>
              <a:ext uri="{C183D7F6-B498-43B3-948B-1728B52AA6E4}">
                <adec:decorative xmlns="" xmlns:adec="http://schemas.microsoft.com/office/drawing/2017/decorative" val="1"/>
              </a:ext>
            </a:extLst>
          </p:cNvPr>
          <p:cNvCxnSpPr>
            <a:cxnSpLocks/>
          </p:cNvCxnSpPr>
          <p:nvPr userDrawn="1"/>
        </p:nvCxnSpPr>
        <p:spPr>
          <a:xfrm rot="16200000">
            <a:off x="6146423" y="665228"/>
            <a:ext cx="0" cy="740664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6" name="Picture Placeholder 8">
            <a:extLst>
              <a:ext uri="{FF2B5EF4-FFF2-40B4-BE49-F238E27FC236}">
                <a16:creationId xmlns:a16="http://schemas.microsoft.com/office/drawing/2014/main" id="{5C2A05E4-0266-470B-94B6-0EA500EFD52F}"/>
              </a:ext>
              <a:ext uri="{C183D7F6-B498-43B3-948B-1728B52AA6E4}">
                <adec:decorative xmlns="" xmlns:adec="http://schemas.microsoft.com/office/drawing/2017/decorative" val="1"/>
              </a:ext>
            </a:extLst>
          </p:cNvPr>
          <p:cNvSpPr>
            <a:spLocks noGrp="1"/>
          </p:cNvSpPr>
          <p:nvPr>
            <p:ph type="pic" sz="quarter" idx="21" hasCustomPrompt="1"/>
          </p:nvPr>
        </p:nvSpPr>
        <p:spPr>
          <a:xfrm>
            <a:off x="1811223"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17" name="Text Placeholder 7">
            <a:extLst>
              <a:ext uri="{FF2B5EF4-FFF2-40B4-BE49-F238E27FC236}">
                <a16:creationId xmlns:a16="http://schemas.microsoft.com/office/drawing/2014/main" id="{8B705CE2-63BB-44EF-9494-D7197888F260}"/>
              </a:ext>
            </a:extLst>
          </p:cNvPr>
          <p:cNvSpPr>
            <a:spLocks noGrp="1"/>
          </p:cNvSpPr>
          <p:nvPr>
            <p:ph type="body" sz="quarter" idx="25" hasCustomPrompt="1"/>
          </p:nvPr>
        </p:nvSpPr>
        <p:spPr>
          <a:xfrm>
            <a:off x="1520494"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18" name="Text Placeholder 7">
            <a:extLst>
              <a:ext uri="{FF2B5EF4-FFF2-40B4-BE49-F238E27FC236}">
                <a16:creationId xmlns:a16="http://schemas.microsoft.com/office/drawing/2014/main" id="{91C9BD3E-CCA7-4ADF-83CB-175C316AEA84}"/>
              </a:ext>
            </a:extLst>
          </p:cNvPr>
          <p:cNvSpPr>
            <a:spLocks noGrp="1"/>
          </p:cNvSpPr>
          <p:nvPr>
            <p:ph type="body" sz="quarter" idx="26" hasCustomPrompt="1"/>
          </p:nvPr>
        </p:nvSpPr>
        <p:spPr>
          <a:xfrm>
            <a:off x="1520494"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
        <p:nvSpPr>
          <p:cNvPr id="19" name="Picture Placeholder 8">
            <a:extLst>
              <a:ext uri="{FF2B5EF4-FFF2-40B4-BE49-F238E27FC236}">
                <a16:creationId xmlns:a16="http://schemas.microsoft.com/office/drawing/2014/main" id="{DC756ECA-27F0-4309-A411-2021931A3A4F}"/>
              </a:ext>
              <a:ext uri="{C183D7F6-B498-43B3-948B-1728B52AA6E4}">
                <adec:decorative xmlns="" xmlns:adec="http://schemas.microsoft.com/office/drawing/2017/decorative" val="1"/>
              </a:ext>
            </a:extLst>
          </p:cNvPr>
          <p:cNvSpPr>
            <a:spLocks noGrp="1"/>
          </p:cNvSpPr>
          <p:nvPr>
            <p:ph type="pic" sz="quarter" idx="27" hasCustomPrompt="1"/>
          </p:nvPr>
        </p:nvSpPr>
        <p:spPr>
          <a:xfrm>
            <a:off x="3640023"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0" name="Text Placeholder 7">
            <a:extLst>
              <a:ext uri="{FF2B5EF4-FFF2-40B4-BE49-F238E27FC236}">
                <a16:creationId xmlns:a16="http://schemas.microsoft.com/office/drawing/2014/main" id="{BCC1B1EE-9270-494A-B26E-3E810517012E}"/>
              </a:ext>
            </a:extLst>
          </p:cNvPr>
          <p:cNvSpPr>
            <a:spLocks noGrp="1"/>
          </p:cNvSpPr>
          <p:nvPr>
            <p:ph type="body" sz="quarter" idx="28" hasCustomPrompt="1"/>
          </p:nvPr>
        </p:nvSpPr>
        <p:spPr>
          <a:xfrm>
            <a:off x="3349294"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21" name="Text Placeholder 7">
            <a:extLst>
              <a:ext uri="{FF2B5EF4-FFF2-40B4-BE49-F238E27FC236}">
                <a16:creationId xmlns:a16="http://schemas.microsoft.com/office/drawing/2014/main" id="{621D9997-09EF-468A-A3A6-7C2705CF1757}"/>
              </a:ext>
            </a:extLst>
          </p:cNvPr>
          <p:cNvSpPr>
            <a:spLocks noGrp="1"/>
          </p:cNvSpPr>
          <p:nvPr>
            <p:ph type="body" sz="quarter" idx="29" hasCustomPrompt="1"/>
          </p:nvPr>
        </p:nvSpPr>
        <p:spPr>
          <a:xfrm>
            <a:off x="3349294"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
        <p:nvSpPr>
          <p:cNvPr id="22" name="Picture Placeholder 8">
            <a:extLst>
              <a:ext uri="{FF2B5EF4-FFF2-40B4-BE49-F238E27FC236}">
                <a16:creationId xmlns:a16="http://schemas.microsoft.com/office/drawing/2014/main" id="{CC2A50A3-3A8F-469D-B16E-A06FD4C2A978}"/>
              </a:ext>
              <a:ext uri="{C183D7F6-B498-43B3-948B-1728B52AA6E4}">
                <adec:decorative xmlns="" xmlns:adec="http://schemas.microsoft.com/office/drawing/2017/decorative" val="1"/>
              </a:ext>
            </a:extLst>
          </p:cNvPr>
          <p:cNvSpPr>
            <a:spLocks noGrp="1"/>
          </p:cNvSpPr>
          <p:nvPr>
            <p:ph type="pic" sz="quarter" idx="30" hasCustomPrompt="1"/>
          </p:nvPr>
        </p:nvSpPr>
        <p:spPr>
          <a:xfrm>
            <a:off x="5449773"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3" name="Text Placeholder 7">
            <a:extLst>
              <a:ext uri="{FF2B5EF4-FFF2-40B4-BE49-F238E27FC236}">
                <a16:creationId xmlns:a16="http://schemas.microsoft.com/office/drawing/2014/main" id="{065EDDEE-214F-4148-8B8C-0BA5AEF7658A}"/>
              </a:ext>
            </a:extLst>
          </p:cNvPr>
          <p:cNvSpPr>
            <a:spLocks noGrp="1"/>
          </p:cNvSpPr>
          <p:nvPr>
            <p:ph type="body" sz="quarter" idx="31" hasCustomPrompt="1"/>
          </p:nvPr>
        </p:nvSpPr>
        <p:spPr>
          <a:xfrm>
            <a:off x="5159044"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24" name="Text Placeholder 7">
            <a:extLst>
              <a:ext uri="{FF2B5EF4-FFF2-40B4-BE49-F238E27FC236}">
                <a16:creationId xmlns:a16="http://schemas.microsoft.com/office/drawing/2014/main" id="{520C0E2F-F27A-44AC-BB9A-74F62BEC5752}"/>
              </a:ext>
            </a:extLst>
          </p:cNvPr>
          <p:cNvSpPr>
            <a:spLocks noGrp="1"/>
          </p:cNvSpPr>
          <p:nvPr>
            <p:ph type="body" sz="quarter" idx="32" hasCustomPrompt="1"/>
          </p:nvPr>
        </p:nvSpPr>
        <p:spPr>
          <a:xfrm>
            <a:off x="5159044"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
        <p:nvSpPr>
          <p:cNvPr id="25" name="Picture Placeholder 8">
            <a:extLst>
              <a:ext uri="{FF2B5EF4-FFF2-40B4-BE49-F238E27FC236}">
                <a16:creationId xmlns:a16="http://schemas.microsoft.com/office/drawing/2014/main" id="{ADC5446D-3469-43DA-ACE3-2AEC5B90384E}"/>
              </a:ext>
              <a:ext uri="{C183D7F6-B498-43B3-948B-1728B52AA6E4}">
                <adec:decorative xmlns="" xmlns:adec="http://schemas.microsoft.com/office/drawing/2017/decorative" val="1"/>
              </a:ext>
            </a:extLst>
          </p:cNvPr>
          <p:cNvSpPr>
            <a:spLocks noGrp="1"/>
          </p:cNvSpPr>
          <p:nvPr>
            <p:ph type="pic" sz="quarter" idx="33" hasCustomPrompt="1"/>
          </p:nvPr>
        </p:nvSpPr>
        <p:spPr>
          <a:xfrm>
            <a:off x="7259523"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6" name="Text Placeholder 7">
            <a:extLst>
              <a:ext uri="{FF2B5EF4-FFF2-40B4-BE49-F238E27FC236}">
                <a16:creationId xmlns:a16="http://schemas.microsoft.com/office/drawing/2014/main" id="{4BF91944-817D-4080-9FC7-1C01D3C52F74}"/>
              </a:ext>
            </a:extLst>
          </p:cNvPr>
          <p:cNvSpPr>
            <a:spLocks noGrp="1"/>
          </p:cNvSpPr>
          <p:nvPr>
            <p:ph type="body" sz="quarter" idx="34" hasCustomPrompt="1"/>
          </p:nvPr>
        </p:nvSpPr>
        <p:spPr>
          <a:xfrm>
            <a:off x="6968794"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27" name="Text Placeholder 7">
            <a:extLst>
              <a:ext uri="{FF2B5EF4-FFF2-40B4-BE49-F238E27FC236}">
                <a16:creationId xmlns:a16="http://schemas.microsoft.com/office/drawing/2014/main" id="{B6FC5678-B04A-4631-9DFF-776737E9C8AC}"/>
              </a:ext>
            </a:extLst>
          </p:cNvPr>
          <p:cNvSpPr>
            <a:spLocks noGrp="1"/>
          </p:cNvSpPr>
          <p:nvPr>
            <p:ph type="body" sz="quarter" idx="35" hasCustomPrompt="1"/>
          </p:nvPr>
        </p:nvSpPr>
        <p:spPr>
          <a:xfrm>
            <a:off x="6968794"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
        <p:nvSpPr>
          <p:cNvPr id="28" name="Picture Placeholder 8">
            <a:extLst>
              <a:ext uri="{FF2B5EF4-FFF2-40B4-BE49-F238E27FC236}">
                <a16:creationId xmlns:a16="http://schemas.microsoft.com/office/drawing/2014/main" id="{BF024C2A-A070-4BF1-BA78-8FDD47DED455}"/>
              </a:ext>
              <a:ext uri="{C183D7F6-B498-43B3-948B-1728B52AA6E4}">
                <adec:decorative xmlns="" xmlns:adec="http://schemas.microsoft.com/office/drawing/2017/decorative" val="1"/>
              </a:ext>
            </a:extLst>
          </p:cNvPr>
          <p:cNvSpPr>
            <a:spLocks noGrp="1"/>
          </p:cNvSpPr>
          <p:nvPr>
            <p:ph type="pic" sz="quarter" idx="36" hasCustomPrompt="1"/>
          </p:nvPr>
        </p:nvSpPr>
        <p:spPr>
          <a:xfrm>
            <a:off x="9066634"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9" name="Text Placeholder 7">
            <a:extLst>
              <a:ext uri="{FF2B5EF4-FFF2-40B4-BE49-F238E27FC236}">
                <a16:creationId xmlns:a16="http://schemas.microsoft.com/office/drawing/2014/main" id="{72D75690-3F0F-4257-84B4-90CB4E6BB7EA}"/>
              </a:ext>
            </a:extLst>
          </p:cNvPr>
          <p:cNvSpPr>
            <a:spLocks noGrp="1"/>
          </p:cNvSpPr>
          <p:nvPr>
            <p:ph type="body" sz="quarter" idx="37" hasCustomPrompt="1"/>
          </p:nvPr>
        </p:nvSpPr>
        <p:spPr>
          <a:xfrm>
            <a:off x="8775905"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30" name="Text Placeholder 7">
            <a:extLst>
              <a:ext uri="{FF2B5EF4-FFF2-40B4-BE49-F238E27FC236}">
                <a16:creationId xmlns:a16="http://schemas.microsoft.com/office/drawing/2014/main" id="{FC3E89DF-7D8F-458A-910F-B06B607998AF}"/>
              </a:ext>
            </a:extLst>
          </p:cNvPr>
          <p:cNvSpPr>
            <a:spLocks noGrp="1"/>
          </p:cNvSpPr>
          <p:nvPr>
            <p:ph type="body" sz="quarter" idx="38" hasCustomPrompt="1"/>
          </p:nvPr>
        </p:nvSpPr>
        <p:spPr>
          <a:xfrm>
            <a:off x="8775905"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Tree>
    <p:extLst>
      <p:ext uri="{BB962C8B-B14F-4D97-AF65-F5344CB8AC3E}">
        <p14:creationId xmlns:p14="http://schemas.microsoft.com/office/powerpoint/2010/main" val="3627878604"/>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ITLE ONLY_Org Chart 6">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9" name="Freeform: Shape 8">
            <a:extLst>
              <a:ext uri="{FF2B5EF4-FFF2-40B4-BE49-F238E27FC236}">
                <a16:creationId xmlns:a16="http://schemas.microsoft.com/office/drawing/2014/main" id="{0CE973A6-10E7-4E33-AA8B-7240F9197012}"/>
              </a:ext>
              <a:ext uri="{C183D7F6-B498-43B3-948B-1728B52AA6E4}">
                <adec:decorative xmlns=""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Picture Placeholder 8">
            <a:extLst>
              <a:ext uri="{FF2B5EF4-FFF2-40B4-BE49-F238E27FC236}">
                <a16:creationId xmlns:a16="http://schemas.microsoft.com/office/drawing/2014/main" id="{48934421-B8F7-41B6-9EC4-5E3C497424A8}"/>
              </a:ext>
              <a:ext uri="{C183D7F6-B498-43B3-948B-1728B52AA6E4}">
                <adec:decorative xmlns="" xmlns:adec="http://schemas.microsoft.com/office/drawing/2017/decorative" val="1"/>
              </a:ext>
            </a:extLst>
          </p:cNvPr>
          <p:cNvSpPr>
            <a:spLocks noGrp="1"/>
          </p:cNvSpPr>
          <p:nvPr>
            <p:ph type="pic" sz="quarter" idx="17" hasCustomPrompt="1"/>
          </p:nvPr>
        </p:nvSpPr>
        <p:spPr>
          <a:xfrm>
            <a:off x="3596641" y="1981200"/>
            <a:ext cx="1523993" cy="1523994"/>
          </a:xfrm>
          <a:prstGeom prst="ellipse">
            <a:avLst/>
          </a:prstGeo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dirty="0"/>
              <a:t>Insert Image</a:t>
            </a:r>
          </a:p>
        </p:txBody>
      </p:sp>
      <p:sp>
        <p:nvSpPr>
          <p:cNvPr id="10" name="Text Placeholder 7">
            <a:extLst>
              <a:ext uri="{FF2B5EF4-FFF2-40B4-BE49-F238E27FC236}">
                <a16:creationId xmlns:a16="http://schemas.microsoft.com/office/drawing/2014/main" id="{4BACF049-4E3E-418D-9DB0-9D63BDDD25AE}"/>
              </a:ext>
            </a:extLst>
          </p:cNvPr>
          <p:cNvSpPr>
            <a:spLocks noGrp="1"/>
          </p:cNvSpPr>
          <p:nvPr>
            <p:ph type="body" sz="quarter" idx="16" hasCustomPrompt="1"/>
          </p:nvPr>
        </p:nvSpPr>
        <p:spPr>
          <a:xfrm>
            <a:off x="5425441" y="2618469"/>
            <a:ext cx="3108959" cy="424732"/>
          </a:xfrm>
          <a:noFill/>
        </p:spPr>
        <p:txBody>
          <a:bodyPr wrap="square" lIns="91440" rIns="91440" anchor="ctr">
            <a:noAutofit/>
          </a:bodyPr>
          <a:lstStyle>
            <a:lvl1pPr marL="0" indent="0" algn="l">
              <a:spcBef>
                <a:spcPts val="0"/>
              </a:spcBef>
              <a:spcAft>
                <a:spcPts val="0"/>
              </a:spcAft>
              <a:buNone/>
              <a:defRPr sz="1600" b="1">
                <a:solidFill>
                  <a:schemeClr val="tx2"/>
                </a:solidFill>
                <a:latin typeface="+mj-lt"/>
              </a:defRPr>
            </a:lvl1pPr>
          </a:lstStyle>
          <a:p>
            <a:pPr lvl="0"/>
            <a:r>
              <a:rPr lang="en-US" noProof="0"/>
              <a:t>ADD TEXT </a:t>
            </a:r>
          </a:p>
        </p:txBody>
      </p:sp>
      <p:sp>
        <p:nvSpPr>
          <p:cNvPr id="12" name="Text Placeholder 7">
            <a:extLst>
              <a:ext uri="{FF2B5EF4-FFF2-40B4-BE49-F238E27FC236}">
                <a16:creationId xmlns:a16="http://schemas.microsoft.com/office/drawing/2014/main" id="{EFE2AF5B-D21D-4FE5-932F-F2989F6E0116}"/>
              </a:ext>
            </a:extLst>
          </p:cNvPr>
          <p:cNvSpPr>
            <a:spLocks noGrp="1"/>
          </p:cNvSpPr>
          <p:nvPr>
            <p:ph type="body" sz="quarter" idx="18" hasCustomPrompt="1"/>
          </p:nvPr>
        </p:nvSpPr>
        <p:spPr>
          <a:xfrm>
            <a:off x="5425441" y="2999470"/>
            <a:ext cx="3108959" cy="323629"/>
          </a:xfrm>
          <a:noFill/>
        </p:spPr>
        <p:txBody>
          <a:bodyPr wrap="square" lIns="91440" rIns="91440" anchor="t">
            <a:noAutofit/>
          </a:bodyPr>
          <a:lstStyle>
            <a:lvl1pPr marL="0" indent="0" algn="l">
              <a:spcBef>
                <a:spcPts val="0"/>
              </a:spcBef>
              <a:spcAft>
                <a:spcPts val="0"/>
              </a:spcAft>
              <a:buNone/>
              <a:defRPr sz="1200" b="0">
                <a:solidFill>
                  <a:schemeClr val="tx2"/>
                </a:solidFill>
                <a:latin typeface="+mn-lt"/>
              </a:defRPr>
            </a:lvl1pPr>
          </a:lstStyle>
          <a:p>
            <a:pPr lvl="0"/>
            <a:r>
              <a:rPr lang="en-US" noProof="0"/>
              <a:t>Description</a:t>
            </a:r>
          </a:p>
        </p:txBody>
      </p:sp>
      <p:cxnSp>
        <p:nvCxnSpPr>
          <p:cNvPr id="14" name="Straight Connector 13">
            <a:extLst>
              <a:ext uri="{FF2B5EF4-FFF2-40B4-BE49-F238E27FC236}">
                <a16:creationId xmlns:a16="http://schemas.microsoft.com/office/drawing/2014/main" id="{266B4E82-4E92-438C-9DBD-FDAC98DBA804}"/>
              </a:ext>
              <a:ext uri="{C183D7F6-B498-43B3-948B-1728B52AA6E4}">
                <adec:decorative xmlns="" xmlns:adec="http://schemas.microsoft.com/office/drawing/2017/decorative" val="1"/>
              </a:ext>
            </a:extLst>
          </p:cNvPr>
          <p:cNvCxnSpPr>
            <a:cxnSpLocks/>
          </p:cNvCxnSpPr>
          <p:nvPr userDrawn="1"/>
        </p:nvCxnSpPr>
        <p:spPr>
          <a:xfrm rot="16200000">
            <a:off x="6165169" y="-112012"/>
            <a:ext cx="0" cy="896112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6" name="Picture Placeholder 8">
            <a:extLst>
              <a:ext uri="{FF2B5EF4-FFF2-40B4-BE49-F238E27FC236}">
                <a16:creationId xmlns:a16="http://schemas.microsoft.com/office/drawing/2014/main" id="{5C2A05E4-0266-470B-94B6-0EA500EFD52F}"/>
              </a:ext>
              <a:ext uri="{C183D7F6-B498-43B3-948B-1728B52AA6E4}">
                <adec:decorative xmlns="" xmlns:adec="http://schemas.microsoft.com/office/drawing/2017/decorative" val="1"/>
              </a:ext>
            </a:extLst>
          </p:cNvPr>
          <p:cNvSpPr>
            <a:spLocks noGrp="1"/>
          </p:cNvSpPr>
          <p:nvPr>
            <p:ph type="pic" sz="quarter" idx="21" hasCustomPrompt="1"/>
          </p:nvPr>
        </p:nvSpPr>
        <p:spPr>
          <a:xfrm>
            <a:off x="1052729"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17" name="Text Placeholder 7">
            <a:extLst>
              <a:ext uri="{FF2B5EF4-FFF2-40B4-BE49-F238E27FC236}">
                <a16:creationId xmlns:a16="http://schemas.microsoft.com/office/drawing/2014/main" id="{8B705CE2-63BB-44EF-9494-D7197888F260}"/>
              </a:ext>
            </a:extLst>
          </p:cNvPr>
          <p:cNvSpPr>
            <a:spLocks noGrp="1"/>
          </p:cNvSpPr>
          <p:nvPr>
            <p:ph type="body" sz="quarter" idx="25" hasCustomPrompt="1"/>
          </p:nvPr>
        </p:nvSpPr>
        <p:spPr>
          <a:xfrm>
            <a:off x="762000"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18" name="Text Placeholder 7">
            <a:extLst>
              <a:ext uri="{FF2B5EF4-FFF2-40B4-BE49-F238E27FC236}">
                <a16:creationId xmlns:a16="http://schemas.microsoft.com/office/drawing/2014/main" id="{91C9BD3E-CCA7-4ADF-83CB-175C316AEA84}"/>
              </a:ext>
            </a:extLst>
          </p:cNvPr>
          <p:cNvSpPr>
            <a:spLocks noGrp="1"/>
          </p:cNvSpPr>
          <p:nvPr>
            <p:ph type="body" sz="quarter" idx="26" hasCustomPrompt="1"/>
          </p:nvPr>
        </p:nvSpPr>
        <p:spPr>
          <a:xfrm>
            <a:off x="762000"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
        <p:nvSpPr>
          <p:cNvPr id="19" name="Picture Placeholder 8">
            <a:extLst>
              <a:ext uri="{FF2B5EF4-FFF2-40B4-BE49-F238E27FC236}">
                <a16:creationId xmlns:a16="http://schemas.microsoft.com/office/drawing/2014/main" id="{DC756ECA-27F0-4309-A411-2021931A3A4F}"/>
              </a:ext>
              <a:ext uri="{C183D7F6-B498-43B3-948B-1728B52AA6E4}">
                <adec:decorative xmlns="" xmlns:adec="http://schemas.microsoft.com/office/drawing/2017/decorative" val="1"/>
              </a:ext>
            </a:extLst>
          </p:cNvPr>
          <p:cNvSpPr>
            <a:spLocks noGrp="1"/>
          </p:cNvSpPr>
          <p:nvPr>
            <p:ph type="pic" sz="quarter" idx="27" hasCustomPrompt="1"/>
          </p:nvPr>
        </p:nvSpPr>
        <p:spPr>
          <a:xfrm>
            <a:off x="2881529"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0" name="Text Placeholder 7">
            <a:extLst>
              <a:ext uri="{FF2B5EF4-FFF2-40B4-BE49-F238E27FC236}">
                <a16:creationId xmlns:a16="http://schemas.microsoft.com/office/drawing/2014/main" id="{BCC1B1EE-9270-494A-B26E-3E810517012E}"/>
              </a:ext>
            </a:extLst>
          </p:cNvPr>
          <p:cNvSpPr>
            <a:spLocks noGrp="1"/>
          </p:cNvSpPr>
          <p:nvPr>
            <p:ph type="body" sz="quarter" idx="28" hasCustomPrompt="1"/>
          </p:nvPr>
        </p:nvSpPr>
        <p:spPr>
          <a:xfrm>
            <a:off x="2590800"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21" name="Text Placeholder 7">
            <a:extLst>
              <a:ext uri="{FF2B5EF4-FFF2-40B4-BE49-F238E27FC236}">
                <a16:creationId xmlns:a16="http://schemas.microsoft.com/office/drawing/2014/main" id="{621D9997-09EF-468A-A3A6-7C2705CF1757}"/>
              </a:ext>
            </a:extLst>
          </p:cNvPr>
          <p:cNvSpPr>
            <a:spLocks noGrp="1"/>
          </p:cNvSpPr>
          <p:nvPr>
            <p:ph type="body" sz="quarter" idx="29" hasCustomPrompt="1"/>
          </p:nvPr>
        </p:nvSpPr>
        <p:spPr>
          <a:xfrm>
            <a:off x="2590800"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
        <p:nvSpPr>
          <p:cNvPr id="22" name="Picture Placeholder 8">
            <a:extLst>
              <a:ext uri="{FF2B5EF4-FFF2-40B4-BE49-F238E27FC236}">
                <a16:creationId xmlns:a16="http://schemas.microsoft.com/office/drawing/2014/main" id="{CC2A50A3-3A8F-469D-B16E-A06FD4C2A978}"/>
              </a:ext>
              <a:ext uri="{C183D7F6-B498-43B3-948B-1728B52AA6E4}">
                <adec:decorative xmlns="" xmlns:adec="http://schemas.microsoft.com/office/drawing/2017/decorative" val="1"/>
              </a:ext>
            </a:extLst>
          </p:cNvPr>
          <p:cNvSpPr>
            <a:spLocks noGrp="1"/>
          </p:cNvSpPr>
          <p:nvPr>
            <p:ph type="pic" sz="quarter" idx="30" hasCustomPrompt="1"/>
          </p:nvPr>
        </p:nvSpPr>
        <p:spPr>
          <a:xfrm>
            <a:off x="4691279"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3" name="Text Placeholder 7">
            <a:extLst>
              <a:ext uri="{FF2B5EF4-FFF2-40B4-BE49-F238E27FC236}">
                <a16:creationId xmlns:a16="http://schemas.microsoft.com/office/drawing/2014/main" id="{065EDDEE-214F-4148-8B8C-0BA5AEF7658A}"/>
              </a:ext>
            </a:extLst>
          </p:cNvPr>
          <p:cNvSpPr>
            <a:spLocks noGrp="1"/>
          </p:cNvSpPr>
          <p:nvPr>
            <p:ph type="body" sz="quarter" idx="31" hasCustomPrompt="1"/>
          </p:nvPr>
        </p:nvSpPr>
        <p:spPr>
          <a:xfrm>
            <a:off x="4400550"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24" name="Text Placeholder 7">
            <a:extLst>
              <a:ext uri="{FF2B5EF4-FFF2-40B4-BE49-F238E27FC236}">
                <a16:creationId xmlns:a16="http://schemas.microsoft.com/office/drawing/2014/main" id="{520C0E2F-F27A-44AC-BB9A-74F62BEC5752}"/>
              </a:ext>
            </a:extLst>
          </p:cNvPr>
          <p:cNvSpPr>
            <a:spLocks noGrp="1"/>
          </p:cNvSpPr>
          <p:nvPr>
            <p:ph type="body" sz="quarter" idx="32" hasCustomPrompt="1"/>
          </p:nvPr>
        </p:nvSpPr>
        <p:spPr>
          <a:xfrm>
            <a:off x="4400550"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
        <p:nvSpPr>
          <p:cNvPr id="25" name="Picture Placeholder 8">
            <a:extLst>
              <a:ext uri="{FF2B5EF4-FFF2-40B4-BE49-F238E27FC236}">
                <a16:creationId xmlns:a16="http://schemas.microsoft.com/office/drawing/2014/main" id="{ADC5446D-3469-43DA-ACE3-2AEC5B90384E}"/>
              </a:ext>
              <a:ext uri="{C183D7F6-B498-43B3-948B-1728B52AA6E4}">
                <adec:decorative xmlns="" xmlns:adec="http://schemas.microsoft.com/office/drawing/2017/decorative" val="1"/>
              </a:ext>
            </a:extLst>
          </p:cNvPr>
          <p:cNvSpPr>
            <a:spLocks noGrp="1"/>
          </p:cNvSpPr>
          <p:nvPr>
            <p:ph type="pic" sz="quarter" idx="33" hasCustomPrompt="1"/>
          </p:nvPr>
        </p:nvSpPr>
        <p:spPr>
          <a:xfrm>
            <a:off x="6501029"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6" name="Text Placeholder 7">
            <a:extLst>
              <a:ext uri="{FF2B5EF4-FFF2-40B4-BE49-F238E27FC236}">
                <a16:creationId xmlns:a16="http://schemas.microsoft.com/office/drawing/2014/main" id="{4BF91944-817D-4080-9FC7-1C01D3C52F74}"/>
              </a:ext>
            </a:extLst>
          </p:cNvPr>
          <p:cNvSpPr>
            <a:spLocks noGrp="1"/>
          </p:cNvSpPr>
          <p:nvPr>
            <p:ph type="body" sz="quarter" idx="34" hasCustomPrompt="1"/>
          </p:nvPr>
        </p:nvSpPr>
        <p:spPr>
          <a:xfrm>
            <a:off x="6210300"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27" name="Text Placeholder 7">
            <a:extLst>
              <a:ext uri="{FF2B5EF4-FFF2-40B4-BE49-F238E27FC236}">
                <a16:creationId xmlns:a16="http://schemas.microsoft.com/office/drawing/2014/main" id="{B6FC5678-B04A-4631-9DFF-776737E9C8AC}"/>
              </a:ext>
            </a:extLst>
          </p:cNvPr>
          <p:cNvSpPr>
            <a:spLocks noGrp="1"/>
          </p:cNvSpPr>
          <p:nvPr>
            <p:ph type="body" sz="quarter" idx="35" hasCustomPrompt="1"/>
          </p:nvPr>
        </p:nvSpPr>
        <p:spPr>
          <a:xfrm>
            <a:off x="6210300"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
        <p:nvSpPr>
          <p:cNvPr id="28" name="Picture Placeholder 8">
            <a:extLst>
              <a:ext uri="{FF2B5EF4-FFF2-40B4-BE49-F238E27FC236}">
                <a16:creationId xmlns:a16="http://schemas.microsoft.com/office/drawing/2014/main" id="{BF024C2A-A070-4BF1-BA78-8FDD47DED455}"/>
              </a:ext>
              <a:ext uri="{C183D7F6-B498-43B3-948B-1728B52AA6E4}">
                <adec:decorative xmlns="" xmlns:adec="http://schemas.microsoft.com/office/drawing/2017/decorative" val="1"/>
              </a:ext>
            </a:extLst>
          </p:cNvPr>
          <p:cNvSpPr>
            <a:spLocks noGrp="1"/>
          </p:cNvSpPr>
          <p:nvPr>
            <p:ph type="pic" sz="quarter" idx="36" hasCustomPrompt="1"/>
          </p:nvPr>
        </p:nvSpPr>
        <p:spPr>
          <a:xfrm>
            <a:off x="8308140"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9" name="Text Placeholder 7">
            <a:extLst>
              <a:ext uri="{FF2B5EF4-FFF2-40B4-BE49-F238E27FC236}">
                <a16:creationId xmlns:a16="http://schemas.microsoft.com/office/drawing/2014/main" id="{72D75690-3F0F-4257-84B4-90CB4E6BB7EA}"/>
              </a:ext>
            </a:extLst>
          </p:cNvPr>
          <p:cNvSpPr>
            <a:spLocks noGrp="1"/>
          </p:cNvSpPr>
          <p:nvPr>
            <p:ph type="body" sz="quarter" idx="37" hasCustomPrompt="1"/>
          </p:nvPr>
        </p:nvSpPr>
        <p:spPr>
          <a:xfrm>
            <a:off x="8017411"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30" name="Text Placeholder 7">
            <a:extLst>
              <a:ext uri="{FF2B5EF4-FFF2-40B4-BE49-F238E27FC236}">
                <a16:creationId xmlns:a16="http://schemas.microsoft.com/office/drawing/2014/main" id="{FC3E89DF-7D8F-458A-910F-B06B607998AF}"/>
              </a:ext>
            </a:extLst>
          </p:cNvPr>
          <p:cNvSpPr>
            <a:spLocks noGrp="1"/>
          </p:cNvSpPr>
          <p:nvPr>
            <p:ph type="body" sz="quarter" idx="38" hasCustomPrompt="1"/>
          </p:nvPr>
        </p:nvSpPr>
        <p:spPr>
          <a:xfrm>
            <a:off x="8017411"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
        <p:nvSpPr>
          <p:cNvPr id="31" name="Picture Placeholder 8">
            <a:extLst>
              <a:ext uri="{FF2B5EF4-FFF2-40B4-BE49-F238E27FC236}">
                <a16:creationId xmlns:a16="http://schemas.microsoft.com/office/drawing/2014/main" id="{49030BC1-7B5E-4BBD-AB44-8615DCFD46B7}"/>
              </a:ext>
              <a:ext uri="{C183D7F6-B498-43B3-948B-1728B52AA6E4}">
                <adec:decorative xmlns="" xmlns:adec="http://schemas.microsoft.com/office/drawing/2017/decorative" val="1"/>
              </a:ext>
            </a:extLst>
          </p:cNvPr>
          <p:cNvSpPr>
            <a:spLocks noGrp="1"/>
          </p:cNvSpPr>
          <p:nvPr>
            <p:ph type="pic" sz="quarter" idx="39" hasCustomPrompt="1"/>
          </p:nvPr>
        </p:nvSpPr>
        <p:spPr>
          <a:xfrm>
            <a:off x="10115251"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32" name="Text Placeholder 7">
            <a:extLst>
              <a:ext uri="{FF2B5EF4-FFF2-40B4-BE49-F238E27FC236}">
                <a16:creationId xmlns:a16="http://schemas.microsoft.com/office/drawing/2014/main" id="{10ED1CED-11B2-4927-93A4-CE47939F0AEC}"/>
              </a:ext>
            </a:extLst>
          </p:cNvPr>
          <p:cNvSpPr>
            <a:spLocks noGrp="1"/>
          </p:cNvSpPr>
          <p:nvPr>
            <p:ph type="body" sz="quarter" idx="40" hasCustomPrompt="1"/>
          </p:nvPr>
        </p:nvSpPr>
        <p:spPr>
          <a:xfrm>
            <a:off x="9824522"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33" name="Text Placeholder 7">
            <a:extLst>
              <a:ext uri="{FF2B5EF4-FFF2-40B4-BE49-F238E27FC236}">
                <a16:creationId xmlns:a16="http://schemas.microsoft.com/office/drawing/2014/main" id="{39E2E141-317E-41F9-853F-B96493C8FB9B}"/>
              </a:ext>
            </a:extLst>
          </p:cNvPr>
          <p:cNvSpPr>
            <a:spLocks noGrp="1"/>
          </p:cNvSpPr>
          <p:nvPr>
            <p:ph type="body" sz="quarter" idx="41" hasCustomPrompt="1"/>
          </p:nvPr>
        </p:nvSpPr>
        <p:spPr>
          <a:xfrm>
            <a:off x="9824522"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Tree>
    <p:extLst>
      <p:ext uri="{BB962C8B-B14F-4D97-AF65-F5344CB8AC3E}">
        <p14:creationId xmlns:p14="http://schemas.microsoft.com/office/powerpoint/2010/main" val="1743737781"/>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ITLE ONLY_Org Chart 12">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9" name="Freeform: Shape 8">
            <a:extLst>
              <a:ext uri="{FF2B5EF4-FFF2-40B4-BE49-F238E27FC236}">
                <a16:creationId xmlns:a16="http://schemas.microsoft.com/office/drawing/2014/main" id="{0CE973A6-10E7-4E33-AA8B-7240F9197012}"/>
              </a:ext>
              <a:ext uri="{C183D7F6-B498-43B3-948B-1728B52AA6E4}">
                <adec:decorative xmlns=""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Picture Placeholder 8">
            <a:extLst>
              <a:ext uri="{FF2B5EF4-FFF2-40B4-BE49-F238E27FC236}">
                <a16:creationId xmlns:a16="http://schemas.microsoft.com/office/drawing/2014/main" id="{48934421-B8F7-41B6-9EC4-5E3C497424A8}"/>
              </a:ext>
              <a:ext uri="{C183D7F6-B498-43B3-948B-1728B52AA6E4}">
                <adec:decorative xmlns="" xmlns:adec="http://schemas.microsoft.com/office/drawing/2017/decorative" val="1"/>
              </a:ext>
            </a:extLst>
          </p:cNvPr>
          <p:cNvSpPr>
            <a:spLocks noGrp="1"/>
          </p:cNvSpPr>
          <p:nvPr>
            <p:ph type="pic" sz="quarter" idx="17" hasCustomPrompt="1"/>
          </p:nvPr>
        </p:nvSpPr>
        <p:spPr>
          <a:xfrm>
            <a:off x="4178095" y="1905000"/>
            <a:ext cx="1255400" cy="1255400"/>
          </a:xfrm>
          <a:prstGeom prst="ellipse">
            <a:avLst/>
          </a:prstGeo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dirty="0"/>
              <a:t>Insert Image</a:t>
            </a:r>
          </a:p>
        </p:txBody>
      </p:sp>
      <p:sp>
        <p:nvSpPr>
          <p:cNvPr id="10" name="Text Placeholder 7">
            <a:extLst>
              <a:ext uri="{FF2B5EF4-FFF2-40B4-BE49-F238E27FC236}">
                <a16:creationId xmlns:a16="http://schemas.microsoft.com/office/drawing/2014/main" id="{4BACF049-4E3E-418D-9DB0-9D63BDDD25AE}"/>
              </a:ext>
            </a:extLst>
          </p:cNvPr>
          <p:cNvSpPr>
            <a:spLocks noGrp="1"/>
          </p:cNvSpPr>
          <p:nvPr>
            <p:ph type="body" sz="quarter" idx="16" hasCustomPrompt="1"/>
          </p:nvPr>
        </p:nvSpPr>
        <p:spPr>
          <a:xfrm>
            <a:off x="5601136" y="2288331"/>
            <a:ext cx="3108959" cy="290097"/>
          </a:xfrm>
          <a:noFill/>
        </p:spPr>
        <p:txBody>
          <a:bodyPr wrap="square" lIns="91440" rIns="91440" anchor="ctr">
            <a:noAutofit/>
          </a:bodyPr>
          <a:lstStyle>
            <a:lvl1pPr marL="0" indent="0" algn="l">
              <a:spcBef>
                <a:spcPts val="0"/>
              </a:spcBef>
              <a:spcAft>
                <a:spcPts val="0"/>
              </a:spcAft>
              <a:buNone/>
              <a:defRPr sz="1600" b="1">
                <a:solidFill>
                  <a:schemeClr val="tx2"/>
                </a:solidFill>
                <a:latin typeface="+mj-lt"/>
              </a:defRPr>
            </a:lvl1pPr>
          </a:lstStyle>
          <a:p>
            <a:pPr lvl="0"/>
            <a:r>
              <a:rPr lang="en-US" noProof="0"/>
              <a:t>ADD TEXT </a:t>
            </a:r>
          </a:p>
        </p:txBody>
      </p:sp>
      <p:sp>
        <p:nvSpPr>
          <p:cNvPr id="12" name="Text Placeholder 7">
            <a:extLst>
              <a:ext uri="{FF2B5EF4-FFF2-40B4-BE49-F238E27FC236}">
                <a16:creationId xmlns:a16="http://schemas.microsoft.com/office/drawing/2014/main" id="{EFE2AF5B-D21D-4FE5-932F-F2989F6E0116}"/>
              </a:ext>
            </a:extLst>
          </p:cNvPr>
          <p:cNvSpPr>
            <a:spLocks noGrp="1"/>
          </p:cNvSpPr>
          <p:nvPr>
            <p:ph type="body" sz="quarter" idx="18" hasCustomPrompt="1"/>
          </p:nvPr>
        </p:nvSpPr>
        <p:spPr>
          <a:xfrm>
            <a:off x="5601136" y="2566041"/>
            <a:ext cx="3108959" cy="221043"/>
          </a:xfrm>
          <a:noFill/>
        </p:spPr>
        <p:txBody>
          <a:bodyPr wrap="square" lIns="91440" rIns="91440" anchor="t">
            <a:noAutofit/>
          </a:bodyPr>
          <a:lstStyle>
            <a:lvl1pPr marL="0" indent="0" algn="l">
              <a:spcBef>
                <a:spcPts val="0"/>
              </a:spcBef>
              <a:spcAft>
                <a:spcPts val="0"/>
              </a:spcAft>
              <a:buNone/>
              <a:defRPr sz="1200" b="0">
                <a:solidFill>
                  <a:schemeClr val="tx2"/>
                </a:solidFill>
                <a:latin typeface="+mn-lt"/>
              </a:defRPr>
            </a:lvl1pPr>
          </a:lstStyle>
          <a:p>
            <a:pPr lvl="0"/>
            <a:r>
              <a:rPr lang="en-US" noProof="0"/>
              <a:t>Description</a:t>
            </a:r>
          </a:p>
        </p:txBody>
      </p:sp>
      <p:cxnSp>
        <p:nvCxnSpPr>
          <p:cNvPr id="14" name="Straight Connector 13">
            <a:extLst>
              <a:ext uri="{FF2B5EF4-FFF2-40B4-BE49-F238E27FC236}">
                <a16:creationId xmlns:a16="http://schemas.microsoft.com/office/drawing/2014/main" id="{266B4E82-4E92-438C-9DBD-FDAC98DBA804}"/>
              </a:ext>
              <a:ext uri="{C183D7F6-B498-43B3-948B-1728B52AA6E4}">
                <adec:decorative xmlns="" xmlns:adec="http://schemas.microsoft.com/office/drawing/2017/decorative" val="1"/>
              </a:ext>
            </a:extLst>
          </p:cNvPr>
          <p:cNvCxnSpPr>
            <a:cxnSpLocks/>
          </p:cNvCxnSpPr>
          <p:nvPr userDrawn="1"/>
        </p:nvCxnSpPr>
        <p:spPr>
          <a:xfrm rot="16200000">
            <a:off x="6165169" y="-670561"/>
            <a:ext cx="0" cy="896112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6" name="Picture Placeholder 8">
            <a:extLst>
              <a:ext uri="{FF2B5EF4-FFF2-40B4-BE49-F238E27FC236}">
                <a16:creationId xmlns:a16="http://schemas.microsoft.com/office/drawing/2014/main" id="{5C2A05E4-0266-470B-94B6-0EA500EFD52F}"/>
              </a:ext>
              <a:ext uri="{C183D7F6-B498-43B3-948B-1728B52AA6E4}">
                <adec:decorative xmlns="" xmlns:adec="http://schemas.microsoft.com/office/drawing/2017/decorative" val="1"/>
              </a:ext>
            </a:extLst>
          </p:cNvPr>
          <p:cNvSpPr>
            <a:spLocks noGrp="1" noChangeAspect="1"/>
          </p:cNvSpPr>
          <p:nvPr>
            <p:ph type="pic" sz="quarter" idx="21" hasCustomPrompt="1"/>
          </p:nvPr>
        </p:nvSpPr>
        <p:spPr>
          <a:xfrm>
            <a:off x="1098449" y="3352800"/>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17" name="Text Placeholder 7">
            <a:extLst>
              <a:ext uri="{FF2B5EF4-FFF2-40B4-BE49-F238E27FC236}">
                <a16:creationId xmlns:a16="http://schemas.microsoft.com/office/drawing/2014/main" id="{8B705CE2-63BB-44EF-9494-D7197888F260}"/>
              </a:ext>
            </a:extLst>
          </p:cNvPr>
          <p:cNvSpPr>
            <a:spLocks noGrp="1"/>
          </p:cNvSpPr>
          <p:nvPr>
            <p:ph type="body" sz="quarter" idx="25" hasCustomPrompt="1"/>
          </p:nvPr>
        </p:nvSpPr>
        <p:spPr>
          <a:xfrm>
            <a:off x="762000" y="4327380"/>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18" name="Text Placeholder 7">
            <a:extLst>
              <a:ext uri="{FF2B5EF4-FFF2-40B4-BE49-F238E27FC236}">
                <a16:creationId xmlns:a16="http://schemas.microsoft.com/office/drawing/2014/main" id="{91C9BD3E-CCA7-4ADF-83CB-175C316AEA84}"/>
              </a:ext>
            </a:extLst>
          </p:cNvPr>
          <p:cNvSpPr>
            <a:spLocks noGrp="1"/>
          </p:cNvSpPr>
          <p:nvPr>
            <p:ph type="body" sz="quarter" idx="26" hasCustomPrompt="1"/>
          </p:nvPr>
        </p:nvSpPr>
        <p:spPr>
          <a:xfrm>
            <a:off x="762000" y="4497392"/>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sp>
        <p:nvSpPr>
          <p:cNvPr id="19" name="Picture Placeholder 8">
            <a:extLst>
              <a:ext uri="{FF2B5EF4-FFF2-40B4-BE49-F238E27FC236}">
                <a16:creationId xmlns:a16="http://schemas.microsoft.com/office/drawing/2014/main" id="{DC756ECA-27F0-4309-A411-2021931A3A4F}"/>
              </a:ext>
              <a:ext uri="{C183D7F6-B498-43B3-948B-1728B52AA6E4}">
                <adec:decorative xmlns="" xmlns:adec="http://schemas.microsoft.com/office/drawing/2017/decorative" val="1"/>
              </a:ext>
            </a:extLst>
          </p:cNvPr>
          <p:cNvSpPr>
            <a:spLocks noGrp="1" noChangeAspect="1"/>
          </p:cNvSpPr>
          <p:nvPr>
            <p:ph type="pic" sz="quarter" idx="27" hasCustomPrompt="1"/>
          </p:nvPr>
        </p:nvSpPr>
        <p:spPr>
          <a:xfrm>
            <a:off x="2927249" y="3352800"/>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0" name="Text Placeholder 7">
            <a:extLst>
              <a:ext uri="{FF2B5EF4-FFF2-40B4-BE49-F238E27FC236}">
                <a16:creationId xmlns:a16="http://schemas.microsoft.com/office/drawing/2014/main" id="{BCC1B1EE-9270-494A-B26E-3E810517012E}"/>
              </a:ext>
            </a:extLst>
          </p:cNvPr>
          <p:cNvSpPr>
            <a:spLocks noGrp="1"/>
          </p:cNvSpPr>
          <p:nvPr>
            <p:ph type="body" sz="quarter" idx="28" hasCustomPrompt="1"/>
          </p:nvPr>
        </p:nvSpPr>
        <p:spPr>
          <a:xfrm>
            <a:off x="2590800" y="4327380"/>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21" name="Text Placeholder 7">
            <a:extLst>
              <a:ext uri="{FF2B5EF4-FFF2-40B4-BE49-F238E27FC236}">
                <a16:creationId xmlns:a16="http://schemas.microsoft.com/office/drawing/2014/main" id="{621D9997-09EF-468A-A3A6-7C2705CF1757}"/>
              </a:ext>
            </a:extLst>
          </p:cNvPr>
          <p:cNvSpPr>
            <a:spLocks noGrp="1"/>
          </p:cNvSpPr>
          <p:nvPr>
            <p:ph type="body" sz="quarter" idx="29" hasCustomPrompt="1"/>
          </p:nvPr>
        </p:nvSpPr>
        <p:spPr>
          <a:xfrm>
            <a:off x="2590800" y="4497392"/>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sp>
        <p:nvSpPr>
          <p:cNvPr id="22" name="Picture Placeholder 8">
            <a:extLst>
              <a:ext uri="{FF2B5EF4-FFF2-40B4-BE49-F238E27FC236}">
                <a16:creationId xmlns:a16="http://schemas.microsoft.com/office/drawing/2014/main" id="{CC2A50A3-3A8F-469D-B16E-A06FD4C2A978}"/>
              </a:ext>
              <a:ext uri="{C183D7F6-B498-43B3-948B-1728B52AA6E4}">
                <adec:decorative xmlns="" xmlns:adec="http://schemas.microsoft.com/office/drawing/2017/decorative" val="1"/>
              </a:ext>
            </a:extLst>
          </p:cNvPr>
          <p:cNvSpPr>
            <a:spLocks noGrp="1" noChangeAspect="1"/>
          </p:cNvSpPr>
          <p:nvPr>
            <p:ph type="pic" sz="quarter" idx="30" hasCustomPrompt="1"/>
          </p:nvPr>
        </p:nvSpPr>
        <p:spPr>
          <a:xfrm>
            <a:off x="4736999" y="3352800"/>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3" name="Text Placeholder 7">
            <a:extLst>
              <a:ext uri="{FF2B5EF4-FFF2-40B4-BE49-F238E27FC236}">
                <a16:creationId xmlns:a16="http://schemas.microsoft.com/office/drawing/2014/main" id="{065EDDEE-214F-4148-8B8C-0BA5AEF7658A}"/>
              </a:ext>
            </a:extLst>
          </p:cNvPr>
          <p:cNvSpPr>
            <a:spLocks noGrp="1"/>
          </p:cNvSpPr>
          <p:nvPr>
            <p:ph type="body" sz="quarter" idx="31" hasCustomPrompt="1"/>
          </p:nvPr>
        </p:nvSpPr>
        <p:spPr>
          <a:xfrm>
            <a:off x="4400550" y="4327380"/>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24" name="Text Placeholder 7">
            <a:extLst>
              <a:ext uri="{FF2B5EF4-FFF2-40B4-BE49-F238E27FC236}">
                <a16:creationId xmlns:a16="http://schemas.microsoft.com/office/drawing/2014/main" id="{520C0E2F-F27A-44AC-BB9A-74F62BEC5752}"/>
              </a:ext>
            </a:extLst>
          </p:cNvPr>
          <p:cNvSpPr>
            <a:spLocks noGrp="1"/>
          </p:cNvSpPr>
          <p:nvPr>
            <p:ph type="body" sz="quarter" idx="32" hasCustomPrompt="1"/>
          </p:nvPr>
        </p:nvSpPr>
        <p:spPr>
          <a:xfrm>
            <a:off x="4400550" y="4497392"/>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sp>
        <p:nvSpPr>
          <p:cNvPr id="25" name="Picture Placeholder 8">
            <a:extLst>
              <a:ext uri="{FF2B5EF4-FFF2-40B4-BE49-F238E27FC236}">
                <a16:creationId xmlns:a16="http://schemas.microsoft.com/office/drawing/2014/main" id="{ADC5446D-3469-43DA-ACE3-2AEC5B90384E}"/>
              </a:ext>
              <a:ext uri="{C183D7F6-B498-43B3-948B-1728B52AA6E4}">
                <adec:decorative xmlns="" xmlns:adec="http://schemas.microsoft.com/office/drawing/2017/decorative" val="1"/>
              </a:ext>
            </a:extLst>
          </p:cNvPr>
          <p:cNvSpPr>
            <a:spLocks noGrp="1" noChangeAspect="1"/>
          </p:cNvSpPr>
          <p:nvPr>
            <p:ph type="pic" sz="quarter" idx="33" hasCustomPrompt="1"/>
          </p:nvPr>
        </p:nvSpPr>
        <p:spPr>
          <a:xfrm>
            <a:off x="6546749" y="3352800"/>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6" name="Text Placeholder 7">
            <a:extLst>
              <a:ext uri="{FF2B5EF4-FFF2-40B4-BE49-F238E27FC236}">
                <a16:creationId xmlns:a16="http://schemas.microsoft.com/office/drawing/2014/main" id="{4BF91944-817D-4080-9FC7-1C01D3C52F74}"/>
              </a:ext>
            </a:extLst>
          </p:cNvPr>
          <p:cNvSpPr>
            <a:spLocks noGrp="1"/>
          </p:cNvSpPr>
          <p:nvPr>
            <p:ph type="body" sz="quarter" idx="34" hasCustomPrompt="1"/>
          </p:nvPr>
        </p:nvSpPr>
        <p:spPr>
          <a:xfrm>
            <a:off x="6210300" y="4327380"/>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27" name="Text Placeholder 7">
            <a:extLst>
              <a:ext uri="{FF2B5EF4-FFF2-40B4-BE49-F238E27FC236}">
                <a16:creationId xmlns:a16="http://schemas.microsoft.com/office/drawing/2014/main" id="{B6FC5678-B04A-4631-9DFF-776737E9C8AC}"/>
              </a:ext>
            </a:extLst>
          </p:cNvPr>
          <p:cNvSpPr>
            <a:spLocks noGrp="1"/>
          </p:cNvSpPr>
          <p:nvPr>
            <p:ph type="body" sz="quarter" idx="35" hasCustomPrompt="1"/>
          </p:nvPr>
        </p:nvSpPr>
        <p:spPr>
          <a:xfrm>
            <a:off x="6210300" y="4497392"/>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sp>
        <p:nvSpPr>
          <p:cNvPr id="28" name="Picture Placeholder 8">
            <a:extLst>
              <a:ext uri="{FF2B5EF4-FFF2-40B4-BE49-F238E27FC236}">
                <a16:creationId xmlns:a16="http://schemas.microsoft.com/office/drawing/2014/main" id="{BF024C2A-A070-4BF1-BA78-8FDD47DED455}"/>
              </a:ext>
              <a:ext uri="{C183D7F6-B498-43B3-948B-1728B52AA6E4}">
                <adec:decorative xmlns="" xmlns:adec="http://schemas.microsoft.com/office/drawing/2017/decorative" val="1"/>
              </a:ext>
            </a:extLst>
          </p:cNvPr>
          <p:cNvSpPr>
            <a:spLocks noGrp="1" noChangeAspect="1"/>
          </p:cNvSpPr>
          <p:nvPr>
            <p:ph type="pic" sz="quarter" idx="36" hasCustomPrompt="1"/>
          </p:nvPr>
        </p:nvSpPr>
        <p:spPr>
          <a:xfrm>
            <a:off x="8353860" y="3352800"/>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9" name="Text Placeholder 7">
            <a:extLst>
              <a:ext uri="{FF2B5EF4-FFF2-40B4-BE49-F238E27FC236}">
                <a16:creationId xmlns:a16="http://schemas.microsoft.com/office/drawing/2014/main" id="{72D75690-3F0F-4257-84B4-90CB4E6BB7EA}"/>
              </a:ext>
            </a:extLst>
          </p:cNvPr>
          <p:cNvSpPr>
            <a:spLocks noGrp="1"/>
          </p:cNvSpPr>
          <p:nvPr>
            <p:ph type="body" sz="quarter" idx="37" hasCustomPrompt="1"/>
          </p:nvPr>
        </p:nvSpPr>
        <p:spPr>
          <a:xfrm>
            <a:off x="8017411" y="4327380"/>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30" name="Text Placeholder 7">
            <a:extLst>
              <a:ext uri="{FF2B5EF4-FFF2-40B4-BE49-F238E27FC236}">
                <a16:creationId xmlns:a16="http://schemas.microsoft.com/office/drawing/2014/main" id="{FC3E89DF-7D8F-458A-910F-B06B607998AF}"/>
              </a:ext>
            </a:extLst>
          </p:cNvPr>
          <p:cNvSpPr>
            <a:spLocks noGrp="1"/>
          </p:cNvSpPr>
          <p:nvPr>
            <p:ph type="body" sz="quarter" idx="38" hasCustomPrompt="1"/>
          </p:nvPr>
        </p:nvSpPr>
        <p:spPr>
          <a:xfrm>
            <a:off x="8017411" y="4497392"/>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sp>
        <p:nvSpPr>
          <p:cNvPr id="31" name="Picture Placeholder 8">
            <a:extLst>
              <a:ext uri="{FF2B5EF4-FFF2-40B4-BE49-F238E27FC236}">
                <a16:creationId xmlns:a16="http://schemas.microsoft.com/office/drawing/2014/main" id="{49030BC1-7B5E-4BBD-AB44-8615DCFD46B7}"/>
              </a:ext>
              <a:ext uri="{C183D7F6-B498-43B3-948B-1728B52AA6E4}">
                <adec:decorative xmlns="" xmlns:adec="http://schemas.microsoft.com/office/drawing/2017/decorative" val="1"/>
              </a:ext>
            </a:extLst>
          </p:cNvPr>
          <p:cNvSpPr>
            <a:spLocks noGrp="1" noChangeAspect="1"/>
          </p:cNvSpPr>
          <p:nvPr>
            <p:ph type="pic" sz="quarter" idx="39" hasCustomPrompt="1"/>
          </p:nvPr>
        </p:nvSpPr>
        <p:spPr>
          <a:xfrm>
            <a:off x="10160971" y="3352800"/>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32" name="Text Placeholder 7">
            <a:extLst>
              <a:ext uri="{FF2B5EF4-FFF2-40B4-BE49-F238E27FC236}">
                <a16:creationId xmlns:a16="http://schemas.microsoft.com/office/drawing/2014/main" id="{10ED1CED-11B2-4927-93A4-CE47939F0AEC}"/>
              </a:ext>
            </a:extLst>
          </p:cNvPr>
          <p:cNvSpPr>
            <a:spLocks noGrp="1"/>
          </p:cNvSpPr>
          <p:nvPr>
            <p:ph type="body" sz="quarter" idx="40" hasCustomPrompt="1"/>
          </p:nvPr>
        </p:nvSpPr>
        <p:spPr>
          <a:xfrm>
            <a:off x="9824522" y="4327380"/>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33" name="Text Placeholder 7">
            <a:extLst>
              <a:ext uri="{FF2B5EF4-FFF2-40B4-BE49-F238E27FC236}">
                <a16:creationId xmlns:a16="http://schemas.microsoft.com/office/drawing/2014/main" id="{39E2E141-317E-41F9-853F-B96493C8FB9B}"/>
              </a:ext>
            </a:extLst>
          </p:cNvPr>
          <p:cNvSpPr>
            <a:spLocks noGrp="1"/>
          </p:cNvSpPr>
          <p:nvPr>
            <p:ph type="body" sz="quarter" idx="41" hasCustomPrompt="1"/>
          </p:nvPr>
        </p:nvSpPr>
        <p:spPr>
          <a:xfrm>
            <a:off x="9824522" y="4497392"/>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cxnSp>
        <p:nvCxnSpPr>
          <p:cNvPr id="34" name="Straight Connector 33">
            <a:extLst>
              <a:ext uri="{FF2B5EF4-FFF2-40B4-BE49-F238E27FC236}">
                <a16:creationId xmlns:a16="http://schemas.microsoft.com/office/drawing/2014/main" id="{A69BD202-1C38-47A5-8B06-0AADB78AAE08}"/>
              </a:ext>
              <a:ext uri="{C183D7F6-B498-43B3-948B-1728B52AA6E4}">
                <adec:decorative xmlns="" xmlns:adec="http://schemas.microsoft.com/office/drawing/2017/decorative" val="1"/>
              </a:ext>
            </a:extLst>
          </p:cNvPr>
          <p:cNvCxnSpPr>
            <a:cxnSpLocks/>
          </p:cNvCxnSpPr>
          <p:nvPr userDrawn="1"/>
        </p:nvCxnSpPr>
        <p:spPr>
          <a:xfrm rot="16200000">
            <a:off x="6165169" y="2642433"/>
            <a:ext cx="0" cy="5564151"/>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8" name="Picture Placeholder 8">
            <a:extLst>
              <a:ext uri="{FF2B5EF4-FFF2-40B4-BE49-F238E27FC236}">
                <a16:creationId xmlns:a16="http://schemas.microsoft.com/office/drawing/2014/main" id="{68CF0B9D-069C-46BA-9B77-7BDE114F3E55}"/>
              </a:ext>
              <a:ext uri="{C183D7F6-B498-43B3-948B-1728B52AA6E4}">
                <adec:decorative xmlns="" xmlns:adec="http://schemas.microsoft.com/office/drawing/2017/decorative" val="1"/>
              </a:ext>
            </a:extLst>
          </p:cNvPr>
          <p:cNvSpPr>
            <a:spLocks noGrp="1" noChangeAspect="1"/>
          </p:cNvSpPr>
          <p:nvPr>
            <p:ph type="pic" sz="quarter" idx="45" hasCustomPrompt="1"/>
          </p:nvPr>
        </p:nvSpPr>
        <p:spPr>
          <a:xfrm>
            <a:off x="2927249" y="4967309"/>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39" name="Text Placeholder 7">
            <a:extLst>
              <a:ext uri="{FF2B5EF4-FFF2-40B4-BE49-F238E27FC236}">
                <a16:creationId xmlns:a16="http://schemas.microsoft.com/office/drawing/2014/main" id="{6EB5CB55-9BF0-4309-AA93-9540CDA1CE22}"/>
              </a:ext>
            </a:extLst>
          </p:cNvPr>
          <p:cNvSpPr>
            <a:spLocks noGrp="1"/>
          </p:cNvSpPr>
          <p:nvPr>
            <p:ph type="body" sz="quarter" idx="46" hasCustomPrompt="1"/>
          </p:nvPr>
        </p:nvSpPr>
        <p:spPr>
          <a:xfrm>
            <a:off x="2590800" y="5988389"/>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40" name="Text Placeholder 7">
            <a:extLst>
              <a:ext uri="{FF2B5EF4-FFF2-40B4-BE49-F238E27FC236}">
                <a16:creationId xmlns:a16="http://schemas.microsoft.com/office/drawing/2014/main" id="{184A6FF6-89E5-41B3-83AD-E1F1AC1C7187}"/>
              </a:ext>
            </a:extLst>
          </p:cNvPr>
          <p:cNvSpPr>
            <a:spLocks noGrp="1"/>
          </p:cNvSpPr>
          <p:nvPr>
            <p:ph type="body" sz="quarter" idx="47" hasCustomPrompt="1"/>
          </p:nvPr>
        </p:nvSpPr>
        <p:spPr>
          <a:xfrm>
            <a:off x="2590800" y="6158401"/>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sp>
        <p:nvSpPr>
          <p:cNvPr id="41" name="Picture Placeholder 8">
            <a:extLst>
              <a:ext uri="{FF2B5EF4-FFF2-40B4-BE49-F238E27FC236}">
                <a16:creationId xmlns:a16="http://schemas.microsoft.com/office/drawing/2014/main" id="{65909E03-0C86-44C4-9260-484E8CF6315F}"/>
              </a:ext>
              <a:ext uri="{C183D7F6-B498-43B3-948B-1728B52AA6E4}">
                <adec:decorative xmlns="" xmlns:adec="http://schemas.microsoft.com/office/drawing/2017/decorative" val="1"/>
              </a:ext>
            </a:extLst>
          </p:cNvPr>
          <p:cNvSpPr>
            <a:spLocks noGrp="1" noChangeAspect="1"/>
          </p:cNvSpPr>
          <p:nvPr>
            <p:ph type="pic" sz="quarter" idx="48" hasCustomPrompt="1"/>
          </p:nvPr>
        </p:nvSpPr>
        <p:spPr>
          <a:xfrm>
            <a:off x="4736999" y="4967309"/>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42" name="Text Placeholder 7">
            <a:extLst>
              <a:ext uri="{FF2B5EF4-FFF2-40B4-BE49-F238E27FC236}">
                <a16:creationId xmlns:a16="http://schemas.microsoft.com/office/drawing/2014/main" id="{0D08C690-4C72-47C4-ADBC-6DBFC463FC37}"/>
              </a:ext>
            </a:extLst>
          </p:cNvPr>
          <p:cNvSpPr>
            <a:spLocks noGrp="1"/>
          </p:cNvSpPr>
          <p:nvPr>
            <p:ph type="body" sz="quarter" idx="49" hasCustomPrompt="1"/>
          </p:nvPr>
        </p:nvSpPr>
        <p:spPr>
          <a:xfrm>
            <a:off x="4400550" y="5988389"/>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43" name="Text Placeholder 7">
            <a:extLst>
              <a:ext uri="{FF2B5EF4-FFF2-40B4-BE49-F238E27FC236}">
                <a16:creationId xmlns:a16="http://schemas.microsoft.com/office/drawing/2014/main" id="{FEBB122E-6E5D-4B48-91C0-C6EB8BA3D2D9}"/>
              </a:ext>
            </a:extLst>
          </p:cNvPr>
          <p:cNvSpPr>
            <a:spLocks noGrp="1"/>
          </p:cNvSpPr>
          <p:nvPr>
            <p:ph type="body" sz="quarter" idx="50" hasCustomPrompt="1"/>
          </p:nvPr>
        </p:nvSpPr>
        <p:spPr>
          <a:xfrm>
            <a:off x="4400550" y="6158401"/>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sp>
        <p:nvSpPr>
          <p:cNvPr id="44" name="Picture Placeholder 8">
            <a:extLst>
              <a:ext uri="{FF2B5EF4-FFF2-40B4-BE49-F238E27FC236}">
                <a16:creationId xmlns:a16="http://schemas.microsoft.com/office/drawing/2014/main" id="{A968314E-9F6B-4D90-BC2A-C5BB6AC70F5F}"/>
              </a:ext>
              <a:ext uri="{C183D7F6-B498-43B3-948B-1728B52AA6E4}">
                <adec:decorative xmlns="" xmlns:adec="http://schemas.microsoft.com/office/drawing/2017/decorative" val="1"/>
              </a:ext>
            </a:extLst>
          </p:cNvPr>
          <p:cNvSpPr>
            <a:spLocks noGrp="1" noChangeAspect="1"/>
          </p:cNvSpPr>
          <p:nvPr>
            <p:ph type="pic" sz="quarter" idx="51" hasCustomPrompt="1"/>
          </p:nvPr>
        </p:nvSpPr>
        <p:spPr>
          <a:xfrm>
            <a:off x="6546749" y="4967309"/>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45" name="Text Placeholder 7">
            <a:extLst>
              <a:ext uri="{FF2B5EF4-FFF2-40B4-BE49-F238E27FC236}">
                <a16:creationId xmlns:a16="http://schemas.microsoft.com/office/drawing/2014/main" id="{98FF5C01-8CE1-475F-A59A-011328494FC8}"/>
              </a:ext>
            </a:extLst>
          </p:cNvPr>
          <p:cNvSpPr>
            <a:spLocks noGrp="1"/>
          </p:cNvSpPr>
          <p:nvPr>
            <p:ph type="body" sz="quarter" idx="52" hasCustomPrompt="1"/>
          </p:nvPr>
        </p:nvSpPr>
        <p:spPr>
          <a:xfrm>
            <a:off x="6210300" y="5988389"/>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46" name="Text Placeholder 7">
            <a:extLst>
              <a:ext uri="{FF2B5EF4-FFF2-40B4-BE49-F238E27FC236}">
                <a16:creationId xmlns:a16="http://schemas.microsoft.com/office/drawing/2014/main" id="{DC690F93-088F-498C-9B26-2DCE00A1145F}"/>
              </a:ext>
            </a:extLst>
          </p:cNvPr>
          <p:cNvSpPr>
            <a:spLocks noGrp="1"/>
          </p:cNvSpPr>
          <p:nvPr>
            <p:ph type="body" sz="quarter" idx="53" hasCustomPrompt="1"/>
          </p:nvPr>
        </p:nvSpPr>
        <p:spPr>
          <a:xfrm>
            <a:off x="6210300" y="6158401"/>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sp>
        <p:nvSpPr>
          <p:cNvPr id="47" name="Picture Placeholder 8">
            <a:extLst>
              <a:ext uri="{FF2B5EF4-FFF2-40B4-BE49-F238E27FC236}">
                <a16:creationId xmlns:a16="http://schemas.microsoft.com/office/drawing/2014/main" id="{1D462CE1-BEE9-45C4-AB54-354D05E69D31}"/>
              </a:ext>
              <a:ext uri="{C183D7F6-B498-43B3-948B-1728B52AA6E4}">
                <adec:decorative xmlns="" xmlns:adec="http://schemas.microsoft.com/office/drawing/2017/decorative" val="1"/>
              </a:ext>
            </a:extLst>
          </p:cNvPr>
          <p:cNvSpPr>
            <a:spLocks noGrp="1" noChangeAspect="1"/>
          </p:cNvSpPr>
          <p:nvPr>
            <p:ph type="pic" sz="quarter" idx="54" hasCustomPrompt="1"/>
          </p:nvPr>
        </p:nvSpPr>
        <p:spPr>
          <a:xfrm>
            <a:off x="8353860" y="4967309"/>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48" name="Text Placeholder 7">
            <a:extLst>
              <a:ext uri="{FF2B5EF4-FFF2-40B4-BE49-F238E27FC236}">
                <a16:creationId xmlns:a16="http://schemas.microsoft.com/office/drawing/2014/main" id="{9FA2731A-D1B2-4144-8373-12B9313F9BFD}"/>
              </a:ext>
            </a:extLst>
          </p:cNvPr>
          <p:cNvSpPr>
            <a:spLocks noGrp="1"/>
          </p:cNvSpPr>
          <p:nvPr>
            <p:ph type="body" sz="quarter" idx="55" hasCustomPrompt="1"/>
          </p:nvPr>
        </p:nvSpPr>
        <p:spPr>
          <a:xfrm>
            <a:off x="8017411" y="5988389"/>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49" name="Text Placeholder 7">
            <a:extLst>
              <a:ext uri="{FF2B5EF4-FFF2-40B4-BE49-F238E27FC236}">
                <a16:creationId xmlns:a16="http://schemas.microsoft.com/office/drawing/2014/main" id="{F61DF59D-6B27-4EC6-A151-0F9B99DC8051}"/>
              </a:ext>
            </a:extLst>
          </p:cNvPr>
          <p:cNvSpPr>
            <a:spLocks noGrp="1"/>
          </p:cNvSpPr>
          <p:nvPr>
            <p:ph type="body" sz="quarter" idx="56" hasCustomPrompt="1"/>
          </p:nvPr>
        </p:nvSpPr>
        <p:spPr>
          <a:xfrm>
            <a:off x="8017411" y="6158401"/>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spTree>
    <p:extLst>
      <p:ext uri="{BB962C8B-B14F-4D97-AF65-F5344CB8AC3E}">
        <p14:creationId xmlns:p14="http://schemas.microsoft.com/office/powerpoint/2010/main" val="748268675"/>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1_Title Side patch Title Only">
    <p:spTree>
      <p:nvGrpSpPr>
        <p:cNvPr id="1" name=""/>
        <p:cNvGrpSpPr/>
        <p:nvPr/>
      </p:nvGrpSpPr>
      <p:grpSpPr>
        <a:xfrm>
          <a:off x="0" y="0"/>
          <a:ext cx="0" cy="0"/>
          <a:chOff x="0" y="0"/>
          <a:chExt cx="0" cy="0"/>
        </a:xfrm>
      </p:grpSpPr>
      <p:sp>
        <p:nvSpPr>
          <p:cNvPr id="34" name="Freeform: Shape 33">
            <a:extLst>
              <a:ext uri="{FF2B5EF4-FFF2-40B4-BE49-F238E27FC236}">
                <a16:creationId xmlns:a16="http://schemas.microsoft.com/office/drawing/2014/main" id="{724AA86D-A811-42CE-8C83-8053DFC66751}"/>
              </a:ext>
              <a:ext uri="{C183D7F6-B498-43B3-948B-1728B52AA6E4}">
                <adec:decorative xmlns="" xmlns:adec="http://schemas.microsoft.com/office/drawing/2017/decorative" val="1"/>
              </a:ext>
            </a:extLst>
          </p:cNvPr>
          <p:cNvSpPr/>
          <p:nvPr userDrawn="1"/>
        </p:nvSpPr>
        <p:spPr>
          <a:xfrm>
            <a:off x="-1" y="0"/>
            <a:ext cx="8329286" cy="6858000"/>
          </a:xfrm>
          <a:custGeom>
            <a:avLst/>
            <a:gdLst>
              <a:gd name="connsiteX0" fmla="*/ 0 w 8329286"/>
              <a:gd name="connsiteY0" fmla="*/ 0 h 6858000"/>
              <a:gd name="connsiteX1" fmla="*/ 8329286 w 8329286"/>
              <a:gd name="connsiteY1" fmla="*/ 0 h 6858000"/>
              <a:gd name="connsiteX2" fmla="*/ 8329286 w 8329286"/>
              <a:gd name="connsiteY2" fmla="*/ 68183 h 6858000"/>
              <a:gd name="connsiteX3" fmla="*/ 3175958 w 8329286"/>
              <a:gd name="connsiteY3" fmla="*/ 6858000 h 6858000"/>
              <a:gd name="connsiteX4" fmla="*/ 0 w 8329286"/>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29286" h="6858000">
                <a:moveTo>
                  <a:pt x="0" y="0"/>
                </a:moveTo>
                <a:lnTo>
                  <a:pt x="8329286" y="0"/>
                </a:lnTo>
                <a:lnTo>
                  <a:pt x="8329286" y="68183"/>
                </a:lnTo>
                <a:lnTo>
                  <a:pt x="3175958" y="6858000"/>
                </a:lnTo>
                <a:lnTo>
                  <a:pt x="0" y="6858000"/>
                </a:lnTo>
                <a:close/>
              </a:path>
            </a:pathLst>
          </a:custGeom>
          <a:solidFill>
            <a:srgbClr val="EEEE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Rectangle 10">
            <a:extLst>
              <a:ext uri="{FF2B5EF4-FFF2-40B4-BE49-F238E27FC236}">
                <a16:creationId xmlns:a16="http://schemas.microsoft.com/office/drawing/2014/main" id="{0B42CCEE-B750-4EF9-BAE5-217844AE7456}"/>
              </a:ext>
              <a:ext uri="{C183D7F6-B498-43B3-948B-1728B52AA6E4}">
                <adec:decorative xmlns=""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16" name="Slide Number Placeholder 5">
            <a:extLst>
              <a:ext uri="{FF2B5EF4-FFF2-40B4-BE49-F238E27FC236}">
                <a16:creationId xmlns:a16="http://schemas.microsoft.com/office/drawing/2014/main" id="{E0693782-2388-4647-A185-37537397019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15" name="Freeform: Shape 14">
            <a:extLst>
              <a:ext uri="{FF2B5EF4-FFF2-40B4-BE49-F238E27FC236}">
                <a16:creationId xmlns:a16="http://schemas.microsoft.com/office/drawing/2014/main" id="{89314C5F-7D40-40CF-8951-9660A5ACE1F7}"/>
              </a:ext>
              <a:ext uri="{C183D7F6-B498-43B3-948B-1728B52AA6E4}">
                <adec:decorative xmlns=""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3586630381"/>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Image Caption Content_Blue">
    <p:bg>
      <p:bgPr>
        <a:solidFill>
          <a:schemeClr val="tx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A623EB06-2F79-4698-807D-96A58B4F1D71}"/>
              </a:ext>
              <a:ext uri="{C183D7F6-B498-43B3-948B-1728B52AA6E4}">
                <adec:decorative xmlns="" xmlns:adec="http://schemas.microsoft.com/office/drawing/2017/decorative" val="1"/>
              </a:ext>
            </a:extLst>
          </p:cNvPr>
          <p:cNvSpPr>
            <a:spLocks noGrp="1"/>
          </p:cNvSpPr>
          <p:nvPr>
            <p:ph type="pic" sz="quarter" idx="15" hasCustomPrompt="1"/>
          </p:nvPr>
        </p:nvSpPr>
        <p:spPr>
          <a:xfrm>
            <a:off x="0" y="0"/>
            <a:ext cx="8329286" cy="6858000"/>
          </a:xfrm>
          <a:custGeom>
            <a:avLst/>
            <a:gdLst>
              <a:gd name="connsiteX0" fmla="*/ 0 w 8329286"/>
              <a:gd name="connsiteY0" fmla="*/ 0 h 6858000"/>
              <a:gd name="connsiteX1" fmla="*/ 8329286 w 8329286"/>
              <a:gd name="connsiteY1" fmla="*/ 0 h 6858000"/>
              <a:gd name="connsiteX2" fmla="*/ 3124200 w 8329286"/>
              <a:gd name="connsiteY2" fmla="*/ 6858000 h 6858000"/>
              <a:gd name="connsiteX3" fmla="*/ 0 w 832928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9286" h="6858000">
                <a:moveTo>
                  <a:pt x="0" y="0"/>
                </a:moveTo>
                <a:lnTo>
                  <a:pt x="8329286" y="0"/>
                </a:lnTo>
                <a:lnTo>
                  <a:pt x="3124200" y="6858000"/>
                </a:lnTo>
                <a:lnTo>
                  <a:pt x="0" y="6858000"/>
                </a:lnTo>
                <a:close/>
              </a:path>
            </a:pathLst>
          </a:custGeom>
          <a:solidFill>
            <a:schemeClr val="bg1"/>
          </a:solidFill>
          <a:effectLst>
            <a:outerShdw blurRad="228600" dist="38100" algn="l" rotWithShape="0">
              <a:prstClr val="black">
                <a:alpha val="40000"/>
              </a:prstClr>
            </a:outerShdw>
          </a:effectLst>
        </p:spPr>
        <p:txBody>
          <a:bodyPr wrap="square" anchor="ctr">
            <a:noAutofit/>
          </a:bodyPr>
          <a:lstStyle>
            <a:lvl1pPr marL="0" indent="0" algn="ctr">
              <a:buNone/>
              <a:defRPr/>
            </a:lvl1pPr>
          </a:lstStyle>
          <a:p>
            <a:r>
              <a:rPr lang="en-US" dirty="0"/>
              <a:t>Insert Image</a:t>
            </a:r>
            <a:endParaRPr lang="en-GB" dirty="0"/>
          </a:p>
        </p:txBody>
      </p:sp>
      <p:sp>
        <p:nvSpPr>
          <p:cNvPr id="17" name="Text Placeholder 16">
            <a:extLst>
              <a:ext uri="{FF2B5EF4-FFF2-40B4-BE49-F238E27FC236}">
                <a16:creationId xmlns:a16="http://schemas.microsoft.com/office/drawing/2014/main" id="{FF9E63E5-568A-4FA2-9851-E5BFA12B85D1}"/>
              </a:ext>
              <a:ext uri="{C183D7F6-B498-43B3-948B-1728B52AA6E4}">
                <adec:decorative xmlns="" xmlns:adec="http://schemas.microsoft.com/office/drawing/2017/decorative" val="1"/>
              </a:ext>
            </a:extLst>
          </p:cNvPr>
          <p:cNvSpPr>
            <a:spLocks noGrp="1"/>
          </p:cNvSpPr>
          <p:nvPr>
            <p:ph type="body" sz="quarter" idx="12" hasCustomPrompt="1"/>
          </p:nvPr>
        </p:nvSpPr>
        <p:spPr>
          <a:xfrm>
            <a:off x="990600" y="609600"/>
            <a:ext cx="4648200" cy="6248400"/>
          </a:xfrm>
          <a:solidFill>
            <a:schemeClr val="bg1"/>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p:nvPr>
        </p:nvSpPr>
        <p:spPr>
          <a:xfrm>
            <a:off x="1257300" y="3962400"/>
            <a:ext cx="4114800" cy="1981200"/>
          </a:xfrm>
        </p:spPr>
        <p:txBody>
          <a:bodyPr anchor="ctr">
            <a:noAutofit/>
          </a:bodyPr>
          <a:lstStyle>
            <a:lvl1pPr algn="ctr">
              <a:lnSpc>
                <a:spcPct val="80000"/>
              </a:lnSpc>
              <a:defRPr sz="4000" b="0" spc="200" baseline="0"/>
            </a:lvl1pPr>
          </a:lstStyle>
          <a:p>
            <a:r>
              <a:rPr lang="en-US" smtClean="0"/>
              <a:t>Click to edit Master title style</a:t>
            </a:r>
            <a:endParaRPr lang="en-US" dirty="0"/>
          </a:p>
        </p:txBody>
      </p:sp>
      <p:sp>
        <p:nvSpPr>
          <p:cNvPr id="3" name="Subtitle 2"/>
          <p:cNvSpPr>
            <a:spLocks noGrp="1"/>
          </p:cNvSpPr>
          <p:nvPr>
            <p:ph type="subTitle" idx="1"/>
          </p:nvPr>
        </p:nvSpPr>
        <p:spPr>
          <a:xfrm>
            <a:off x="6057900" y="4114800"/>
            <a:ext cx="4876800" cy="1371602"/>
          </a:xfrm>
        </p:spPr>
        <p:txBody>
          <a:bodyPr lIns="91440" rIns="91440" anchor="ctr">
            <a:normAutofit/>
          </a:bodyPr>
          <a:lstStyle>
            <a:lvl1pPr marL="0" indent="0" algn="l">
              <a:lnSpc>
                <a:spcPct val="100000"/>
              </a:lnSpc>
              <a:spcBef>
                <a:spcPts val="0"/>
              </a:spcBef>
              <a:spcAft>
                <a:spcPts val="0"/>
              </a:spcAft>
              <a:buNone/>
              <a:defRPr sz="1600">
                <a:solidFill>
                  <a:schemeClr val="bg1"/>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smtClean="0"/>
              <a:t>Click to edit Master subtitle style</a:t>
            </a:r>
            <a:endParaRPr lang="en-US" dirty="0"/>
          </a:p>
        </p:txBody>
      </p:sp>
      <p:sp>
        <p:nvSpPr>
          <p:cNvPr id="7" name="Text Placeholder 16">
            <a:extLst>
              <a:ext uri="{FF2B5EF4-FFF2-40B4-BE49-F238E27FC236}">
                <a16:creationId xmlns:a16="http://schemas.microsoft.com/office/drawing/2014/main" id="{D6D785D2-DAEB-48F3-AB8A-2954F03ACD2B}"/>
              </a:ext>
              <a:ext uri="{C183D7F6-B498-43B3-948B-1728B52AA6E4}">
                <adec:decorative xmlns="" xmlns:adec="http://schemas.microsoft.com/office/drawing/2017/decorative" val="1"/>
              </a:ext>
            </a:extLst>
          </p:cNvPr>
          <p:cNvSpPr>
            <a:spLocks noGrp="1"/>
          </p:cNvSpPr>
          <p:nvPr>
            <p:ph type="body" sz="quarter" idx="13" hasCustomPrompt="1"/>
          </p:nvPr>
        </p:nvSpPr>
        <p:spPr>
          <a:xfrm rot="16200000">
            <a:off x="381000" y="4840091"/>
            <a:ext cx="1219200" cy="225818"/>
          </a:xfr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8" name="Text Placeholder 16">
            <a:extLst>
              <a:ext uri="{FF2B5EF4-FFF2-40B4-BE49-F238E27FC236}">
                <a16:creationId xmlns:a16="http://schemas.microsoft.com/office/drawing/2014/main" id="{BB42ECCE-195D-45F5-94EB-137CEFCFE916}"/>
              </a:ext>
              <a:ext uri="{C183D7F6-B498-43B3-948B-1728B52AA6E4}">
                <adec:decorative xmlns="" xmlns:adec="http://schemas.microsoft.com/office/drawing/2017/decorative" val="1"/>
              </a:ext>
            </a:extLst>
          </p:cNvPr>
          <p:cNvSpPr>
            <a:spLocks noGrp="1"/>
          </p:cNvSpPr>
          <p:nvPr>
            <p:ph type="body" sz="quarter" idx="14" hasCustomPrompt="1"/>
          </p:nvPr>
        </p:nvSpPr>
        <p:spPr>
          <a:xfrm rot="16200000">
            <a:off x="5029200" y="4840092"/>
            <a:ext cx="1219200" cy="225818"/>
          </a:xfrm>
          <a:solidFill>
            <a:schemeClr val="accent2"/>
          </a:solidFill>
          <a:effectLst>
            <a:outerShdw blurRad="50800" dist="38100" dir="18900000" algn="b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Tree>
    <p:extLst>
      <p:ext uri="{BB962C8B-B14F-4D97-AF65-F5344CB8AC3E}">
        <p14:creationId xmlns:p14="http://schemas.microsoft.com/office/powerpoint/2010/main" val="79842706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Image Caption Content_Orange">
    <p:bg>
      <p:bgPr>
        <a:solidFill>
          <a:schemeClr val="accent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A623EB06-2F79-4698-807D-96A58B4F1D71}"/>
              </a:ext>
              <a:ext uri="{C183D7F6-B498-43B3-948B-1728B52AA6E4}">
                <adec:decorative xmlns="" xmlns:adec="http://schemas.microsoft.com/office/drawing/2017/decorative" val="1"/>
              </a:ext>
            </a:extLst>
          </p:cNvPr>
          <p:cNvSpPr>
            <a:spLocks noGrp="1"/>
          </p:cNvSpPr>
          <p:nvPr>
            <p:ph type="pic" sz="quarter" idx="15" hasCustomPrompt="1"/>
          </p:nvPr>
        </p:nvSpPr>
        <p:spPr>
          <a:xfrm>
            <a:off x="0" y="0"/>
            <a:ext cx="8329286" cy="6858000"/>
          </a:xfrm>
          <a:custGeom>
            <a:avLst/>
            <a:gdLst>
              <a:gd name="connsiteX0" fmla="*/ 0 w 8329286"/>
              <a:gd name="connsiteY0" fmla="*/ 0 h 6858000"/>
              <a:gd name="connsiteX1" fmla="*/ 8329286 w 8329286"/>
              <a:gd name="connsiteY1" fmla="*/ 0 h 6858000"/>
              <a:gd name="connsiteX2" fmla="*/ 3124200 w 8329286"/>
              <a:gd name="connsiteY2" fmla="*/ 6858000 h 6858000"/>
              <a:gd name="connsiteX3" fmla="*/ 0 w 832928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9286" h="6858000">
                <a:moveTo>
                  <a:pt x="0" y="0"/>
                </a:moveTo>
                <a:lnTo>
                  <a:pt x="8329286" y="0"/>
                </a:lnTo>
                <a:lnTo>
                  <a:pt x="3124200" y="6858000"/>
                </a:lnTo>
                <a:lnTo>
                  <a:pt x="0" y="6858000"/>
                </a:lnTo>
                <a:close/>
              </a:path>
            </a:pathLst>
          </a:custGeom>
          <a:solidFill>
            <a:schemeClr val="bg1"/>
          </a:solidFill>
          <a:effectLst>
            <a:outerShdw blurRad="228600" dist="38100" algn="l" rotWithShape="0">
              <a:prstClr val="black">
                <a:alpha val="40000"/>
              </a:prstClr>
            </a:outerShdw>
          </a:effectLst>
        </p:spPr>
        <p:txBody>
          <a:bodyPr wrap="square" anchor="ctr">
            <a:noAutofit/>
          </a:bodyPr>
          <a:lstStyle>
            <a:lvl1pPr marL="0" indent="0" algn="ctr">
              <a:buNone/>
              <a:defRPr/>
            </a:lvl1pPr>
          </a:lstStyle>
          <a:p>
            <a:r>
              <a:rPr lang="en-US" dirty="0"/>
              <a:t>Insert Image</a:t>
            </a:r>
            <a:endParaRPr lang="en-GB" dirty="0"/>
          </a:p>
        </p:txBody>
      </p:sp>
      <p:sp>
        <p:nvSpPr>
          <p:cNvPr id="17" name="Text Placeholder 16">
            <a:extLst>
              <a:ext uri="{FF2B5EF4-FFF2-40B4-BE49-F238E27FC236}">
                <a16:creationId xmlns:a16="http://schemas.microsoft.com/office/drawing/2014/main" id="{FF9E63E5-568A-4FA2-9851-E5BFA12B85D1}"/>
              </a:ext>
              <a:ext uri="{C183D7F6-B498-43B3-948B-1728B52AA6E4}">
                <adec:decorative xmlns="" xmlns:adec="http://schemas.microsoft.com/office/drawing/2017/decorative" val="1"/>
              </a:ext>
            </a:extLst>
          </p:cNvPr>
          <p:cNvSpPr>
            <a:spLocks noGrp="1"/>
          </p:cNvSpPr>
          <p:nvPr>
            <p:ph type="body" sz="quarter" idx="12" hasCustomPrompt="1"/>
          </p:nvPr>
        </p:nvSpPr>
        <p:spPr>
          <a:xfrm>
            <a:off x="990600" y="609600"/>
            <a:ext cx="4648200" cy="6248400"/>
          </a:xfrm>
          <a:solidFill>
            <a:schemeClr val="bg1"/>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p:nvPr>
        </p:nvSpPr>
        <p:spPr>
          <a:xfrm>
            <a:off x="1257300" y="3962400"/>
            <a:ext cx="4114800" cy="1981200"/>
          </a:xfrm>
        </p:spPr>
        <p:txBody>
          <a:bodyPr anchor="ctr">
            <a:noAutofit/>
          </a:bodyPr>
          <a:lstStyle>
            <a:lvl1pPr algn="ctr">
              <a:lnSpc>
                <a:spcPct val="80000"/>
              </a:lnSpc>
              <a:defRPr sz="4000" b="0" spc="200" baseline="0"/>
            </a:lvl1pPr>
          </a:lstStyle>
          <a:p>
            <a:r>
              <a:rPr lang="en-US" smtClean="0"/>
              <a:t>Click to edit Master title style</a:t>
            </a:r>
            <a:endParaRPr lang="en-US" dirty="0"/>
          </a:p>
        </p:txBody>
      </p:sp>
      <p:sp>
        <p:nvSpPr>
          <p:cNvPr id="3" name="Subtitle 2"/>
          <p:cNvSpPr>
            <a:spLocks noGrp="1"/>
          </p:cNvSpPr>
          <p:nvPr>
            <p:ph type="subTitle" idx="1"/>
          </p:nvPr>
        </p:nvSpPr>
        <p:spPr>
          <a:xfrm>
            <a:off x="6057900" y="4114800"/>
            <a:ext cx="4876800" cy="1371602"/>
          </a:xfrm>
        </p:spPr>
        <p:txBody>
          <a:bodyPr lIns="91440" rIns="91440" anchor="ctr">
            <a:normAutofit/>
          </a:bodyPr>
          <a:lstStyle>
            <a:lvl1pPr marL="0" indent="0" algn="l">
              <a:lnSpc>
                <a:spcPct val="100000"/>
              </a:lnSpc>
              <a:spcBef>
                <a:spcPts val="0"/>
              </a:spcBef>
              <a:spcAft>
                <a:spcPts val="0"/>
              </a:spcAft>
              <a:buNone/>
              <a:defRPr sz="1600">
                <a:solidFill>
                  <a:schemeClr val="bg1"/>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smtClean="0"/>
              <a:t>Click to edit Master subtitle style</a:t>
            </a:r>
            <a:endParaRPr lang="en-US" dirty="0"/>
          </a:p>
        </p:txBody>
      </p:sp>
      <p:sp>
        <p:nvSpPr>
          <p:cNvPr id="7" name="Text Placeholder 16">
            <a:extLst>
              <a:ext uri="{FF2B5EF4-FFF2-40B4-BE49-F238E27FC236}">
                <a16:creationId xmlns:a16="http://schemas.microsoft.com/office/drawing/2014/main" id="{D6D785D2-DAEB-48F3-AB8A-2954F03ACD2B}"/>
              </a:ext>
              <a:ext uri="{C183D7F6-B498-43B3-948B-1728B52AA6E4}">
                <adec:decorative xmlns="" xmlns:adec="http://schemas.microsoft.com/office/drawing/2017/decorative" val="1"/>
              </a:ext>
            </a:extLst>
          </p:cNvPr>
          <p:cNvSpPr>
            <a:spLocks noGrp="1"/>
          </p:cNvSpPr>
          <p:nvPr>
            <p:ph type="body" sz="quarter" idx="13" hasCustomPrompt="1"/>
          </p:nvPr>
        </p:nvSpPr>
        <p:spPr>
          <a:xfrm rot="16200000">
            <a:off x="381000" y="4840091"/>
            <a:ext cx="1219200" cy="225818"/>
          </a:xfrm>
          <a:solidFill>
            <a:schemeClr val="accent5"/>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8" name="Text Placeholder 16">
            <a:extLst>
              <a:ext uri="{FF2B5EF4-FFF2-40B4-BE49-F238E27FC236}">
                <a16:creationId xmlns:a16="http://schemas.microsoft.com/office/drawing/2014/main" id="{BB42ECCE-195D-45F5-94EB-137CEFCFE916}"/>
              </a:ext>
              <a:ext uri="{C183D7F6-B498-43B3-948B-1728B52AA6E4}">
                <adec:decorative xmlns="" xmlns:adec="http://schemas.microsoft.com/office/drawing/2017/decorative" val="1"/>
              </a:ext>
            </a:extLst>
          </p:cNvPr>
          <p:cNvSpPr>
            <a:spLocks noGrp="1"/>
          </p:cNvSpPr>
          <p:nvPr>
            <p:ph type="body" sz="quarter" idx="14" hasCustomPrompt="1"/>
          </p:nvPr>
        </p:nvSpPr>
        <p:spPr>
          <a:xfrm rot="16200000">
            <a:off x="5029200" y="4840092"/>
            <a:ext cx="1219200" cy="225818"/>
          </a:xfrm>
          <a:solidFill>
            <a:schemeClr val="accent5"/>
          </a:solidFill>
          <a:effectLst>
            <a:outerShdw blurRad="50800" dist="38100" dir="18900000" algn="b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Tree>
    <p:extLst>
      <p:ext uri="{BB962C8B-B14F-4D97-AF65-F5344CB8AC3E}">
        <p14:creationId xmlns:p14="http://schemas.microsoft.com/office/powerpoint/2010/main" val="201139039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Segue">
    <p:spTree>
      <p:nvGrpSpPr>
        <p:cNvPr id="1" name=""/>
        <p:cNvGrpSpPr/>
        <p:nvPr/>
      </p:nvGrpSpPr>
      <p:grpSpPr>
        <a:xfrm>
          <a:off x="0" y="0"/>
          <a:ext cx="0" cy="0"/>
          <a:chOff x="0" y="0"/>
          <a:chExt cx="0" cy="0"/>
        </a:xfrm>
      </p:grpSpPr>
      <p:sp>
        <p:nvSpPr>
          <p:cNvPr id="9" name="Text Placeholder 16">
            <a:extLst>
              <a:ext uri="{FF2B5EF4-FFF2-40B4-BE49-F238E27FC236}">
                <a16:creationId xmlns:a16="http://schemas.microsoft.com/office/drawing/2014/main" id="{7B86D83E-A097-4B71-82C6-197A18DD32D9}"/>
              </a:ext>
              <a:ext uri="{C183D7F6-B498-43B3-948B-1728B52AA6E4}">
                <adec:decorative xmlns="" xmlns:adec="http://schemas.microsoft.com/office/drawing/2017/decorative" val="1"/>
              </a:ext>
            </a:extLst>
          </p:cNvPr>
          <p:cNvSpPr>
            <a:spLocks noGrp="1"/>
          </p:cNvSpPr>
          <p:nvPr>
            <p:ph type="body" sz="quarter" idx="13" hasCustomPrompt="1"/>
          </p:nvPr>
        </p:nvSpPr>
        <p:spPr>
          <a:xfrm rot="10800000" flipH="1" flipV="1">
            <a:off x="10104322" y="3587303"/>
            <a:ext cx="2087678" cy="3270696"/>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7" name="Text Placeholder 16">
            <a:extLst>
              <a:ext uri="{FF2B5EF4-FFF2-40B4-BE49-F238E27FC236}">
                <a16:creationId xmlns:a16="http://schemas.microsoft.com/office/drawing/2014/main" id="{A2552DEC-1A1C-4055-B5AF-D7C796522FED}"/>
              </a:ext>
              <a:ext uri="{C183D7F6-B498-43B3-948B-1728B52AA6E4}">
                <adec:decorative xmlns="" xmlns:adec="http://schemas.microsoft.com/office/drawing/2017/decorative" val="1"/>
              </a:ext>
            </a:extLst>
          </p:cNvPr>
          <p:cNvSpPr>
            <a:spLocks noGrp="1"/>
          </p:cNvSpPr>
          <p:nvPr>
            <p:ph type="body" sz="quarter" idx="22" hasCustomPrompt="1"/>
          </p:nvPr>
        </p:nvSpPr>
        <p:spPr>
          <a:xfrm>
            <a:off x="285750" y="0"/>
            <a:ext cx="11620500" cy="6591300"/>
          </a:xfrm>
          <a:solidFill>
            <a:schemeClr val="accent1"/>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a:extLst>
              <a:ext uri="{FF2B5EF4-FFF2-40B4-BE49-F238E27FC236}">
                <a16:creationId xmlns:a16="http://schemas.microsoft.com/office/drawing/2014/main" id="{2F2E942B-4297-4570-B120-E2ACA52D126E}"/>
              </a:ext>
            </a:extLst>
          </p:cNvPr>
          <p:cNvSpPr>
            <a:spLocks noGrp="1"/>
          </p:cNvSpPr>
          <p:nvPr>
            <p:ph type="title"/>
          </p:nvPr>
        </p:nvSpPr>
        <p:spPr>
          <a:xfrm>
            <a:off x="1085850" y="2679192"/>
            <a:ext cx="9963150" cy="1499616"/>
          </a:xfrm>
          <a:noFill/>
        </p:spPr>
        <p:txBody>
          <a:bodyPr>
            <a:normAutofit/>
          </a:bodyPr>
          <a:lstStyle>
            <a:lvl1pPr>
              <a:defRPr sz="6000">
                <a:solidFill>
                  <a:schemeClr val="bg1"/>
                </a:solidFill>
              </a:defRPr>
            </a:lvl1pPr>
          </a:lstStyle>
          <a:p>
            <a:r>
              <a:rPr lang="en-US" smtClean="0"/>
              <a:t>Click to edit Master title style</a:t>
            </a:r>
            <a:endParaRPr lang="en-GB" dirty="0"/>
          </a:p>
        </p:txBody>
      </p:sp>
      <p:sp>
        <p:nvSpPr>
          <p:cNvPr id="8" name="Text Placeholder 16">
            <a:extLst>
              <a:ext uri="{FF2B5EF4-FFF2-40B4-BE49-F238E27FC236}">
                <a16:creationId xmlns:a16="http://schemas.microsoft.com/office/drawing/2014/main" id="{565D4960-2277-429C-B87B-08014535398C}"/>
              </a:ext>
              <a:ext uri="{C183D7F6-B498-43B3-948B-1728B52AA6E4}">
                <adec:decorative xmlns="" xmlns:adec="http://schemas.microsoft.com/office/drawing/2017/decorative" val="1"/>
              </a:ext>
            </a:extLst>
          </p:cNvPr>
          <p:cNvSpPr>
            <a:spLocks noGrp="1"/>
          </p:cNvSpPr>
          <p:nvPr>
            <p:ph type="body" sz="quarter" idx="23" hasCustomPrompt="1"/>
          </p:nvPr>
        </p:nvSpPr>
        <p:spPr>
          <a:xfrm>
            <a:off x="0" y="2679192"/>
            <a:ext cx="533400" cy="1499616"/>
          </a:xfrm>
          <a:solidFill>
            <a:schemeClr val="accent2"/>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Tree>
    <p:extLst>
      <p:ext uri="{BB962C8B-B14F-4D97-AF65-F5344CB8AC3E}">
        <p14:creationId xmlns:p14="http://schemas.microsoft.com/office/powerpoint/2010/main" val="82786622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1_Segue">
    <p:spTree>
      <p:nvGrpSpPr>
        <p:cNvPr id="1" name=""/>
        <p:cNvGrpSpPr/>
        <p:nvPr/>
      </p:nvGrpSpPr>
      <p:grpSpPr>
        <a:xfrm>
          <a:off x="0" y="0"/>
          <a:ext cx="0" cy="0"/>
          <a:chOff x="0" y="0"/>
          <a:chExt cx="0" cy="0"/>
        </a:xfrm>
      </p:grpSpPr>
      <p:sp>
        <p:nvSpPr>
          <p:cNvPr id="9" name="Text Placeholder 16">
            <a:extLst>
              <a:ext uri="{FF2B5EF4-FFF2-40B4-BE49-F238E27FC236}">
                <a16:creationId xmlns:a16="http://schemas.microsoft.com/office/drawing/2014/main" id="{7B86D83E-A097-4B71-82C6-197A18DD32D9}"/>
              </a:ext>
              <a:ext uri="{C183D7F6-B498-43B3-948B-1728B52AA6E4}">
                <adec:decorative xmlns="" xmlns:adec="http://schemas.microsoft.com/office/drawing/2017/decorative" val="1"/>
              </a:ext>
            </a:extLst>
          </p:cNvPr>
          <p:cNvSpPr>
            <a:spLocks noGrp="1"/>
          </p:cNvSpPr>
          <p:nvPr>
            <p:ph type="body" sz="quarter" idx="13" hasCustomPrompt="1"/>
          </p:nvPr>
        </p:nvSpPr>
        <p:spPr>
          <a:xfrm rot="10800000" flipH="1" flipV="1">
            <a:off x="10104322" y="3587303"/>
            <a:ext cx="2087678" cy="3270696"/>
          </a:xfrm>
          <a:prstGeom prst="triangle">
            <a:avLst>
              <a:gd name="adj" fmla="val 100000"/>
            </a:avLst>
          </a:prstGeom>
          <a:solidFill>
            <a:schemeClr val="tx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7" name="Text Placeholder 16">
            <a:extLst>
              <a:ext uri="{FF2B5EF4-FFF2-40B4-BE49-F238E27FC236}">
                <a16:creationId xmlns:a16="http://schemas.microsoft.com/office/drawing/2014/main" id="{A2552DEC-1A1C-4055-B5AF-D7C796522FED}"/>
              </a:ext>
              <a:ext uri="{C183D7F6-B498-43B3-948B-1728B52AA6E4}">
                <adec:decorative xmlns="" xmlns:adec="http://schemas.microsoft.com/office/drawing/2017/decorative" val="1"/>
              </a:ext>
            </a:extLst>
          </p:cNvPr>
          <p:cNvSpPr>
            <a:spLocks noGrp="1"/>
          </p:cNvSpPr>
          <p:nvPr>
            <p:ph type="body" sz="quarter" idx="22" hasCustomPrompt="1"/>
          </p:nvPr>
        </p:nvSpPr>
        <p:spPr>
          <a:xfrm>
            <a:off x="285750" y="0"/>
            <a:ext cx="11620500" cy="6591300"/>
          </a:xfrm>
          <a:solidFill>
            <a:schemeClr val="accent2"/>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a:extLst>
              <a:ext uri="{FF2B5EF4-FFF2-40B4-BE49-F238E27FC236}">
                <a16:creationId xmlns:a16="http://schemas.microsoft.com/office/drawing/2014/main" id="{2F2E942B-4297-4570-B120-E2ACA52D126E}"/>
              </a:ext>
            </a:extLst>
          </p:cNvPr>
          <p:cNvSpPr>
            <a:spLocks noGrp="1"/>
          </p:cNvSpPr>
          <p:nvPr>
            <p:ph type="title"/>
          </p:nvPr>
        </p:nvSpPr>
        <p:spPr>
          <a:xfrm>
            <a:off x="1085850" y="2679192"/>
            <a:ext cx="9963150" cy="1499616"/>
          </a:xfrm>
          <a:noFill/>
        </p:spPr>
        <p:txBody>
          <a:bodyPr>
            <a:normAutofit/>
          </a:bodyPr>
          <a:lstStyle>
            <a:lvl1pPr>
              <a:defRPr sz="6000">
                <a:solidFill>
                  <a:schemeClr val="bg1"/>
                </a:solidFill>
              </a:defRPr>
            </a:lvl1pPr>
          </a:lstStyle>
          <a:p>
            <a:r>
              <a:rPr lang="en-US" smtClean="0"/>
              <a:t>Click to edit Master title style</a:t>
            </a:r>
            <a:endParaRPr lang="en-GB" dirty="0"/>
          </a:p>
        </p:txBody>
      </p:sp>
      <p:sp>
        <p:nvSpPr>
          <p:cNvPr id="8" name="Text Placeholder 16">
            <a:extLst>
              <a:ext uri="{FF2B5EF4-FFF2-40B4-BE49-F238E27FC236}">
                <a16:creationId xmlns:a16="http://schemas.microsoft.com/office/drawing/2014/main" id="{565D4960-2277-429C-B87B-08014535398C}"/>
              </a:ext>
              <a:ext uri="{C183D7F6-B498-43B3-948B-1728B52AA6E4}">
                <adec:decorative xmlns="" xmlns:adec="http://schemas.microsoft.com/office/drawing/2017/decorative" val="1"/>
              </a:ext>
            </a:extLst>
          </p:cNvPr>
          <p:cNvSpPr>
            <a:spLocks noGrp="1"/>
          </p:cNvSpPr>
          <p:nvPr>
            <p:ph type="body" sz="quarter" idx="23" hasCustomPrompt="1"/>
          </p:nvPr>
        </p:nvSpPr>
        <p:spPr>
          <a:xfrm>
            <a:off x="0" y="2679192"/>
            <a:ext cx="533400" cy="1499616"/>
          </a:xfrm>
          <a:solidFill>
            <a:schemeClr val="tx2"/>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Tree>
    <p:extLst>
      <p:ext uri="{BB962C8B-B14F-4D97-AF65-F5344CB8AC3E}">
        <p14:creationId xmlns:p14="http://schemas.microsoft.com/office/powerpoint/2010/main" val="305527909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2_Segue">
    <p:spTree>
      <p:nvGrpSpPr>
        <p:cNvPr id="1" name=""/>
        <p:cNvGrpSpPr/>
        <p:nvPr/>
      </p:nvGrpSpPr>
      <p:grpSpPr>
        <a:xfrm>
          <a:off x="0" y="0"/>
          <a:ext cx="0" cy="0"/>
          <a:chOff x="0" y="0"/>
          <a:chExt cx="0" cy="0"/>
        </a:xfrm>
      </p:grpSpPr>
      <p:sp>
        <p:nvSpPr>
          <p:cNvPr id="9" name="Text Placeholder 16">
            <a:extLst>
              <a:ext uri="{FF2B5EF4-FFF2-40B4-BE49-F238E27FC236}">
                <a16:creationId xmlns:a16="http://schemas.microsoft.com/office/drawing/2014/main" id="{7B86D83E-A097-4B71-82C6-197A18DD32D9}"/>
              </a:ext>
              <a:ext uri="{C183D7F6-B498-43B3-948B-1728B52AA6E4}">
                <adec:decorative xmlns="" xmlns:adec="http://schemas.microsoft.com/office/drawing/2017/decorative" val="1"/>
              </a:ext>
            </a:extLst>
          </p:cNvPr>
          <p:cNvSpPr>
            <a:spLocks noGrp="1"/>
          </p:cNvSpPr>
          <p:nvPr>
            <p:ph type="body" sz="quarter" idx="13" hasCustomPrompt="1"/>
          </p:nvPr>
        </p:nvSpPr>
        <p:spPr>
          <a:xfrm rot="10800000" flipH="1" flipV="1">
            <a:off x="10104322" y="3587303"/>
            <a:ext cx="2087678" cy="3270696"/>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7" name="Text Placeholder 16">
            <a:extLst>
              <a:ext uri="{FF2B5EF4-FFF2-40B4-BE49-F238E27FC236}">
                <a16:creationId xmlns:a16="http://schemas.microsoft.com/office/drawing/2014/main" id="{A2552DEC-1A1C-4055-B5AF-D7C796522FED}"/>
              </a:ext>
              <a:ext uri="{C183D7F6-B498-43B3-948B-1728B52AA6E4}">
                <adec:decorative xmlns="" xmlns:adec="http://schemas.microsoft.com/office/drawing/2017/decorative" val="1"/>
              </a:ext>
            </a:extLst>
          </p:cNvPr>
          <p:cNvSpPr>
            <a:spLocks noGrp="1"/>
          </p:cNvSpPr>
          <p:nvPr>
            <p:ph type="body" sz="quarter" idx="22" hasCustomPrompt="1"/>
          </p:nvPr>
        </p:nvSpPr>
        <p:spPr>
          <a:xfrm>
            <a:off x="285750" y="0"/>
            <a:ext cx="11620500" cy="6591300"/>
          </a:xfrm>
          <a:solidFill>
            <a:schemeClr val="accent5"/>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a:extLst>
              <a:ext uri="{FF2B5EF4-FFF2-40B4-BE49-F238E27FC236}">
                <a16:creationId xmlns:a16="http://schemas.microsoft.com/office/drawing/2014/main" id="{2F2E942B-4297-4570-B120-E2ACA52D126E}"/>
              </a:ext>
            </a:extLst>
          </p:cNvPr>
          <p:cNvSpPr>
            <a:spLocks noGrp="1"/>
          </p:cNvSpPr>
          <p:nvPr>
            <p:ph type="title"/>
          </p:nvPr>
        </p:nvSpPr>
        <p:spPr>
          <a:xfrm>
            <a:off x="1085850" y="2679192"/>
            <a:ext cx="9963150" cy="1499616"/>
          </a:xfrm>
          <a:noFill/>
        </p:spPr>
        <p:txBody>
          <a:bodyPr>
            <a:normAutofit/>
          </a:bodyPr>
          <a:lstStyle>
            <a:lvl1pPr>
              <a:defRPr sz="6000">
                <a:solidFill>
                  <a:schemeClr val="bg1"/>
                </a:solidFill>
              </a:defRPr>
            </a:lvl1pPr>
          </a:lstStyle>
          <a:p>
            <a:r>
              <a:rPr lang="en-US" smtClean="0"/>
              <a:t>Click to edit Master title style</a:t>
            </a:r>
            <a:endParaRPr lang="en-GB" dirty="0"/>
          </a:p>
        </p:txBody>
      </p:sp>
      <p:sp>
        <p:nvSpPr>
          <p:cNvPr id="8" name="Text Placeholder 16">
            <a:extLst>
              <a:ext uri="{FF2B5EF4-FFF2-40B4-BE49-F238E27FC236}">
                <a16:creationId xmlns:a16="http://schemas.microsoft.com/office/drawing/2014/main" id="{565D4960-2277-429C-B87B-08014535398C}"/>
              </a:ext>
              <a:ext uri="{C183D7F6-B498-43B3-948B-1728B52AA6E4}">
                <adec:decorative xmlns="" xmlns:adec="http://schemas.microsoft.com/office/drawing/2017/decorative" val="1"/>
              </a:ext>
            </a:extLst>
          </p:cNvPr>
          <p:cNvSpPr>
            <a:spLocks noGrp="1"/>
          </p:cNvSpPr>
          <p:nvPr>
            <p:ph type="body" sz="quarter" idx="23" hasCustomPrompt="1"/>
          </p:nvPr>
        </p:nvSpPr>
        <p:spPr>
          <a:xfrm>
            <a:off x="0" y="2679192"/>
            <a:ext cx="533400" cy="1499616"/>
          </a:xfrm>
          <a:solidFill>
            <a:schemeClr val="accent2"/>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Tree>
    <p:extLst>
      <p:ext uri="{BB962C8B-B14F-4D97-AF65-F5344CB8AC3E}">
        <p14:creationId xmlns:p14="http://schemas.microsoft.com/office/powerpoint/2010/main" val="1491268268"/>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3_Segue">
    <p:spTree>
      <p:nvGrpSpPr>
        <p:cNvPr id="1" name=""/>
        <p:cNvGrpSpPr/>
        <p:nvPr/>
      </p:nvGrpSpPr>
      <p:grpSpPr>
        <a:xfrm>
          <a:off x="0" y="0"/>
          <a:ext cx="0" cy="0"/>
          <a:chOff x="0" y="0"/>
          <a:chExt cx="0" cy="0"/>
        </a:xfrm>
      </p:grpSpPr>
      <p:sp>
        <p:nvSpPr>
          <p:cNvPr id="25" name="Picture Placeholder 8">
            <a:extLst>
              <a:ext uri="{FF2B5EF4-FFF2-40B4-BE49-F238E27FC236}">
                <a16:creationId xmlns:a16="http://schemas.microsoft.com/office/drawing/2014/main" id="{489EE1C9-68AE-4BDD-B34C-9DE809C4DD0B}"/>
              </a:ext>
              <a:ext uri="{C183D7F6-B498-43B3-948B-1728B52AA6E4}">
                <adec:decorative xmlns="" xmlns:adec="http://schemas.microsoft.com/office/drawing/2017/decorative" val="1"/>
              </a:ext>
            </a:extLst>
          </p:cNvPr>
          <p:cNvSpPr>
            <a:spLocks noGrp="1"/>
          </p:cNvSpPr>
          <p:nvPr>
            <p:ph type="pic" sz="quarter" idx="17" hasCustomPrompt="1"/>
          </p:nvPr>
        </p:nvSpPr>
        <p:spPr>
          <a:xfrm>
            <a:off x="0" y="0"/>
            <a:ext cx="12191999" cy="6858000"/>
          </a:xfrm>
          <a:prstGeom prst="rect">
            <a:avLst/>
          </a:prstGeom>
        </p:spPr>
        <p:txBody>
          <a:bodyPr anchor="ctr"/>
          <a:lstStyle>
            <a:lvl1pPr marL="0" indent="0" algn="ctr">
              <a:buNone/>
              <a:defRPr>
                <a:solidFill>
                  <a:schemeClr val="bg1">
                    <a:lumMod val="50000"/>
                  </a:schemeClr>
                </a:solidFill>
              </a:defRPr>
            </a:lvl1pPr>
          </a:lstStyle>
          <a:p>
            <a:r>
              <a:rPr lang="en-US" dirty="0"/>
              <a:t>Insert Image</a:t>
            </a:r>
            <a:endParaRPr lang="en-GB" dirty="0"/>
          </a:p>
        </p:txBody>
      </p:sp>
      <p:sp>
        <p:nvSpPr>
          <p:cNvPr id="27" name="Text Placeholder 26">
            <a:extLst>
              <a:ext uri="{FF2B5EF4-FFF2-40B4-BE49-F238E27FC236}">
                <a16:creationId xmlns:a16="http://schemas.microsoft.com/office/drawing/2014/main" id="{A222F077-B5D5-442D-BB60-47BE1094D15F}"/>
              </a:ext>
              <a:ext uri="{C183D7F6-B498-43B3-948B-1728B52AA6E4}">
                <adec:decorative xmlns="" xmlns:adec="http://schemas.microsoft.com/office/drawing/2017/decorative" val="1"/>
              </a:ext>
            </a:extLst>
          </p:cNvPr>
          <p:cNvSpPr>
            <a:spLocks noGrp="1"/>
          </p:cNvSpPr>
          <p:nvPr>
            <p:ph type="body" sz="quarter" idx="18" hasCustomPrompt="1"/>
          </p:nvPr>
        </p:nvSpPr>
        <p:spPr>
          <a:xfrm>
            <a:off x="0" y="0"/>
            <a:ext cx="12192000" cy="5723182"/>
          </a:xfrm>
          <a:custGeom>
            <a:avLst/>
            <a:gdLst>
              <a:gd name="connsiteX0" fmla="*/ 0 w 12192000"/>
              <a:gd name="connsiteY0" fmla="*/ 0 h 5723182"/>
              <a:gd name="connsiteX1" fmla="*/ 12192000 w 12192000"/>
              <a:gd name="connsiteY1" fmla="*/ 0 h 5723182"/>
              <a:gd name="connsiteX2" fmla="*/ 12192000 w 12192000"/>
              <a:gd name="connsiteY2" fmla="*/ 5378958 h 5723182"/>
              <a:gd name="connsiteX3" fmla="*/ 8243540 w 12192000"/>
              <a:gd name="connsiteY3" fmla="*/ 5378958 h 5723182"/>
              <a:gd name="connsiteX4" fmla="*/ 7982281 w 12192000"/>
              <a:gd name="connsiteY4" fmla="*/ 5723182 h 5723182"/>
              <a:gd name="connsiteX5" fmla="*/ 0 w 12192000"/>
              <a:gd name="connsiteY5" fmla="*/ 5723182 h 5723182"/>
              <a:gd name="connsiteX6" fmla="*/ 0 w 12192000"/>
              <a:gd name="connsiteY6" fmla="*/ 5378958 h 5723182"/>
              <a:gd name="connsiteX7" fmla="*/ 0 w 12192000"/>
              <a:gd name="connsiteY7" fmla="*/ 5265982 h 5723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5723182">
                <a:moveTo>
                  <a:pt x="0" y="0"/>
                </a:moveTo>
                <a:lnTo>
                  <a:pt x="12192000" y="0"/>
                </a:lnTo>
                <a:lnTo>
                  <a:pt x="12192000" y="5378958"/>
                </a:lnTo>
                <a:lnTo>
                  <a:pt x="8243540" y="5378958"/>
                </a:lnTo>
                <a:lnTo>
                  <a:pt x="7982281" y="5723182"/>
                </a:lnTo>
                <a:lnTo>
                  <a:pt x="0" y="5723182"/>
                </a:lnTo>
                <a:lnTo>
                  <a:pt x="0" y="5378958"/>
                </a:lnTo>
                <a:lnTo>
                  <a:pt x="0" y="5265982"/>
                </a:lnTo>
                <a:close/>
              </a:path>
            </a:pathLst>
          </a:custGeom>
          <a:solidFill>
            <a:schemeClr val="accent2">
              <a:alpha val="84000"/>
            </a:schemeClr>
          </a:solidFill>
          <a:effectLst/>
        </p:spPr>
        <p:txBody>
          <a:bodyPr wrap="square">
            <a:noAutofit/>
          </a:bodyPr>
          <a:lstStyle>
            <a:lvl1pPr marL="0" indent="0">
              <a:buNone/>
              <a:defRPr>
                <a:solidFill>
                  <a:schemeClr val="tx1">
                    <a:alpha val="0"/>
                  </a:schemeClr>
                </a:solidFill>
              </a:defRPr>
            </a:lvl1pPr>
          </a:lstStyle>
          <a:p>
            <a:pPr lvl="0"/>
            <a:r>
              <a:rPr lang="en-US" dirty="0"/>
              <a:t>I</a:t>
            </a:r>
            <a:endParaRPr lang="en-GB" dirty="0"/>
          </a:p>
        </p:txBody>
      </p:sp>
      <p:sp>
        <p:nvSpPr>
          <p:cNvPr id="26" name="Text Placeholder 16">
            <a:extLst>
              <a:ext uri="{FF2B5EF4-FFF2-40B4-BE49-F238E27FC236}">
                <a16:creationId xmlns:a16="http://schemas.microsoft.com/office/drawing/2014/main" id="{9F89ADF8-2320-4EC3-98EA-5CB618A528E6}"/>
              </a:ext>
              <a:ext uri="{C183D7F6-B498-43B3-948B-1728B52AA6E4}">
                <adec:decorative xmlns="" xmlns:adec="http://schemas.microsoft.com/office/drawing/2017/decorative" val="1"/>
              </a:ext>
            </a:extLst>
          </p:cNvPr>
          <p:cNvSpPr>
            <a:spLocks noGrp="1"/>
          </p:cNvSpPr>
          <p:nvPr>
            <p:ph type="body" sz="quarter" idx="12" hasCustomPrompt="1"/>
          </p:nvPr>
        </p:nvSpPr>
        <p:spPr>
          <a:xfrm>
            <a:off x="533400" y="0"/>
            <a:ext cx="6781800" cy="6324600"/>
          </a:xfrm>
          <a:solidFill>
            <a:schemeClr val="tx2"/>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a:extLst>
              <a:ext uri="{FF2B5EF4-FFF2-40B4-BE49-F238E27FC236}">
                <a16:creationId xmlns:a16="http://schemas.microsoft.com/office/drawing/2014/main" id="{2F2E942B-4297-4570-B120-E2ACA52D126E}"/>
              </a:ext>
            </a:extLst>
          </p:cNvPr>
          <p:cNvSpPr>
            <a:spLocks noGrp="1"/>
          </p:cNvSpPr>
          <p:nvPr>
            <p:ph type="title"/>
          </p:nvPr>
        </p:nvSpPr>
        <p:spPr>
          <a:xfrm>
            <a:off x="1266825" y="2265916"/>
            <a:ext cx="5314950" cy="3488998"/>
          </a:xfrm>
          <a:noFill/>
        </p:spPr>
        <p:txBody>
          <a:bodyPr anchor="b">
            <a:normAutofit/>
          </a:bodyPr>
          <a:lstStyle>
            <a:lvl1pPr algn="ctr">
              <a:defRPr sz="6000">
                <a:solidFill>
                  <a:schemeClr val="bg1"/>
                </a:solidFill>
              </a:defRPr>
            </a:lvl1pPr>
          </a:lstStyle>
          <a:p>
            <a:r>
              <a:rPr lang="en-US" smtClean="0"/>
              <a:t>Click to edit Master title style</a:t>
            </a:r>
            <a:endParaRPr lang="en-GB" dirty="0"/>
          </a:p>
        </p:txBody>
      </p:sp>
      <p:sp>
        <p:nvSpPr>
          <p:cNvPr id="6" name="Slide Number Placeholder 5">
            <a:extLst>
              <a:ext uri="{FF2B5EF4-FFF2-40B4-BE49-F238E27FC236}">
                <a16:creationId xmlns:a16="http://schemas.microsoft.com/office/drawing/2014/main" id="{F074D12B-58A6-47D1-9B2D-697AB265C81B}"/>
              </a:ext>
            </a:extLst>
          </p:cNvPr>
          <p:cNvSpPr>
            <a:spLocks noGrp="1"/>
          </p:cNvSpPr>
          <p:nvPr>
            <p:ph type="sldNum" sz="quarter" idx="4"/>
          </p:nvPr>
        </p:nvSpPr>
        <p:spPr>
          <a:xfrm>
            <a:off x="628788" y="6339840"/>
            <a:ext cx="302281" cy="365760"/>
          </a:xfrm>
          <a:prstGeom prst="rect">
            <a:avLst/>
          </a:prstGeom>
          <a:solidFill>
            <a:schemeClr val="bg1"/>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438124500"/>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4_Segu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6E015B08-6C1F-4B1F-8038-D3C209BA0DBC}"/>
              </a:ext>
              <a:ext uri="{C183D7F6-B498-43B3-948B-1728B52AA6E4}">
                <adec:decorative xmlns="" xmlns:adec="http://schemas.microsoft.com/office/drawing/2017/decorative" val="1"/>
              </a:ext>
            </a:extLst>
          </p:cNvPr>
          <p:cNvSpPr>
            <a:spLocks noGrp="1"/>
          </p:cNvSpPr>
          <p:nvPr>
            <p:ph type="pic" sz="quarter" idx="17" hasCustomPrompt="1"/>
          </p:nvPr>
        </p:nvSpPr>
        <p:spPr>
          <a:xfrm>
            <a:off x="0" y="5378958"/>
            <a:ext cx="12191999" cy="1479041"/>
          </a:xfrm>
          <a:custGeom>
            <a:avLst/>
            <a:gdLst>
              <a:gd name="connsiteX0" fmla="*/ 8243540 w 12191999"/>
              <a:gd name="connsiteY0" fmla="*/ 0 h 1479041"/>
              <a:gd name="connsiteX1" fmla="*/ 12191999 w 12191999"/>
              <a:gd name="connsiteY1" fmla="*/ 0 h 1479041"/>
              <a:gd name="connsiteX2" fmla="*/ 12191999 w 12191999"/>
              <a:gd name="connsiteY2" fmla="*/ 1479041 h 1479041"/>
              <a:gd name="connsiteX3" fmla="*/ 0 w 12191999"/>
              <a:gd name="connsiteY3" fmla="*/ 1479041 h 1479041"/>
              <a:gd name="connsiteX4" fmla="*/ 0 w 12191999"/>
              <a:gd name="connsiteY4" fmla="*/ 344224 h 1479041"/>
              <a:gd name="connsiteX5" fmla="*/ 7982281 w 12191999"/>
              <a:gd name="connsiteY5" fmla="*/ 344224 h 1479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1479041">
                <a:moveTo>
                  <a:pt x="8243540" y="0"/>
                </a:moveTo>
                <a:lnTo>
                  <a:pt x="12191999" y="0"/>
                </a:lnTo>
                <a:lnTo>
                  <a:pt x="12191999" y="1479041"/>
                </a:lnTo>
                <a:lnTo>
                  <a:pt x="0" y="1479041"/>
                </a:lnTo>
                <a:lnTo>
                  <a:pt x="0" y="344224"/>
                </a:lnTo>
                <a:lnTo>
                  <a:pt x="7982281" y="344224"/>
                </a:lnTo>
                <a:close/>
              </a:path>
            </a:pathLst>
          </a:custGeom>
        </p:spPr>
        <p:txBody>
          <a:bodyPr wrap="square" anchor="ctr">
            <a:noAutofit/>
          </a:bodyPr>
          <a:lstStyle>
            <a:lvl1pPr marL="0" indent="0" algn="ctr">
              <a:buNone/>
              <a:defRPr>
                <a:solidFill>
                  <a:schemeClr val="bg1">
                    <a:lumMod val="50000"/>
                  </a:schemeClr>
                </a:solidFill>
              </a:defRPr>
            </a:lvl1pPr>
          </a:lstStyle>
          <a:p>
            <a:r>
              <a:rPr lang="en-US" dirty="0"/>
              <a:t>Insert Image</a:t>
            </a:r>
            <a:endParaRPr lang="en-GB" dirty="0"/>
          </a:p>
        </p:txBody>
      </p:sp>
      <p:sp>
        <p:nvSpPr>
          <p:cNvPr id="27" name="Text Placeholder 26">
            <a:extLst>
              <a:ext uri="{FF2B5EF4-FFF2-40B4-BE49-F238E27FC236}">
                <a16:creationId xmlns:a16="http://schemas.microsoft.com/office/drawing/2014/main" id="{A222F077-B5D5-442D-BB60-47BE1094D15F}"/>
              </a:ext>
              <a:ext uri="{C183D7F6-B498-43B3-948B-1728B52AA6E4}">
                <adec:decorative xmlns="" xmlns:adec="http://schemas.microsoft.com/office/drawing/2017/decorative" val="1"/>
              </a:ext>
            </a:extLst>
          </p:cNvPr>
          <p:cNvSpPr>
            <a:spLocks noGrp="1"/>
          </p:cNvSpPr>
          <p:nvPr>
            <p:ph type="body" sz="quarter" idx="18" hasCustomPrompt="1"/>
          </p:nvPr>
        </p:nvSpPr>
        <p:spPr>
          <a:xfrm>
            <a:off x="0" y="0"/>
            <a:ext cx="12192000" cy="5723182"/>
          </a:xfrm>
          <a:custGeom>
            <a:avLst/>
            <a:gdLst>
              <a:gd name="connsiteX0" fmla="*/ 0 w 12192000"/>
              <a:gd name="connsiteY0" fmla="*/ 0 h 5723182"/>
              <a:gd name="connsiteX1" fmla="*/ 12192000 w 12192000"/>
              <a:gd name="connsiteY1" fmla="*/ 0 h 5723182"/>
              <a:gd name="connsiteX2" fmla="*/ 12192000 w 12192000"/>
              <a:gd name="connsiteY2" fmla="*/ 5378958 h 5723182"/>
              <a:gd name="connsiteX3" fmla="*/ 8243540 w 12192000"/>
              <a:gd name="connsiteY3" fmla="*/ 5378958 h 5723182"/>
              <a:gd name="connsiteX4" fmla="*/ 7982281 w 12192000"/>
              <a:gd name="connsiteY4" fmla="*/ 5723182 h 5723182"/>
              <a:gd name="connsiteX5" fmla="*/ 0 w 12192000"/>
              <a:gd name="connsiteY5" fmla="*/ 5723182 h 5723182"/>
              <a:gd name="connsiteX6" fmla="*/ 0 w 12192000"/>
              <a:gd name="connsiteY6" fmla="*/ 5378958 h 5723182"/>
              <a:gd name="connsiteX7" fmla="*/ 0 w 12192000"/>
              <a:gd name="connsiteY7" fmla="*/ 5265982 h 5723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5723182">
                <a:moveTo>
                  <a:pt x="0" y="0"/>
                </a:moveTo>
                <a:lnTo>
                  <a:pt x="12192000" y="0"/>
                </a:lnTo>
                <a:lnTo>
                  <a:pt x="12192000" y="5378958"/>
                </a:lnTo>
                <a:lnTo>
                  <a:pt x="8243540" y="5378958"/>
                </a:lnTo>
                <a:lnTo>
                  <a:pt x="7982281" y="5723182"/>
                </a:lnTo>
                <a:lnTo>
                  <a:pt x="0" y="5723182"/>
                </a:lnTo>
                <a:lnTo>
                  <a:pt x="0" y="5378958"/>
                </a:lnTo>
                <a:lnTo>
                  <a:pt x="0" y="5265982"/>
                </a:lnTo>
                <a:close/>
              </a:path>
            </a:pathLst>
          </a:custGeom>
          <a:solidFill>
            <a:schemeClr val="accent2"/>
          </a:solidFill>
          <a:effectLst>
            <a:outerShdw blurRad="152400" dist="38100" dir="2700000" algn="tl" rotWithShape="0">
              <a:prstClr val="black">
                <a:alpha val="66000"/>
              </a:prstClr>
            </a:outerShdw>
          </a:effectLst>
        </p:spPr>
        <p:txBody>
          <a:bodyPr wrap="square">
            <a:noAutofit/>
          </a:bodyPr>
          <a:lstStyle>
            <a:lvl1pPr marL="0" indent="0">
              <a:buNone/>
              <a:defRPr>
                <a:solidFill>
                  <a:schemeClr val="tx1">
                    <a:alpha val="0"/>
                  </a:schemeClr>
                </a:solidFill>
              </a:defRPr>
            </a:lvl1pPr>
          </a:lstStyle>
          <a:p>
            <a:pPr lvl="0"/>
            <a:r>
              <a:rPr lang="en-US" dirty="0"/>
              <a:t>I</a:t>
            </a:r>
            <a:endParaRPr lang="en-GB" dirty="0"/>
          </a:p>
        </p:txBody>
      </p:sp>
      <p:sp>
        <p:nvSpPr>
          <p:cNvPr id="2" name="Title 1">
            <a:extLst>
              <a:ext uri="{FF2B5EF4-FFF2-40B4-BE49-F238E27FC236}">
                <a16:creationId xmlns:a16="http://schemas.microsoft.com/office/drawing/2014/main" id="{2F2E942B-4297-4570-B120-E2ACA52D126E}"/>
              </a:ext>
            </a:extLst>
          </p:cNvPr>
          <p:cNvSpPr>
            <a:spLocks noGrp="1"/>
          </p:cNvSpPr>
          <p:nvPr>
            <p:ph type="title"/>
          </p:nvPr>
        </p:nvSpPr>
        <p:spPr>
          <a:xfrm>
            <a:off x="781049" y="990600"/>
            <a:ext cx="9144000" cy="2590800"/>
          </a:xfrm>
          <a:noFill/>
        </p:spPr>
        <p:txBody>
          <a:bodyPr anchor="t">
            <a:normAutofit/>
          </a:bodyPr>
          <a:lstStyle>
            <a:lvl1pPr algn="l">
              <a:defRPr sz="6000">
                <a:solidFill>
                  <a:schemeClr val="bg1"/>
                </a:solidFill>
              </a:defRPr>
            </a:lvl1pPr>
          </a:lstStyle>
          <a:p>
            <a:r>
              <a:rPr lang="en-US" smtClean="0"/>
              <a:t>Click to edit Master title style</a:t>
            </a:r>
            <a:endParaRPr lang="en-GB" dirty="0"/>
          </a:p>
        </p:txBody>
      </p:sp>
      <p:sp>
        <p:nvSpPr>
          <p:cNvPr id="9" name="Text Placeholder 16">
            <a:extLst>
              <a:ext uri="{FF2B5EF4-FFF2-40B4-BE49-F238E27FC236}">
                <a16:creationId xmlns:a16="http://schemas.microsoft.com/office/drawing/2014/main" id="{4E78EDD8-13BF-4551-BD7B-C04131A68BC1}"/>
              </a:ext>
              <a:ext uri="{C183D7F6-B498-43B3-948B-1728B52AA6E4}">
                <adec:decorative xmlns="" xmlns:adec="http://schemas.microsoft.com/office/drawing/2017/decorative" val="1"/>
              </a:ext>
            </a:extLst>
          </p:cNvPr>
          <p:cNvSpPr>
            <a:spLocks noGrp="1"/>
          </p:cNvSpPr>
          <p:nvPr>
            <p:ph type="body" sz="quarter" idx="23" hasCustomPrompt="1"/>
          </p:nvPr>
        </p:nvSpPr>
        <p:spPr>
          <a:xfrm>
            <a:off x="0" y="633984"/>
            <a:ext cx="304800" cy="1499616"/>
          </a:xfrm>
          <a:solidFill>
            <a:schemeClr val="bg1"/>
          </a:solidFill>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7" name="Slide Number Placeholder 5">
            <a:extLst>
              <a:ext uri="{FF2B5EF4-FFF2-40B4-BE49-F238E27FC236}">
                <a16:creationId xmlns:a16="http://schemas.microsoft.com/office/drawing/2014/main" id="{973FC1AA-8591-43A1-9962-1599E1A8AB30}"/>
              </a:ext>
            </a:extLst>
          </p:cNvPr>
          <p:cNvSpPr>
            <a:spLocks noGrp="1"/>
          </p:cNvSpPr>
          <p:nvPr>
            <p:ph type="sldNum" sz="quarter" idx="4"/>
          </p:nvPr>
        </p:nvSpPr>
        <p:spPr>
          <a:xfrm>
            <a:off x="628788" y="6339840"/>
            <a:ext cx="302281" cy="365760"/>
          </a:xfrm>
          <a:prstGeom prst="rect">
            <a:avLst/>
          </a:prstGeom>
          <a:solidFill>
            <a:schemeClr val="bg1"/>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871856100"/>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5_Segu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6E015B08-6C1F-4B1F-8038-D3C209BA0DBC}"/>
              </a:ext>
              <a:ext uri="{C183D7F6-B498-43B3-948B-1728B52AA6E4}">
                <adec:decorative xmlns="" xmlns:adec="http://schemas.microsoft.com/office/drawing/2017/decorative" val="1"/>
              </a:ext>
            </a:extLst>
          </p:cNvPr>
          <p:cNvSpPr>
            <a:spLocks noGrp="1"/>
          </p:cNvSpPr>
          <p:nvPr>
            <p:ph type="pic" sz="quarter" idx="17" hasCustomPrompt="1"/>
          </p:nvPr>
        </p:nvSpPr>
        <p:spPr>
          <a:xfrm>
            <a:off x="0" y="5378958"/>
            <a:ext cx="12191999" cy="1479041"/>
          </a:xfrm>
          <a:custGeom>
            <a:avLst/>
            <a:gdLst>
              <a:gd name="connsiteX0" fmla="*/ 8243540 w 12191999"/>
              <a:gd name="connsiteY0" fmla="*/ 0 h 1479041"/>
              <a:gd name="connsiteX1" fmla="*/ 12191999 w 12191999"/>
              <a:gd name="connsiteY1" fmla="*/ 0 h 1479041"/>
              <a:gd name="connsiteX2" fmla="*/ 12191999 w 12191999"/>
              <a:gd name="connsiteY2" fmla="*/ 1479041 h 1479041"/>
              <a:gd name="connsiteX3" fmla="*/ 0 w 12191999"/>
              <a:gd name="connsiteY3" fmla="*/ 1479041 h 1479041"/>
              <a:gd name="connsiteX4" fmla="*/ 0 w 12191999"/>
              <a:gd name="connsiteY4" fmla="*/ 344224 h 1479041"/>
              <a:gd name="connsiteX5" fmla="*/ 7982281 w 12191999"/>
              <a:gd name="connsiteY5" fmla="*/ 344224 h 1479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1479041">
                <a:moveTo>
                  <a:pt x="8243540" y="0"/>
                </a:moveTo>
                <a:lnTo>
                  <a:pt x="12191999" y="0"/>
                </a:lnTo>
                <a:lnTo>
                  <a:pt x="12191999" y="1479041"/>
                </a:lnTo>
                <a:lnTo>
                  <a:pt x="0" y="1479041"/>
                </a:lnTo>
                <a:lnTo>
                  <a:pt x="0" y="344224"/>
                </a:lnTo>
                <a:lnTo>
                  <a:pt x="7982281" y="344224"/>
                </a:lnTo>
                <a:close/>
              </a:path>
            </a:pathLst>
          </a:custGeom>
        </p:spPr>
        <p:txBody>
          <a:bodyPr wrap="square" anchor="ctr">
            <a:noAutofit/>
          </a:bodyPr>
          <a:lstStyle>
            <a:lvl1pPr marL="0" indent="0" algn="ctr">
              <a:buNone/>
              <a:defRPr>
                <a:solidFill>
                  <a:schemeClr val="bg1">
                    <a:lumMod val="50000"/>
                  </a:schemeClr>
                </a:solidFill>
              </a:defRPr>
            </a:lvl1pPr>
          </a:lstStyle>
          <a:p>
            <a:r>
              <a:rPr lang="en-US" dirty="0"/>
              <a:t>Insert Image</a:t>
            </a:r>
            <a:endParaRPr lang="en-GB" dirty="0"/>
          </a:p>
        </p:txBody>
      </p:sp>
      <p:sp>
        <p:nvSpPr>
          <p:cNvPr id="27" name="Text Placeholder 26">
            <a:extLst>
              <a:ext uri="{FF2B5EF4-FFF2-40B4-BE49-F238E27FC236}">
                <a16:creationId xmlns:a16="http://schemas.microsoft.com/office/drawing/2014/main" id="{A222F077-B5D5-442D-BB60-47BE1094D15F}"/>
              </a:ext>
              <a:ext uri="{C183D7F6-B498-43B3-948B-1728B52AA6E4}">
                <adec:decorative xmlns="" xmlns:adec="http://schemas.microsoft.com/office/drawing/2017/decorative" val="1"/>
              </a:ext>
            </a:extLst>
          </p:cNvPr>
          <p:cNvSpPr>
            <a:spLocks noGrp="1"/>
          </p:cNvSpPr>
          <p:nvPr>
            <p:ph type="body" sz="quarter" idx="18" hasCustomPrompt="1"/>
          </p:nvPr>
        </p:nvSpPr>
        <p:spPr>
          <a:xfrm>
            <a:off x="0" y="0"/>
            <a:ext cx="12192000" cy="5723182"/>
          </a:xfrm>
          <a:custGeom>
            <a:avLst/>
            <a:gdLst>
              <a:gd name="connsiteX0" fmla="*/ 0 w 12192000"/>
              <a:gd name="connsiteY0" fmla="*/ 0 h 5723182"/>
              <a:gd name="connsiteX1" fmla="*/ 12192000 w 12192000"/>
              <a:gd name="connsiteY1" fmla="*/ 0 h 5723182"/>
              <a:gd name="connsiteX2" fmla="*/ 12192000 w 12192000"/>
              <a:gd name="connsiteY2" fmla="*/ 5378958 h 5723182"/>
              <a:gd name="connsiteX3" fmla="*/ 8243540 w 12192000"/>
              <a:gd name="connsiteY3" fmla="*/ 5378958 h 5723182"/>
              <a:gd name="connsiteX4" fmla="*/ 7982281 w 12192000"/>
              <a:gd name="connsiteY4" fmla="*/ 5723182 h 5723182"/>
              <a:gd name="connsiteX5" fmla="*/ 0 w 12192000"/>
              <a:gd name="connsiteY5" fmla="*/ 5723182 h 5723182"/>
              <a:gd name="connsiteX6" fmla="*/ 0 w 12192000"/>
              <a:gd name="connsiteY6" fmla="*/ 5378958 h 5723182"/>
              <a:gd name="connsiteX7" fmla="*/ 0 w 12192000"/>
              <a:gd name="connsiteY7" fmla="*/ 5265982 h 5723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5723182">
                <a:moveTo>
                  <a:pt x="0" y="0"/>
                </a:moveTo>
                <a:lnTo>
                  <a:pt x="12192000" y="0"/>
                </a:lnTo>
                <a:lnTo>
                  <a:pt x="12192000" y="5378958"/>
                </a:lnTo>
                <a:lnTo>
                  <a:pt x="8243540" y="5378958"/>
                </a:lnTo>
                <a:lnTo>
                  <a:pt x="7982281" y="5723182"/>
                </a:lnTo>
                <a:lnTo>
                  <a:pt x="0" y="5723182"/>
                </a:lnTo>
                <a:lnTo>
                  <a:pt x="0" y="5378958"/>
                </a:lnTo>
                <a:lnTo>
                  <a:pt x="0" y="5265982"/>
                </a:lnTo>
                <a:close/>
              </a:path>
            </a:pathLst>
          </a:custGeom>
          <a:solidFill>
            <a:schemeClr val="accent1"/>
          </a:solidFill>
          <a:effectLst>
            <a:outerShdw blurRad="152400" dist="38100" dir="2700000" algn="tl" rotWithShape="0">
              <a:prstClr val="black">
                <a:alpha val="66000"/>
              </a:prstClr>
            </a:outerShdw>
          </a:effectLst>
        </p:spPr>
        <p:txBody>
          <a:bodyPr wrap="square">
            <a:noAutofit/>
          </a:bodyPr>
          <a:lstStyle>
            <a:lvl1pPr marL="0" indent="0">
              <a:buNone/>
              <a:defRPr>
                <a:solidFill>
                  <a:schemeClr val="tx1">
                    <a:alpha val="0"/>
                  </a:schemeClr>
                </a:solidFill>
              </a:defRPr>
            </a:lvl1pPr>
          </a:lstStyle>
          <a:p>
            <a:pPr lvl="0"/>
            <a:r>
              <a:rPr lang="en-US" dirty="0"/>
              <a:t>I</a:t>
            </a:r>
            <a:endParaRPr lang="en-GB" dirty="0"/>
          </a:p>
        </p:txBody>
      </p:sp>
      <p:sp>
        <p:nvSpPr>
          <p:cNvPr id="2" name="Title 1">
            <a:extLst>
              <a:ext uri="{FF2B5EF4-FFF2-40B4-BE49-F238E27FC236}">
                <a16:creationId xmlns:a16="http://schemas.microsoft.com/office/drawing/2014/main" id="{2F2E942B-4297-4570-B120-E2ACA52D126E}"/>
              </a:ext>
            </a:extLst>
          </p:cNvPr>
          <p:cNvSpPr>
            <a:spLocks noGrp="1"/>
          </p:cNvSpPr>
          <p:nvPr>
            <p:ph type="title"/>
          </p:nvPr>
        </p:nvSpPr>
        <p:spPr>
          <a:xfrm>
            <a:off x="781049" y="990600"/>
            <a:ext cx="9144000" cy="2590800"/>
          </a:xfrm>
          <a:noFill/>
        </p:spPr>
        <p:txBody>
          <a:bodyPr anchor="t">
            <a:normAutofit/>
          </a:bodyPr>
          <a:lstStyle>
            <a:lvl1pPr algn="l">
              <a:defRPr sz="6000">
                <a:solidFill>
                  <a:schemeClr val="bg1"/>
                </a:solidFill>
              </a:defRPr>
            </a:lvl1pPr>
          </a:lstStyle>
          <a:p>
            <a:r>
              <a:rPr lang="en-US" smtClean="0"/>
              <a:t>Click to edit Master title style</a:t>
            </a:r>
            <a:endParaRPr lang="en-GB" dirty="0"/>
          </a:p>
        </p:txBody>
      </p:sp>
      <p:sp>
        <p:nvSpPr>
          <p:cNvPr id="9" name="Text Placeholder 16">
            <a:extLst>
              <a:ext uri="{FF2B5EF4-FFF2-40B4-BE49-F238E27FC236}">
                <a16:creationId xmlns:a16="http://schemas.microsoft.com/office/drawing/2014/main" id="{4E78EDD8-13BF-4551-BD7B-C04131A68BC1}"/>
              </a:ext>
              <a:ext uri="{C183D7F6-B498-43B3-948B-1728B52AA6E4}">
                <adec:decorative xmlns="" xmlns:adec="http://schemas.microsoft.com/office/drawing/2017/decorative" val="1"/>
              </a:ext>
            </a:extLst>
          </p:cNvPr>
          <p:cNvSpPr>
            <a:spLocks noGrp="1"/>
          </p:cNvSpPr>
          <p:nvPr>
            <p:ph type="body" sz="quarter" idx="23" hasCustomPrompt="1"/>
          </p:nvPr>
        </p:nvSpPr>
        <p:spPr>
          <a:xfrm>
            <a:off x="0" y="633984"/>
            <a:ext cx="304800" cy="1499616"/>
          </a:xfrm>
          <a:solidFill>
            <a:schemeClr val="bg1"/>
          </a:solidFill>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7" name="Slide Number Placeholder 5">
            <a:extLst>
              <a:ext uri="{FF2B5EF4-FFF2-40B4-BE49-F238E27FC236}">
                <a16:creationId xmlns:a16="http://schemas.microsoft.com/office/drawing/2014/main" id="{7160B2D8-3756-4781-A8DD-692C3F895981}"/>
              </a:ext>
            </a:extLst>
          </p:cNvPr>
          <p:cNvSpPr>
            <a:spLocks noGrp="1"/>
          </p:cNvSpPr>
          <p:nvPr>
            <p:ph type="sldNum" sz="quarter" idx="4"/>
          </p:nvPr>
        </p:nvSpPr>
        <p:spPr>
          <a:xfrm>
            <a:off x="628788" y="6339840"/>
            <a:ext cx="302281" cy="365760"/>
          </a:xfrm>
          <a:prstGeom prst="rect">
            <a:avLst/>
          </a:prstGeom>
          <a:solidFill>
            <a:schemeClr val="bg1"/>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721500827"/>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6_Segu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6E015B08-6C1F-4B1F-8038-D3C209BA0DBC}"/>
              </a:ext>
              <a:ext uri="{C183D7F6-B498-43B3-948B-1728B52AA6E4}">
                <adec:decorative xmlns="" xmlns:adec="http://schemas.microsoft.com/office/drawing/2017/decorative" val="1"/>
              </a:ext>
            </a:extLst>
          </p:cNvPr>
          <p:cNvSpPr>
            <a:spLocks noGrp="1"/>
          </p:cNvSpPr>
          <p:nvPr>
            <p:ph type="pic" sz="quarter" idx="17" hasCustomPrompt="1"/>
          </p:nvPr>
        </p:nvSpPr>
        <p:spPr>
          <a:xfrm>
            <a:off x="0" y="5378958"/>
            <a:ext cx="12191999" cy="1479041"/>
          </a:xfrm>
          <a:custGeom>
            <a:avLst/>
            <a:gdLst>
              <a:gd name="connsiteX0" fmla="*/ 8243540 w 12191999"/>
              <a:gd name="connsiteY0" fmla="*/ 0 h 1479041"/>
              <a:gd name="connsiteX1" fmla="*/ 12191999 w 12191999"/>
              <a:gd name="connsiteY1" fmla="*/ 0 h 1479041"/>
              <a:gd name="connsiteX2" fmla="*/ 12191999 w 12191999"/>
              <a:gd name="connsiteY2" fmla="*/ 1479041 h 1479041"/>
              <a:gd name="connsiteX3" fmla="*/ 0 w 12191999"/>
              <a:gd name="connsiteY3" fmla="*/ 1479041 h 1479041"/>
              <a:gd name="connsiteX4" fmla="*/ 0 w 12191999"/>
              <a:gd name="connsiteY4" fmla="*/ 344224 h 1479041"/>
              <a:gd name="connsiteX5" fmla="*/ 7982281 w 12191999"/>
              <a:gd name="connsiteY5" fmla="*/ 344224 h 1479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1479041">
                <a:moveTo>
                  <a:pt x="8243540" y="0"/>
                </a:moveTo>
                <a:lnTo>
                  <a:pt x="12191999" y="0"/>
                </a:lnTo>
                <a:lnTo>
                  <a:pt x="12191999" y="1479041"/>
                </a:lnTo>
                <a:lnTo>
                  <a:pt x="0" y="1479041"/>
                </a:lnTo>
                <a:lnTo>
                  <a:pt x="0" y="344224"/>
                </a:lnTo>
                <a:lnTo>
                  <a:pt x="7982281" y="344224"/>
                </a:lnTo>
                <a:close/>
              </a:path>
            </a:pathLst>
          </a:custGeom>
        </p:spPr>
        <p:txBody>
          <a:bodyPr wrap="square" anchor="ctr">
            <a:noAutofit/>
          </a:bodyPr>
          <a:lstStyle>
            <a:lvl1pPr marL="0" indent="0" algn="ctr">
              <a:buNone/>
              <a:defRPr>
                <a:solidFill>
                  <a:schemeClr val="bg1">
                    <a:lumMod val="50000"/>
                  </a:schemeClr>
                </a:solidFill>
              </a:defRPr>
            </a:lvl1pPr>
          </a:lstStyle>
          <a:p>
            <a:r>
              <a:rPr lang="en-US" dirty="0"/>
              <a:t>Insert Image</a:t>
            </a:r>
            <a:endParaRPr lang="en-GB" dirty="0"/>
          </a:p>
        </p:txBody>
      </p:sp>
      <p:sp>
        <p:nvSpPr>
          <p:cNvPr id="27" name="Text Placeholder 26">
            <a:extLst>
              <a:ext uri="{FF2B5EF4-FFF2-40B4-BE49-F238E27FC236}">
                <a16:creationId xmlns:a16="http://schemas.microsoft.com/office/drawing/2014/main" id="{A222F077-B5D5-442D-BB60-47BE1094D15F}"/>
              </a:ext>
              <a:ext uri="{C183D7F6-B498-43B3-948B-1728B52AA6E4}">
                <adec:decorative xmlns="" xmlns:adec="http://schemas.microsoft.com/office/drawing/2017/decorative" val="1"/>
              </a:ext>
            </a:extLst>
          </p:cNvPr>
          <p:cNvSpPr>
            <a:spLocks noGrp="1"/>
          </p:cNvSpPr>
          <p:nvPr>
            <p:ph type="body" sz="quarter" idx="18" hasCustomPrompt="1"/>
          </p:nvPr>
        </p:nvSpPr>
        <p:spPr>
          <a:xfrm>
            <a:off x="0" y="0"/>
            <a:ext cx="12192000" cy="5723182"/>
          </a:xfrm>
          <a:custGeom>
            <a:avLst/>
            <a:gdLst>
              <a:gd name="connsiteX0" fmla="*/ 0 w 12192000"/>
              <a:gd name="connsiteY0" fmla="*/ 0 h 5723182"/>
              <a:gd name="connsiteX1" fmla="*/ 12192000 w 12192000"/>
              <a:gd name="connsiteY1" fmla="*/ 0 h 5723182"/>
              <a:gd name="connsiteX2" fmla="*/ 12192000 w 12192000"/>
              <a:gd name="connsiteY2" fmla="*/ 5378958 h 5723182"/>
              <a:gd name="connsiteX3" fmla="*/ 8243540 w 12192000"/>
              <a:gd name="connsiteY3" fmla="*/ 5378958 h 5723182"/>
              <a:gd name="connsiteX4" fmla="*/ 7982281 w 12192000"/>
              <a:gd name="connsiteY4" fmla="*/ 5723182 h 5723182"/>
              <a:gd name="connsiteX5" fmla="*/ 0 w 12192000"/>
              <a:gd name="connsiteY5" fmla="*/ 5723182 h 5723182"/>
              <a:gd name="connsiteX6" fmla="*/ 0 w 12192000"/>
              <a:gd name="connsiteY6" fmla="*/ 5378958 h 5723182"/>
              <a:gd name="connsiteX7" fmla="*/ 0 w 12192000"/>
              <a:gd name="connsiteY7" fmla="*/ 5265982 h 5723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5723182">
                <a:moveTo>
                  <a:pt x="0" y="0"/>
                </a:moveTo>
                <a:lnTo>
                  <a:pt x="12192000" y="0"/>
                </a:lnTo>
                <a:lnTo>
                  <a:pt x="12192000" y="5378958"/>
                </a:lnTo>
                <a:lnTo>
                  <a:pt x="8243540" y="5378958"/>
                </a:lnTo>
                <a:lnTo>
                  <a:pt x="7982281" y="5723182"/>
                </a:lnTo>
                <a:lnTo>
                  <a:pt x="0" y="5723182"/>
                </a:lnTo>
                <a:lnTo>
                  <a:pt x="0" y="5378958"/>
                </a:lnTo>
                <a:lnTo>
                  <a:pt x="0" y="5265982"/>
                </a:lnTo>
                <a:close/>
              </a:path>
            </a:pathLst>
          </a:custGeom>
          <a:solidFill>
            <a:schemeClr val="accent5"/>
          </a:solidFill>
          <a:effectLst>
            <a:outerShdw blurRad="152400" dist="38100" dir="2700000" algn="tl" rotWithShape="0">
              <a:prstClr val="black">
                <a:alpha val="66000"/>
              </a:prstClr>
            </a:outerShdw>
          </a:effectLst>
        </p:spPr>
        <p:txBody>
          <a:bodyPr wrap="square">
            <a:noAutofit/>
          </a:bodyPr>
          <a:lstStyle>
            <a:lvl1pPr marL="0" indent="0">
              <a:buNone/>
              <a:defRPr>
                <a:solidFill>
                  <a:schemeClr val="tx1">
                    <a:alpha val="0"/>
                  </a:schemeClr>
                </a:solidFill>
              </a:defRPr>
            </a:lvl1pPr>
          </a:lstStyle>
          <a:p>
            <a:pPr lvl="0"/>
            <a:r>
              <a:rPr lang="en-US" dirty="0"/>
              <a:t>I</a:t>
            </a:r>
            <a:endParaRPr lang="en-GB" dirty="0"/>
          </a:p>
        </p:txBody>
      </p:sp>
      <p:sp>
        <p:nvSpPr>
          <p:cNvPr id="2" name="Title 1">
            <a:extLst>
              <a:ext uri="{FF2B5EF4-FFF2-40B4-BE49-F238E27FC236}">
                <a16:creationId xmlns:a16="http://schemas.microsoft.com/office/drawing/2014/main" id="{2F2E942B-4297-4570-B120-E2ACA52D126E}"/>
              </a:ext>
            </a:extLst>
          </p:cNvPr>
          <p:cNvSpPr>
            <a:spLocks noGrp="1"/>
          </p:cNvSpPr>
          <p:nvPr>
            <p:ph type="title"/>
          </p:nvPr>
        </p:nvSpPr>
        <p:spPr>
          <a:xfrm>
            <a:off x="781049" y="990600"/>
            <a:ext cx="9144000" cy="2590800"/>
          </a:xfrm>
          <a:noFill/>
        </p:spPr>
        <p:txBody>
          <a:bodyPr anchor="t">
            <a:normAutofit/>
          </a:bodyPr>
          <a:lstStyle>
            <a:lvl1pPr algn="l">
              <a:defRPr sz="6000">
                <a:solidFill>
                  <a:schemeClr val="bg1"/>
                </a:solidFill>
              </a:defRPr>
            </a:lvl1pPr>
          </a:lstStyle>
          <a:p>
            <a:r>
              <a:rPr lang="en-US" smtClean="0"/>
              <a:t>Click to edit Master title style</a:t>
            </a:r>
            <a:endParaRPr lang="en-GB" dirty="0"/>
          </a:p>
        </p:txBody>
      </p:sp>
      <p:sp>
        <p:nvSpPr>
          <p:cNvPr id="9" name="Text Placeholder 16">
            <a:extLst>
              <a:ext uri="{FF2B5EF4-FFF2-40B4-BE49-F238E27FC236}">
                <a16:creationId xmlns:a16="http://schemas.microsoft.com/office/drawing/2014/main" id="{4E78EDD8-13BF-4551-BD7B-C04131A68BC1}"/>
              </a:ext>
              <a:ext uri="{C183D7F6-B498-43B3-948B-1728B52AA6E4}">
                <adec:decorative xmlns="" xmlns:adec="http://schemas.microsoft.com/office/drawing/2017/decorative" val="1"/>
              </a:ext>
            </a:extLst>
          </p:cNvPr>
          <p:cNvSpPr>
            <a:spLocks noGrp="1"/>
          </p:cNvSpPr>
          <p:nvPr>
            <p:ph type="body" sz="quarter" idx="23" hasCustomPrompt="1"/>
          </p:nvPr>
        </p:nvSpPr>
        <p:spPr>
          <a:xfrm>
            <a:off x="0" y="633984"/>
            <a:ext cx="304800" cy="1499616"/>
          </a:xfrm>
          <a:solidFill>
            <a:schemeClr val="bg1"/>
          </a:solidFill>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7" name="Slide Number Placeholder 5">
            <a:extLst>
              <a:ext uri="{FF2B5EF4-FFF2-40B4-BE49-F238E27FC236}">
                <a16:creationId xmlns:a16="http://schemas.microsoft.com/office/drawing/2014/main" id="{9EEDA9EB-20CE-4EA1-9720-40FBEB45614B}"/>
              </a:ext>
            </a:extLst>
          </p:cNvPr>
          <p:cNvSpPr>
            <a:spLocks noGrp="1"/>
          </p:cNvSpPr>
          <p:nvPr>
            <p:ph type="sldNum" sz="quarter" idx="4"/>
          </p:nvPr>
        </p:nvSpPr>
        <p:spPr>
          <a:xfrm>
            <a:off x="628788" y="6339840"/>
            <a:ext cx="302281" cy="365760"/>
          </a:xfrm>
          <a:prstGeom prst="rect">
            <a:avLst/>
          </a:prstGeom>
          <a:solidFill>
            <a:schemeClr val="bg1"/>
          </a:solidFill>
          <a:ln>
            <a:solidFill>
              <a:schemeClr val="accent5"/>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596723573"/>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7_Segu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6E015B08-6C1F-4B1F-8038-D3C209BA0DBC}"/>
              </a:ext>
              <a:ext uri="{C183D7F6-B498-43B3-948B-1728B52AA6E4}">
                <adec:decorative xmlns="" xmlns:adec="http://schemas.microsoft.com/office/drawing/2017/decorative" val="1"/>
              </a:ext>
            </a:extLst>
          </p:cNvPr>
          <p:cNvSpPr>
            <a:spLocks noGrp="1"/>
          </p:cNvSpPr>
          <p:nvPr>
            <p:ph type="pic" sz="quarter" idx="17" hasCustomPrompt="1"/>
          </p:nvPr>
        </p:nvSpPr>
        <p:spPr>
          <a:xfrm>
            <a:off x="0" y="5378958"/>
            <a:ext cx="12191999" cy="1479041"/>
          </a:xfrm>
          <a:custGeom>
            <a:avLst/>
            <a:gdLst>
              <a:gd name="connsiteX0" fmla="*/ 8243540 w 12191999"/>
              <a:gd name="connsiteY0" fmla="*/ 0 h 1479041"/>
              <a:gd name="connsiteX1" fmla="*/ 12191999 w 12191999"/>
              <a:gd name="connsiteY1" fmla="*/ 0 h 1479041"/>
              <a:gd name="connsiteX2" fmla="*/ 12191999 w 12191999"/>
              <a:gd name="connsiteY2" fmla="*/ 1479041 h 1479041"/>
              <a:gd name="connsiteX3" fmla="*/ 0 w 12191999"/>
              <a:gd name="connsiteY3" fmla="*/ 1479041 h 1479041"/>
              <a:gd name="connsiteX4" fmla="*/ 0 w 12191999"/>
              <a:gd name="connsiteY4" fmla="*/ 344224 h 1479041"/>
              <a:gd name="connsiteX5" fmla="*/ 7982281 w 12191999"/>
              <a:gd name="connsiteY5" fmla="*/ 344224 h 1479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1479041">
                <a:moveTo>
                  <a:pt x="8243540" y="0"/>
                </a:moveTo>
                <a:lnTo>
                  <a:pt x="12191999" y="0"/>
                </a:lnTo>
                <a:lnTo>
                  <a:pt x="12191999" y="1479041"/>
                </a:lnTo>
                <a:lnTo>
                  <a:pt x="0" y="1479041"/>
                </a:lnTo>
                <a:lnTo>
                  <a:pt x="0" y="344224"/>
                </a:lnTo>
                <a:lnTo>
                  <a:pt x="7982281" y="344224"/>
                </a:lnTo>
                <a:close/>
              </a:path>
            </a:pathLst>
          </a:custGeom>
        </p:spPr>
        <p:txBody>
          <a:bodyPr wrap="square" anchor="ctr">
            <a:noAutofit/>
          </a:bodyPr>
          <a:lstStyle>
            <a:lvl1pPr marL="0" indent="0" algn="ctr">
              <a:buNone/>
              <a:defRPr>
                <a:solidFill>
                  <a:schemeClr val="bg1">
                    <a:lumMod val="50000"/>
                  </a:schemeClr>
                </a:solidFill>
              </a:defRPr>
            </a:lvl1pPr>
          </a:lstStyle>
          <a:p>
            <a:r>
              <a:rPr lang="en-US" dirty="0"/>
              <a:t>Insert Image</a:t>
            </a:r>
            <a:endParaRPr lang="en-GB" dirty="0"/>
          </a:p>
        </p:txBody>
      </p:sp>
      <p:sp>
        <p:nvSpPr>
          <p:cNvPr id="27" name="Text Placeholder 26">
            <a:extLst>
              <a:ext uri="{FF2B5EF4-FFF2-40B4-BE49-F238E27FC236}">
                <a16:creationId xmlns:a16="http://schemas.microsoft.com/office/drawing/2014/main" id="{A222F077-B5D5-442D-BB60-47BE1094D15F}"/>
              </a:ext>
              <a:ext uri="{C183D7F6-B498-43B3-948B-1728B52AA6E4}">
                <adec:decorative xmlns="" xmlns:adec="http://schemas.microsoft.com/office/drawing/2017/decorative" val="1"/>
              </a:ext>
            </a:extLst>
          </p:cNvPr>
          <p:cNvSpPr>
            <a:spLocks noGrp="1"/>
          </p:cNvSpPr>
          <p:nvPr>
            <p:ph type="body" sz="quarter" idx="18" hasCustomPrompt="1"/>
          </p:nvPr>
        </p:nvSpPr>
        <p:spPr>
          <a:xfrm>
            <a:off x="0" y="0"/>
            <a:ext cx="12192000" cy="5723182"/>
          </a:xfrm>
          <a:custGeom>
            <a:avLst/>
            <a:gdLst>
              <a:gd name="connsiteX0" fmla="*/ 0 w 12192000"/>
              <a:gd name="connsiteY0" fmla="*/ 0 h 5723182"/>
              <a:gd name="connsiteX1" fmla="*/ 12192000 w 12192000"/>
              <a:gd name="connsiteY1" fmla="*/ 0 h 5723182"/>
              <a:gd name="connsiteX2" fmla="*/ 12192000 w 12192000"/>
              <a:gd name="connsiteY2" fmla="*/ 5378958 h 5723182"/>
              <a:gd name="connsiteX3" fmla="*/ 8243540 w 12192000"/>
              <a:gd name="connsiteY3" fmla="*/ 5378958 h 5723182"/>
              <a:gd name="connsiteX4" fmla="*/ 7982281 w 12192000"/>
              <a:gd name="connsiteY4" fmla="*/ 5723182 h 5723182"/>
              <a:gd name="connsiteX5" fmla="*/ 0 w 12192000"/>
              <a:gd name="connsiteY5" fmla="*/ 5723182 h 5723182"/>
              <a:gd name="connsiteX6" fmla="*/ 0 w 12192000"/>
              <a:gd name="connsiteY6" fmla="*/ 5378958 h 5723182"/>
              <a:gd name="connsiteX7" fmla="*/ 0 w 12192000"/>
              <a:gd name="connsiteY7" fmla="*/ 5265982 h 5723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5723182">
                <a:moveTo>
                  <a:pt x="0" y="0"/>
                </a:moveTo>
                <a:lnTo>
                  <a:pt x="12192000" y="0"/>
                </a:lnTo>
                <a:lnTo>
                  <a:pt x="12192000" y="5378958"/>
                </a:lnTo>
                <a:lnTo>
                  <a:pt x="8243540" y="5378958"/>
                </a:lnTo>
                <a:lnTo>
                  <a:pt x="7982281" y="5723182"/>
                </a:lnTo>
                <a:lnTo>
                  <a:pt x="0" y="5723182"/>
                </a:lnTo>
                <a:lnTo>
                  <a:pt x="0" y="5378958"/>
                </a:lnTo>
                <a:lnTo>
                  <a:pt x="0" y="5265982"/>
                </a:lnTo>
                <a:close/>
              </a:path>
            </a:pathLst>
          </a:custGeom>
          <a:solidFill>
            <a:schemeClr val="accent6"/>
          </a:solidFill>
          <a:effectLst>
            <a:outerShdw blurRad="152400" dist="38100" dir="2700000" algn="tl" rotWithShape="0">
              <a:prstClr val="black">
                <a:alpha val="66000"/>
              </a:prstClr>
            </a:outerShdw>
          </a:effectLst>
        </p:spPr>
        <p:txBody>
          <a:bodyPr wrap="square">
            <a:noAutofit/>
          </a:bodyPr>
          <a:lstStyle>
            <a:lvl1pPr marL="0" indent="0">
              <a:buNone/>
              <a:defRPr>
                <a:solidFill>
                  <a:schemeClr val="tx1">
                    <a:alpha val="0"/>
                  </a:schemeClr>
                </a:solidFill>
              </a:defRPr>
            </a:lvl1pPr>
          </a:lstStyle>
          <a:p>
            <a:pPr lvl="0"/>
            <a:r>
              <a:rPr lang="en-US" dirty="0"/>
              <a:t>I</a:t>
            </a:r>
            <a:endParaRPr lang="en-GB" dirty="0"/>
          </a:p>
        </p:txBody>
      </p:sp>
      <p:sp>
        <p:nvSpPr>
          <p:cNvPr id="2" name="Title 1">
            <a:extLst>
              <a:ext uri="{FF2B5EF4-FFF2-40B4-BE49-F238E27FC236}">
                <a16:creationId xmlns:a16="http://schemas.microsoft.com/office/drawing/2014/main" id="{2F2E942B-4297-4570-B120-E2ACA52D126E}"/>
              </a:ext>
            </a:extLst>
          </p:cNvPr>
          <p:cNvSpPr>
            <a:spLocks noGrp="1"/>
          </p:cNvSpPr>
          <p:nvPr>
            <p:ph type="title"/>
          </p:nvPr>
        </p:nvSpPr>
        <p:spPr>
          <a:xfrm>
            <a:off x="781049" y="990600"/>
            <a:ext cx="9144000" cy="2590800"/>
          </a:xfrm>
          <a:noFill/>
        </p:spPr>
        <p:txBody>
          <a:bodyPr anchor="t">
            <a:normAutofit/>
          </a:bodyPr>
          <a:lstStyle>
            <a:lvl1pPr algn="l">
              <a:defRPr sz="6000">
                <a:solidFill>
                  <a:schemeClr val="bg1"/>
                </a:solidFill>
              </a:defRPr>
            </a:lvl1pPr>
          </a:lstStyle>
          <a:p>
            <a:r>
              <a:rPr lang="en-US" smtClean="0"/>
              <a:t>Click to edit Master title style</a:t>
            </a:r>
            <a:endParaRPr lang="en-GB" dirty="0"/>
          </a:p>
        </p:txBody>
      </p:sp>
      <p:sp>
        <p:nvSpPr>
          <p:cNvPr id="9" name="Text Placeholder 16">
            <a:extLst>
              <a:ext uri="{FF2B5EF4-FFF2-40B4-BE49-F238E27FC236}">
                <a16:creationId xmlns:a16="http://schemas.microsoft.com/office/drawing/2014/main" id="{4E78EDD8-13BF-4551-BD7B-C04131A68BC1}"/>
              </a:ext>
              <a:ext uri="{C183D7F6-B498-43B3-948B-1728B52AA6E4}">
                <adec:decorative xmlns="" xmlns:adec="http://schemas.microsoft.com/office/drawing/2017/decorative" val="1"/>
              </a:ext>
            </a:extLst>
          </p:cNvPr>
          <p:cNvSpPr>
            <a:spLocks noGrp="1"/>
          </p:cNvSpPr>
          <p:nvPr>
            <p:ph type="body" sz="quarter" idx="23" hasCustomPrompt="1"/>
          </p:nvPr>
        </p:nvSpPr>
        <p:spPr>
          <a:xfrm>
            <a:off x="0" y="633984"/>
            <a:ext cx="304800" cy="1499616"/>
          </a:xfrm>
          <a:solidFill>
            <a:schemeClr val="bg1"/>
          </a:solidFill>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7" name="Slide Number Placeholder 5">
            <a:extLst>
              <a:ext uri="{FF2B5EF4-FFF2-40B4-BE49-F238E27FC236}">
                <a16:creationId xmlns:a16="http://schemas.microsoft.com/office/drawing/2014/main" id="{80033509-FE6E-46FC-85C8-B777FBA2F1A5}"/>
              </a:ext>
            </a:extLst>
          </p:cNvPr>
          <p:cNvSpPr>
            <a:spLocks noGrp="1"/>
          </p:cNvSpPr>
          <p:nvPr>
            <p:ph type="sldNum" sz="quarter" idx="4"/>
          </p:nvPr>
        </p:nvSpPr>
        <p:spPr>
          <a:xfrm>
            <a:off x="628788" y="6339840"/>
            <a:ext cx="302281" cy="365760"/>
          </a:xfrm>
          <a:prstGeom prst="rect">
            <a:avLst/>
          </a:prstGeom>
          <a:solidFill>
            <a:schemeClr val="bg1"/>
          </a:solidFill>
          <a:ln>
            <a:solidFill>
              <a:schemeClr val="accent6"/>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241753255"/>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Closing-Thank you 1">
    <p:bg>
      <p:bgPr>
        <a:solidFill>
          <a:schemeClr val="bg1">
            <a:lumMod val="95000"/>
          </a:schemeClr>
        </a:solidFill>
        <a:effectLst/>
      </p:bgPr>
    </p:bg>
    <p:spTree>
      <p:nvGrpSpPr>
        <p:cNvPr id="1" name=""/>
        <p:cNvGrpSpPr/>
        <p:nvPr/>
      </p:nvGrpSpPr>
      <p:grpSpPr>
        <a:xfrm>
          <a:off x="0" y="0"/>
          <a:ext cx="0" cy="0"/>
          <a:chOff x="0" y="0"/>
          <a:chExt cx="0" cy="0"/>
        </a:xfrm>
      </p:grpSpPr>
      <p:sp>
        <p:nvSpPr>
          <p:cNvPr id="53" name="Text Placeholder 52">
            <a:extLst>
              <a:ext uri="{FF2B5EF4-FFF2-40B4-BE49-F238E27FC236}">
                <a16:creationId xmlns:a16="http://schemas.microsoft.com/office/drawing/2014/main" id="{4016877F-9863-4CBC-B4AF-D4764DBA673B}"/>
              </a:ext>
              <a:ext uri="{C183D7F6-B498-43B3-948B-1728B52AA6E4}">
                <adec:decorative xmlns="" xmlns:adec="http://schemas.microsoft.com/office/drawing/2017/decorative" val="1"/>
              </a:ext>
            </a:extLst>
          </p:cNvPr>
          <p:cNvSpPr>
            <a:spLocks noGrp="1"/>
          </p:cNvSpPr>
          <p:nvPr>
            <p:ph type="body" sz="quarter" idx="14" hasCustomPrompt="1"/>
          </p:nvPr>
        </p:nvSpPr>
        <p:spPr>
          <a:xfrm>
            <a:off x="1181099" y="457200"/>
            <a:ext cx="8128343" cy="6248400"/>
          </a:xfrm>
          <a:custGeom>
            <a:avLst/>
            <a:gdLst>
              <a:gd name="connsiteX0" fmla="*/ 0 w 8128343"/>
              <a:gd name="connsiteY0" fmla="*/ 0 h 6248400"/>
              <a:gd name="connsiteX1" fmla="*/ 8128343 w 8128343"/>
              <a:gd name="connsiteY1" fmla="*/ 0 h 6248400"/>
              <a:gd name="connsiteX2" fmla="*/ 8128343 w 8128343"/>
              <a:gd name="connsiteY2" fmla="*/ 3258609 h 6248400"/>
              <a:gd name="connsiteX3" fmla="*/ 5858354 w 8128343"/>
              <a:gd name="connsiteY3" fmla="*/ 6248400 h 6248400"/>
              <a:gd name="connsiteX4" fmla="*/ 0 w 8128343"/>
              <a:gd name="connsiteY4" fmla="*/ 6248400 h 6248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28343" h="6248400">
                <a:moveTo>
                  <a:pt x="0" y="0"/>
                </a:moveTo>
                <a:lnTo>
                  <a:pt x="8128343" y="0"/>
                </a:lnTo>
                <a:lnTo>
                  <a:pt x="8128343" y="3258609"/>
                </a:lnTo>
                <a:lnTo>
                  <a:pt x="5858354" y="6248400"/>
                </a:lnTo>
                <a:lnTo>
                  <a:pt x="0" y="62484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buNone/>
              <a:defRPr lang="en-GB" sz="1800" dirty="0">
                <a:solidFill>
                  <a:schemeClr val="lt1">
                    <a:alpha val="0"/>
                  </a:schemeClr>
                </a:solidFill>
              </a:defRPr>
            </a:lvl1pPr>
          </a:lstStyle>
          <a:p>
            <a:pPr marL="0" lvl="0" algn="ctr"/>
            <a:r>
              <a:rPr lang="en-US" noProof="0"/>
              <a:t>I</a:t>
            </a:r>
          </a:p>
        </p:txBody>
      </p:sp>
      <p:sp>
        <p:nvSpPr>
          <p:cNvPr id="48" name="Freeform: Shape 47">
            <a:extLst>
              <a:ext uri="{FF2B5EF4-FFF2-40B4-BE49-F238E27FC236}">
                <a16:creationId xmlns:a16="http://schemas.microsoft.com/office/drawing/2014/main" id="{9070D0C4-1F90-4B84-B84E-8285FA0A01B0}"/>
              </a:ext>
            </a:extLst>
          </p:cNvPr>
          <p:cNvSpPr/>
          <p:nvPr userDrawn="1"/>
        </p:nvSpPr>
        <p:spPr>
          <a:xfrm rot="2232448">
            <a:off x="9455741" y="-926244"/>
            <a:ext cx="131438" cy="8710488"/>
          </a:xfrm>
          <a:custGeom>
            <a:avLst/>
            <a:gdLst>
              <a:gd name="connsiteX0" fmla="*/ 0 w 131438"/>
              <a:gd name="connsiteY0" fmla="*/ 99793 h 8710488"/>
              <a:gd name="connsiteX1" fmla="*/ 131438 w 131438"/>
              <a:gd name="connsiteY1" fmla="*/ 0 h 8710488"/>
              <a:gd name="connsiteX2" fmla="*/ 131438 w 131438"/>
              <a:gd name="connsiteY2" fmla="*/ 8610694 h 8710488"/>
              <a:gd name="connsiteX3" fmla="*/ 0 w 131438"/>
              <a:gd name="connsiteY3" fmla="*/ 8710488 h 8710488"/>
            </a:gdLst>
            <a:ahLst/>
            <a:cxnLst>
              <a:cxn ang="0">
                <a:pos x="connsiteX0" y="connsiteY0"/>
              </a:cxn>
              <a:cxn ang="0">
                <a:pos x="connsiteX1" y="connsiteY1"/>
              </a:cxn>
              <a:cxn ang="0">
                <a:pos x="connsiteX2" y="connsiteY2"/>
              </a:cxn>
              <a:cxn ang="0">
                <a:pos x="connsiteX3" y="connsiteY3"/>
              </a:cxn>
            </a:cxnLst>
            <a:rect l="l" t="t" r="r" b="b"/>
            <a:pathLst>
              <a:path w="131438" h="8710488">
                <a:moveTo>
                  <a:pt x="0" y="99793"/>
                </a:moveTo>
                <a:lnTo>
                  <a:pt x="131438" y="0"/>
                </a:lnTo>
                <a:lnTo>
                  <a:pt x="131438" y="8610694"/>
                </a:lnTo>
                <a:lnTo>
                  <a:pt x="0" y="8710488"/>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9" name="Freeform: Shape 48">
            <a:extLst>
              <a:ext uri="{FF2B5EF4-FFF2-40B4-BE49-F238E27FC236}">
                <a16:creationId xmlns:a16="http://schemas.microsoft.com/office/drawing/2014/main" id="{B8546525-A0E6-4238-93BC-5D43C93A450D}"/>
              </a:ext>
              <a:ext uri="{C183D7F6-B498-43B3-948B-1728B52AA6E4}">
                <adec:decorative xmlns="" xmlns:adec="http://schemas.microsoft.com/office/drawing/2017/decorative" val="1"/>
              </a:ext>
            </a:extLst>
          </p:cNvPr>
          <p:cNvSpPr/>
          <p:nvPr userDrawn="1"/>
        </p:nvSpPr>
        <p:spPr>
          <a:xfrm rot="2232448">
            <a:off x="9332817" y="-941780"/>
            <a:ext cx="172357" cy="8741560"/>
          </a:xfrm>
          <a:custGeom>
            <a:avLst/>
            <a:gdLst>
              <a:gd name="connsiteX0" fmla="*/ 172357 w 172357"/>
              <a:gd name="connsiteY0" fmla="*/ 0 h 8741560"/>
              <a:gd name="connsiteX1" fmla="*/ 172357 w 172357"/>
              <a:gd name="connsiteY1" fmla="*/ 8610698 h 8741560"/>
              <a:gd name="connsiteX2" fmla="*/ 0 w 172357"/>
              <a:gd name="connsiteY2" fmla="*/ 8741560 h 8741560"/>
              <a:gd name="connsiteX3" fmla="*/ 0 w 172357"/>
              <a:gd name="connsiteY3" fmla="*/ 130862 h 8741560"/>
            </a:gdLst>
            <a:ahLst/>
            <a:cxnLst>
              <a:cxn ang="0">
                <a:pos x="connsiteX0" y="connsiteY0"/>
              </a:cxn>
              <a:cxn ang="0">
                <a:pos x="connsiteX1" y="connsiteY1"/>
              </a:cxn>
              <a:cxn ang="0">
                <a:pos x="connsiteX2" y="connsiteY2"/>
              </a:cxn>
              <a:cxn ang="0">
                <a:pos x="connsiteX3" y="connsiteY3"/>
              </a:cxn>
            </a:cxnLst>
            <a:rect l="l" t="t" r="r" b="b"/>
            <a:pathLst>
              <a:path w="172357" h="8741560">
                <a:moveTo>
                  <a:pt x="172357" y="0"/>
                </a:moveTo>
                <a:lnTo>
                  <a:pt x="172357" y="8610698"/>
                </a:lnTo>
                <a:lnTo>
                  <a:pt x="0" y="8741560"/>
                </a:lnTo>
                <a:lnTo>
                  <a:pt x="0" y="130862"/>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914400"/>
            <a:endParaRPr lang="en-US" noProof="0" dirty="0"/>
          </a:p>
        </p:txBody>
      </p:sp>
      <p:sp>
        <p:nvSpPr>
          <p:cNvPr id="17" name="Text Placeholder 16">
            <a:extLst>
              <a:ext uri="{FF2B5EF4-FFF2-40B4-BE49-F238E27FC236}">
                <a16:creationId xmlns:a16="http://schemas.microsoft.com/office/drawing/2014/main" id="{FF9E63E5-568A-4FA2-9851-E5BFA12B85D1}"/>
              </a:ext>
              <a:ext uri="{C183D7F6-B498-43B3-948B-1728B52AA6E4}">
                <adec:decorative xmlns="" xmlns:adec="http://schemas.microsoft.com/office/drawing/2017/decorative" val="1"/>
              </a:ext>
            </a:extLst>
          </p:cNvPr>
          <p:cNvSpPr>
            <a:spLocks noGrp="1"/>
          </p:cNvSpPr>
          <p:nvPr>
            <p:ph type="body" sz="quarter" idx="12" hasCustomPrompt="1"/>
          </p:nvPr>
        </p:nvSpPr>
        <p:spPr>
          <a:xfrm>
            <a:off x="990599" y="304800"/>
            <a:ext cx="8128343" cy="6248400"/>
          </a:xfrm>
          <a:solidFill>
            <a:schemeClr val="bg1"/>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noProof="0"/>
              <a:t>I</a:t>
            </a:r>
          </a:p>
        </p:txBody>
      </p:sp>
      <p:sp>
        <p:nvSpPr>
          <p:cNvPr id="2" name="Title 1"/>
          <p:cNvSpPr>
            <a:spLocks noGrp="1"/>
          </p:cNvSpPr>
          <p:nvPr>
            <p:ph type="ctrTitle" hasCustomPrompt="1"/>
          </p:nvPr>
        </p:nvSpPr>
        <p:spPr>
          <a:xfrm>
            <a:off x="1378135" y="1219200"/>
            <a:ext cx="7232465" cy="903638"/>
          </a:xfrm>
        </p:spPr>
        <p:txBody>
          <a:bodyPr anchor="t">
            <a:normAutofit/>
          </a:bodyPr>
          <a:lstStyle>
            <a:lvl1pPr algn="l">
              <a:defRPr lang="en-US" sz="5000" kern="1200" cap="all" spc="100" baseline="0" dirty="0">
                <a:solidFill>
                  <a:srgbClr val="2C2E52"/>
                </a:solidFill>
                <a:latin typeface="+mj-lt"/>
                <a:ea typeface="+mj-ea"/>
                <a:cs typeface="+mj-cs"/>
              </a:defRPr>
            </a:lvl1pPr>
          </a:lstStyle>
          <a:p>
            <a:r>
              <a:rPr lang="en-US" noProof="0"/>
              <a:t>THANK yOU</a:t>
            </a:r>
          </a:p>
        </p:txBody>
      </p:sp>
      <p:sp>
        <p:nvSpPr>
          <p:cNvPr id="33" name="Rectangle 32">
            <a:extLst>
              <a:ext uri="{FF2B5EF4-FFF2-40B4-BE49-F238E27FC236}">
                <a16:creationId xmlns:a16="http://schemas.microsoft.com/office/drawing/2014/main" id="{E905A207-2310-4F94-86E5-13B4CCC359EC}"/>
              </a:ext>
              <a:ext uri="{C183D7F6-B498-43B3-948B-1728B52AA6E4}">
                <adec:decorative xmlns="" xmlns:adec="http://schemas.microsoft.com/office/drawing/2017/decorative" val="1"/>
              </a:ext>
            </a:extLst>
          </p:cNvPr>
          <p:cNvSpPr/>
          <p:nvPr userDrawn="1"/>
        </p:nvSpPr>
        <p:spPr>
          <a:xfrm rot="5400000" flipV="1">
            <a:off x="1562101" y="-114299"/>
            <a:ext cx="304797" cy="533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914400"/>
            <a:endParaRPr lang="en-US" noProof="0" dirty="0"/>
          </a:p>
        </p:txBody>
      </p:sp>
      <p:sp>
        <p:nvSpPr>
          <p:cNvPr id="19" name="Picture Placeholder 18">
            <a:extLst>
              <a:ext uri="{FF2B5EF4-FFF2-40B4-BE49-F238E27FC236}">
                <a16:creationId xmlns:a16="http://schemas.microsoft.com/office/drawing/2014/main" id="{018BFA80-A3BB-4316-BD6E-3E5F6B4D89CF}"/>
              </a:ext>
              <a:ext uri="{C183D7F6-B498-43B3-948B-1728B52AA6E4}">
                <adec:decorative xmlns="" xmlns:adec="http://schemas.microsoft.com/office/drawing/2017/decorative" val="1"/>
              </a:ext>
            </a:extLst>
          </p:cNvPr>
          <p:cNvSpPr>
            <a:spLocks noGrp="1"/>
          </p:cNvSpPr>
          <p:nvPr>
            <p:ph type="pic" sz="quarter" idx="11" hasCustomPrompt="1"/>
          </p:nvPr>
        </p:nvSpPr>
        <p:spPr>
          <a:xfrm>
            <a:off x="7013448" y="34960"/>
            <a:ext cx="5178552" cy="6823040"/>
          </a:xfrm>
          <a:custGeom>
            <a:avLst/>
            <a:gdLst>
              <a:gd name="connsiteX0" fmla="*/ 5178552 w 5178552"/>
              <a:gd name="connsiteY0" fmla="*/ 0 h 6823040"/>
              <a:gd name="connsiteX1" fmla="*/ 5178552 w 5178552"/>
              <a:gd name="connsiteY1" fmla="*/ 6823040 h 6823040"/>
              <a:gd name="connsiteX2" fmla="*/ 1752601 w 5178552"/>
              <a:gd name="connsiteY2" fmla="*/ 6823040 h 6823040"/>
              <a:gd name="connsiteX3" fmla="*/ 0 w 5178552"/>
              <a:gd name="connsiteY3" fmla="*/ 6823040 h 6823040"/>
            </a:gdLst>
            <a:ahLst/>
            <a:cxnLst>
              <a:cxn ang="0">
                <a:pos x="connsiteX0" y="connsiteY0"/>
              </a:cxn>
              <a:cxn ang="0">
                <a:pos x="connsiteX1" y="connsiteY1"/>
              </a:cxn>
              <a:cxn ang="0">
                <a:pos x="connsiteX2" y="connsiteY2"/>
              </a:cxn>
              <a:cxn ang="0">
                <a:pos x="connsiteX3" y="connsiteY3"/>
              </a:cxn>
            </a:cxnLst>
            <a:rect l="l" t="t" r="r" b="b"/>
            <a:pathLst>
              <a:path w="5178552" h="6823040">
                <a:moveTo>
                  <a:pt x="5178552" y="0"/>
                </a:moveTo>
                <a:lnTo>
                  <a:pt x="5178552" y="6823040"/>
                </a:lnTo>
                <a:lnTo>
                  <a:pt x="1752601" y="6823040"/>
                </a:lnTo>
                <a:lnTo>
                  <a:pt x="0" y="6823040"/>
                </a:lnTo>
                <a:close/>
              </a:path>
            </a:pathLst>
          </a:custGeom>
          <a:solidFill>
            <a:schemeClr val="bg1"/>
          </a:solidFill>
        </p:spPr>
        <p:txBody>
          <a:bodyPr wrap="square" anchor="ctr">
            <a:noAutofit/>
          </a:bodyPr>
          <a:lstStyle>
            <a:lvl1pPr marL="0" indent="0" algn="ctr">
              <a:buNone/>
              <a:defRPr/>
            </a:lvl1pPr>
          </a:lstStyle>
          <a:p>
            <a:r>
              <a:rPr lang="en-US" noProof="0" dirty="0"/>
              <a:t>Insert Image</a:t>
            </a:r>
          </a:p>
        </p:txBody>
      </p:sp>
    </p:spTree>
    <p:extLst>
      <p:ext uri="{BB962C8B-B14F-4D97-AF65-F5344CB8AC3E}">
        <p14:creationId xmlns:p14="http://schemas.microsoft.com/office/powerpoint/2010/main" val="156362349"/>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Closing-Thank you 2">
    <p:spTree>
      <p:nvGrpSpPr>
        <p:cNvPr id="1" name=""/>
        <p:cNvGrpSpPr/>
        <p:nvPr/>
      </p:nvGrpSpPr>
      <p:grpSpPr>
        <a:xfrm>
          <a:off x="0" y="0"/>
          <a:ext cx="0" cy="0"/>
          <a:chOff x="0" y="0"/>
          <a:chExt cx="0" cy="0"/>
        </a:xfrm>
      </p:grpSpPr>
      <p:sp>
        <p:nvSpPr>
          <p:cNvPr id="26" name="Picture Placeholder 25">
            <a:extLst>
              <a:ext uri="{FF2B5EF4-FFF2-40B4-BE49-F238E27FC236}">
                <a16:creationId xmlns:a16="http://schemas.microsoft.com/office/drawing/2014/main" id="{32EC3EF4-A2D5-4058-977A-74A37AC365BD}"/>
              </a:ext>
              <a:ext uri="{C183D7F6-B498-43B3-948B-1728B52AA6E4}">
                <adec:decorative xmlns="" xmlns:adec="http://schemas.microsoft.com/office/drawing/2017/decorative" val="1"/>
              </a:ext>
            </a:extLst>
          </p:cNvPr>
          <p:cNvSpPr>
            <a:spLocks noGrp="1"/>
          </p:cNvSpPr>
          <p:nvPr>
            <p:ph type="pic" sz="quarter" idx="11" hasCustomPrompt="1"/>
          </p:nvPr>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02525 h 6858000"/>
              <a:gd name="connsiteX3" fmla="*/ 8273508 w 12192000"/>
              <a:gd name="connsiteY3" fmla="*/ 6858000 h 6858000"/>
              <a:gd name="connsiteX4" fmla="*/ 0 w 1219200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6858000">
                <a:moveTo>
                  <a:pt x="0" y="0"/>
                </a:moveTo>
                <a:lnTo>
                  <a:pt x="12192000" y="0"/>
                </a:lnTo>
                <a:lnTo>
                  <a:pt x="12192000" y="602525"/>
                </a:lnTo>
                <a:lnTo>
                  <a:pt x="8273508" y="6858000"/>
                </a:lnTo>
                <a:lnTo>
                  <a:pt x="0" y="6858000"/>
                </a:lnTo>
                <a:close/>
              </a:path>
            </a:pathLst>
          </a:custGeom>
          <a:solidFill>
            <a:schemeClr val="bg1"/>
          </a:solidFill>
          <a:effectLst>
            <a:outerShdw blurRad="165100" dist="38100" dir="2700000" algn="tl" rotWithShape="0">
              <a:prstClr val="black">
                <a:alpha val="40000"/>
              </a:prstClr>
            </a:outerShdw>
          </a:effectLst>
        </p:spPr>
        <p:txBody>
          <a:bodyPr wrap="square" anchor="ctr">
            <a:noAutofit/>
          </a:bodyPr>
          <a:lstStyle>
            <a:lvl1pPr marL="0" indent="0" algn="ctr">
              <a:buNone/>
              <a:defRPr/>
            </a:lvl1pPr>
          </a:lstStyle>
          <a:p>
            <a:r>
              <a:rPr lang="en-US" dirty="0"/>
              <a:t>Insert Image</a:t>
            </a:r>
            <a:endParaRPr lang="en-GB" dirty="0"/>
          </a:p>
        </p:txBody>
      </p:sp>
      <p:sp>
        <p:nvSpPr>
          <p:cNvPr id="27" name="Text Placeholder 16">
            <a:extLst>
              <a:ext uri="{FF2B5EF4-FFF2-40B4-BE49-F238E27FC236}">
                <a16:creationId xmlns:a16="http://schemas.microsoft.com/office/drawing/2014/main" id="{4E7C74DD-4244-46B7-8336-30F7151DB21B}"/>
              </a:ext>
              <a:ext uri="{C183D7F6-B498-43B3-948B-1728B52AA6E4}">
                <adec:decorative xmlns="" xmlns:adec="http://schemas.microsoft.com/office/drawing/2017/decorative" val="1"/>
              </a:ext>
            </a:extLst>
          </p:cNvPr>
          <p:cNvSpPr>
            <a:spLocks noGrp="1"/>
          </p:cNvSpPr>
          <p:nvPr>
            <p:ph type="body" sz="quarter" idx="13" hasCustomPrompt="1"/>
          </p:nvPr>
        </p:nvSpPr>
        <p:spPr>
          <a:xfrm rot="10800000" flipH="1" flipV="1">
            <a:off x="8074536" y="3124200"/>
            <a:ext cx="2087678" cy="3270696"/>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4" name="Text Placeholder 23">
            <a:extLst>
              <a:ext uri="{FF2B5EF4-FFF2-40B4-BE49-F238E27FC236}">
                <a16:creationId xmlns:a16="http://schemas.microsoft.com/office/drawing/2014/main" id="{9DC663CF-0C67-4619-B40E-7832C4DA15FE}"/>
              </a:ext>
              <a:ext uri="{C183D7F6-B498-43B3-948B-1728B52AA6E4}">
                <adec:decorative xmlns="" xmlns:adec="http://schemas.microsoft.com/office/drawing/2017/decorative" val="1"/>
              </a:ext>
            </a:extLst>
          </p:cNvPr>
          <p:cNvSpPr>
            <a:spLocks noGrp="1"/>
          </p:cNvSpPr>
          <p:nvPr>
            <p:ph type="body" sz="quarter" idx="15" hasCustomPrompt="1"/>
          </p:nvPr>
        </p:nvSpPr>
        <p:spPr>
          <a:xfrm>
            <a:off x="2190750" y="609600"/>
            <a:ext cx="7810500" cy="5638800"/>
          </a:xfrm>
          <a:custGeom>
            <a:avLst/>
            <a:gdLst>
              <a:gd name="connsiteX0" fmla="*/ 0 w 7810500"/>
              <a:gd name="connsiteY0" fmla="*/ 0 h 5638800"/>
              <a:gd name="connsiteX1" fmla="*/ 7810500 w 7810500"/>
              <a:gd name="connsiteY1" fmla="*/ 0 h 5638800"/>
              <a:gd name="connsiteX2" fmla="*/ 7810500 w 7810500"/>
              <a:gd name="connsiteY2" fmla="*/ 3151512 h 5638800"/>
              <a:gd name="connsiteX3" fmla="*/ 6252438 w 7810500"/>
              <a:gd name="connsiteY3" fmla="*/ 5638800 h 5638800"/>
              <a:gd name="connsiteX4" fmla="*/ 0 w 7810500"/>
              <a:gd name="connsiteY4" fmla="*/ 5638800 h 563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0500" h="5638800">
                <a:moveTo>
                  <a:pt x="0" y="0"/>
                </a:moveTo>
                <a:lnTo>
                  <a:pt x="7810500" y="0"/>
                </a:lnTo>
                <a:lnTo>
                  <a:pt x="7810500" y="3151512"/>
                </a:lnTo>
                <a:lnTo>
                  <a:pt x="6252438" y="5638800"/>
                </a:lnTo>
                <a:lnTo>
                  <a:pt x="0" y="5638800"/>
                </a:lnTo>
                <a:close/>
              </a:path>
            </a:pathLst>
          </a:custGeom>
          <a:solidFill>
            <a:schemeClr val="accent1"/>
          </a:solidFill>
          <a:effectLst>
            <a:outerShdw blurRad="50800" dist="38100" dir="2700000" algn="tl" rotWithShape="0">
              <a:prstClr val="black">
                <a:alpha val="40000"/>
              </a:prstClr>
            </a:outerShdw>
          </a:effectLst>
        </p:spPr>
        <p:txBody>
          <a:bodyPr wrap="square">
            <a:noAutofit/>
          </a:bodyPr>
          <a:lstStyle>
            <a:lvl1pPr marL="0" indent="0" algn="ctr">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hasCustomPrompt="1"/>
          </p:nvPr>
        </p:nvSpPr>
        <p:spPr>
          <a:xfrm>
            <a:off x="3163809" y="1905000"/>
            <a:ext cx="5864382" cy="2275238"/>
          </a:xfrm>
        </p:spPr>
        <p:txBody>
          <a:bodyPr anchor="ctr">
            <a:normAutofit/>
          </a:bodyPr>
          <a:lstStyle>
            <a:lvl1pPr algn="ctr">
              <a:defRPr lang="en-US" sz="5000" kern="1200" cap="all" spc="100" baseline="0" dirty="0">
                <a:solidFill>
                  <a:schemeClr val="bg1"/>
                </a:solidFill>
                <a:latin typeface="+mj-lt"/>
                <a:ea typeface="+mj-ea"/>
                <a:cs typeface="+mj-cs"/>
              </a:defRPr>
            </a:lvl1pPr>
          </a:lstStyle>
          <a:p>
            <a:r>
              <a:rPr lang="en-US" dirty="0"/>
              <a:t>THANK </a:t>
            </a:r>
            <a:r>
              <a:rPr lang="en-US" dirty="0" err="1"/>
              <a:t>yOU</a:t>
            </a:r>
            <a:endParaRPr lang="en-US" dirty="0"/>
          </a:p>
        </p:txBody>
      </p:sp>
    </p:spTree>
    <p:extLst>
      <p:ext uri="{BB962C8B-B14F-4D97-AF65-F5344CB8AC3E}">
        <p14:creationId xmlns:p14="http://schemas.microsoft.com/office/powerpoint/2010/main" val="2837518263"/>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Closing-Thank you 3">
    <p:bg>
      <p:bgPr>
        <a:solidFill>
          <a:schemeClr val="bg1">
            <a:lumMod val="95000"/>
          </a:schemeClr>
        </a:solidFill>
        <a:effectLst/>
      </p:bgPr>
    </p:bg>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018BFA80-A3BB-4316-BD6E-3E5F6B4D89CF}"/>
              </a:ext>
              <a:ext uri="{C183D7F6-B498-43B3-948B-1728B52AA6E4}">
                <adec:decorative xmlns="" xmlns:adec="http://schemas.microsoft.com/office/drawing/2017/decorative" val="1"/>
              </a:ext>
            </a:extLst>
          </p:cNvPr>
          <p:cNvSpPr>
            <a:spLocks noGrp="1"/>
          </p:cNvSpPr>
          <p:nvPr>
            <p:ph type="pic" sz="quarter" idx="11" hasCustomPrompt="1"/>
          </p:nvPr>
        </p:nvSpPr>
        <p:spPr>
          <a:xfrm>
            <a:off x="0" y="0"/>
            <a:ext cx="12192000" cy="6858000"/>
          </a:xfrm>
          <a:prstGeom prst="rect">
            <a:avLst/>
          </a:prstGeom>
          <a:solidFill>
            <a:schemeClr val="bg1"/>
          </a:solidFill>
        </p:spPr>
        <p:txBody>
          <a:bodyPr wrap="square" anchor="ctr">
            <a:noAutofit/>
          </a:bodyPr>
          <a:lstStyle>
            <a:lvl1pPr marL="0" indent="0" algn="ctr">
              <a:buNone/>
              <a:defRPr/>
            </a:lvl1pPr>
          </a:lstStyle>
          <a:p>
            <a:r>
              <a:rPr lang="en-US" dirty="0"/>
              <a:t>Insert Image</a:t>
            </a:r>
            <a:endParaRPr lang="en-GB" dirty="0"/>
          </a:p>
        </p:txBody>
      </p:sp>
      <p:sp>
        <p:nvSpPr>
          <p:cNvPr id="7" name="Text Placeholder 16">
            <a:extLst>
              <a:ext uri="{FF2B5EF4-FFF2-40B4-BE49-F238E27FC236}">
                <a16:creationId xmlns:a16="http://schemas.microsoft.com/office/drawing/2014/main" id="{8F962CE0-5C0C-48F3-A07B-34E33D6704BC}"/>
              </a:ext>
              <a:ext uri="{C183D7F6-B498-43B3-948B-1728B52AA6E4}">
                <adec:decorative xmlns="" xmlns:adec="http://schemas.microsoft.com/office/drawing/2017/decorative" val="1"/>
              </a:ext>
            </a:extLst>
          </p:cNvPr>
          <p:cNvSpPr>
            <a:spLocks noGrp="1"/>
          </p:cNvSpPr>
          <p:nvPr>
            <p:ph type="body" sz="quarter" idx="16" hasCustomPrompt="1"/>
          </p:nvPr>
        </p:nvSpPr>
        <p:spPr>
          <a:xfrm rot="10800000">
            <a:off x="2057400" y="466725"/>
            <a:ext cx="703341" cy="1101901"/>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2" name="Text Placeholder 16">
            <a:extLst>
              <a:ext uri="{FF2B5EF4-FFF2-40B4-BE49-F238E27FC236}">
                <a16:creationId xmlns:a16="http://schemas.microsoft.com/office/drawing/2014/main" id="{654457EF-8A97-4FCA-9870-5095D09BF83E}"/>
              </a:ext>
              <a:ext uri="{C183D7F6-B498-43B3-948B-1728B52AA6E4}">
                <adec:decorative xmlns="" xmlns:adec="http://schemas.microsoft.com/office/drawing/2017/decorative" val="1"/>
              </a:ext>
            </a:extLst>
          </p:cNvPr>
          <p:cNvSpPr>
            <a:spLocks noGrp="1"/>
          </p:cNvSpPr>
          <p:nvPr>
            <p:ph type="body" sz="quarter" idx="13" hasCustomPrompt="1"/>
          </p:nvPr>
        </p:nvSpPr>
        <p:spPr>
          <a:xfrm rot="10800000" flipH="1" flipV="1">
            <a:off x="9067800" y="4648200"/>
            <a:ext cx="1143000" cy="1790700"/>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10" name="Text Placeholder 16">
            <a:extLst>
              <a:ext uri="{FF2B5EF4-FFF2-40B4-BE49-F238E27FC236}">
                <a16:creationId xmlns:a16="http://schemas.microsoft.com/office/drawing/2014/main" id="{0CC06030-90E1-4B3F-AFDF-369354FBFE62}"/>
              </a:ext>
              <a:ext uri="{C183D7F6-B498-43B3-948B-1728B52AA6E4}">
                <adec:decorative xmlns="" xmlns:adec="http://schemas.microsoft.com/office/drawing/2017/decorative" val="1"/>
              </a:ext>
            </a:extLst>
          </p:cNvPr>
          <p:cNvSpPr>
            <a:spLocks noGrp="1"/>
          </p:cNvSpPr>
          <p:nvPr>
            <p:ph type="body" sz="quarter" idx="15" hasCustomPrompt="1"/>
          </p:nvPr>
        </p:nvSpPr>
        <p:spPr>
          <a:xfrm>
            <a:off x="2190750" y="609600"/>
            <a:ext cx="7810500" cy="5638800"/>
          </a:xfrm>
          <a:solidFill>
            <a:schemeClr val="accent1">
              <a:lumMod val="75000"/>
              <a:alpha val="92000"/>
            </a:schemeClr>
          </a:solidFill>
          <a:effectLst/>
        </p:spPr>
        <p:txBody>
          <a:bodyPr/>
          <a:lstStyle>
            <a:lvl1pPr marL="0" indent="0" algn="ctr">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hasCustomPrompt="1"/>
          </p:nvPr>
        </p:nvSpPr>
        <p:spPr>
          <a:xfrm>
            <a:off x="3163809" y="1905000"/>
            <a:ext cx="5864382" cy="2275238"/>
          </a:xfrm>
        </p:spPr>
        <p:txBody>
          <a:bodyPr anchor="ctr">
            <a:normAutofit/>
          </a:bodyPr>
          <a:lstStyle>
            <a:lvl1pPr algn="ctr">
              <a:defRPr lang="en-US" sz="5000" kern="1200" cap="all" spc="100" baseline="0" dirty="0">
                <a:solidFill>
                  <a:schemeClr val="bg1"/>
                </a:solidFill>
                <a:latin typeface="+mj-lt"/>
                <a:ea typeface="+mj-ea"/>
                <a:cs typeface="+mj-cs"/>
              </a:defRPr>
            </a:lvl1pPr>
          </a:lstStyle>
          <a:p>
            <a:r>
              <a:rPr lang="en-US" dirty="0"/>
              <a:t>THANK </a:t>
            </a:r>
            <a:r>
              <a:rPr lang="en-US" dirty="0" err="1"/>
              <a:t>yOU</a:t>
            </a:r>
            <a:endParaRPr lang="en-US" dirty="0"/>
          </a:p>
        </p:txBody>
      </p:sp>
    </p:spTree>
    <p:extLst>
      <p:ext uri="{BB962C8B-B14F-4D97-AF65-F5344CB8AC3E}">
        <p14:creationId xmlns:p14="http://schemas.microsoft.com/office/powerpoint/2010/main" val="4200688695"/>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Closing-Thank you 4">
    <p:bg>
      <p:bgPr>
        <a:solidFill>
          <a:schemeClr val="bg1">
            <a:lumMod val="95000"/>
          </a:schemeClr>
        </a:solidFill>
        <a:effectLst/>
      </p:bgPr>
    </p:bg>
    <p:spTree>
      <p:nvGrpSpPr>
        <p:cNvPr id="1" name=""/>
        <p:cNvGrpSpPr/>
        <p:nvPr/>
      </p:nvGrpSpPr>
      <p:grpSpPr>
        <a:xfrm>
          <a:off x="0" y="0"/>
          <a:ext cx="0" cy="0"/>
          <a:chOff x="0" y="0"/>
          <a:chExt cx="0" cy="0"/>
        </a:xfrm>
      </p:grpSpPr>
      <p:sp>
        <p:nvSpPr>
          <p:cNvPr id="22" name="Text Placeholder 21">
            <a:extLst>
              <a:ext uri="{FF2B5EF4-FFF2-40B4-BE49-F238E27FC236}">
                <a16:creationId xmlns:a16="http://schemas.microsoft.com/office/drawing/2014/main" id="{FC033E0E-968F-40A8-BE78-354499D7F913}"/>
              </a:ext>
              <a:ext uri="{C183D7F6-B498-43B3-948B-1728B52AA6E4}">
                <adec:decorative xmlns="" xmlns:adec="http://schemas.microsoft.com/office/drawing/2017/decorative" val="1"/>
              </a:ext>
            </a:extLst>
          </p:cNvPr>
          <p:cNvSpPr>
            <a:spLocks noGrp="1"/>
          </p:cNvSpPr>
          <p:nvPr>
            <p:ph type="body" sz="quarter" idx="21" hasCustomPrompt="1"/>
          </p:nvPr>
        </p:nvSpPr>
        <p:spPr>
          <a:xfrm rot="19594102" flipH="1">
            <a:off x="584131" y="-142449"/>
            <a:ext cx="1218268" cy="6177109"/>
          </a:xfrm>
          <a:custGeom>
            <a:avLst/>
            <a:gdLst>
              <a:gd name="connsiteX0" fmla="*/ 1114975 w 1218268"/>
              <a:gd name="connsiteY0" fmla="*/ 1688918 h 6177109"/>
              <a:gd name="connsiteX1" fmla="*/ 1114975 w 1218268"/>
              <a:gd name="connsiteY1" fmla="*/ 5441035 h 6177109"/>
              <a:gd name="connsiteX2" fmla="*/ 1218268 w 1218268"/>
              <a:gd name="connsiteY2" fmla="*/ 5372844 h 6177109"/>
              <a:gd name="connsiteX3" fmla="*/ 1218268 w 1218268"/>
              <a:gd name="connsiteY3" fmla="*/ 1845382 h 6177109"/>
              <a:gd name="connsiteX4" fmla="*/ 675740 w 1218268"/>
              <a:gd name="connsiteY4" fmla="*/ 1023583 h 6177109"/>
              <a:gd name="connsiteX5" fmla="*/ 675740 w 1218268"/>
              <a:gd name="connsiteY5" fmla="*/ 5731005 h 6177109"/>
              <a:gd name="connsiteX6" fmla="*/ 951275 w 1218268"/>
              <a:gd name="connsiteY6" fmla="*/ 5549105 h 6177109"/>
              <a:gd name="connsiteX7" fmla="*/ 951275 w 1218268"/>
              <a:gd name="connsiteY7" fmla="*/ 1440952 h 6177109"/>
              <a:gd name="connsiteX8" fmla="*/ 0 w 1218268"/>
              <a:gd name="connsiteY8" fmla="*/ 0 h 6177109"/>
              <a:gd name="connsiteX9" fmla="*/ 0 w 1218268"/>
              <a:gd name="connsiteY9" fmla="*/ 6177109 h 6177109"/>
              <a:gd name="connsiteX10" fmla="*/ 485620 w 1218268"/>
              <a:gd name="connsiteY10" fmla="*/ 5856517 h 6177109"/>
              <a:gd name="connsiteX11" fmla="*/ 485620 w 1218268"/>
              <a:gd name="connsiteY11" fmla="*/ 735597 h 6177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8268" h="6177109">
                <a:moveTo>
                  <a:pt x="1114975" y="1688918"/>
                </a:moveTo>
                <a:lnTo>
                  <a:pt x="1114975" y="5441035"/>
                </a:lnTo>
                <a:lnTo>
                  <a:pt x="1218268" y="5372844"/>
                </a:lnTo>
                <a:lnTo>
                  <a:pt x="1218268" y="1845382"/>
                </a:lnTo>
                <a:close/>
                <a:moveTo>
                  <a:pt x="675740" y="1023583"/>
                </a:moveTo>
                <a:lnTo>
                  <a:pt x="675740" y="5731005"/>
                </a:lnTo>
                <a:lnTo>
                  <a:pt x="951275" y="5549105"/>
                </a:lnTo>
                <a:lnTo>
                  <a:pt x="951275" y="1440952"/>
                </a:lnTo>
                <a:close/>
                <a:moveTo>
                  <a:pt x="0" y="0"/>
                </a:moveTo>
                <a:lnTo>
                  <a:pt x="0" y="6177109"/>
                </a:lnTo>
                <a:lnTo>
                  <a:pt x="485620" y="5856517"/>
                </a:lnTo>
                <a:lnTo>
                  <a:pt x="485620" y="735597"/>
                </a:lnTo>
                <a:close/>
              </a:path>
            </a:pathLst>
          </a:custGeom>
          <a:solidFill>
            <a:schemeClr val="bg1"/>
          </a:solidFill>
          <a:effectLst/>
        </p:spPr>
        <p:txBody>
          <a:bodyPr wrap="square">
            <a:noAutofit/>
          </a:bodyPr>
          <a:lstStyle>
            <a:lvl1pPr marL="0" indent="0">
              <a:buNone/>
              <a:defRPr>
                <a:solidFill>
                  <a:schemeClr val="tx1">
                    <a:alpha val="0"/>
                  </a:schemeClr>
                </a:solidFill>
              </a:defRPr>
            </a:lvl1pPr>
          </a:lstStyle>
          <a:p>
            <a:pPr lvl="0"/>
            <a:r>
              <a:rPr lang="en-US" dirty="0"/>
              <a:t>I</a:t>
            </a:r>
            <a:endParaRPr lang="en-GB" dirty="0"/>
          </a:p>
        </p:txBody>
      </p:sp>
      <p:sp>
        <p:nvSpPr>
          <p:cNvPr id="15" name="Picture Placeholder 14">
            <a:extLst>
              <a:ext uri="{FF2B5EF4-FFF2-40B4-BE49-F238E27FC236}">
                <a16:creationId xmlns:a16="http://schemas.microsoft.com/office/drawing/2014/main" id="{B9454D95-B362-4CB6-B706-EB2022A3342D}"/>
              </a:ext>
              <a:ext uri="{C183D7F6-B498-43B3-948B-1728B52AA6E4}">
                <adec:decorative xmlns="" xmlns:adec="http://schemas.microsoft.com/office/drawing/2017/decorative" val="1"/>
              </a:ext>
            </a:extLst>
          </p:cNvPr>
          <p:cNvSpPr>
            <a:spLocks noGrp="1"/>
          </p:cNvSpPr>
          <p:nvPr>
            <p:ph type="pic" sz="quarter" idx="11" hasCustomPrompt="1"/>
          </p:nvPr>
        </p:nvSpPr>
        <p:spPr>
          <a:xfrm>
            <a:off x="3124200" y="0"/>
            <a:ext cx="9067800" cy="6858000"/>
          </a:xfrm>
          <a:custGeom>
            <a:avLst/>
            <a:gdLst>
              <a:gd name="connsiteX0" fmla="*/ 5205086 w 9067800"/>
              <a:gd name="connsiteY0" fmla="*/ 0 h 6858000"/>
              <a:gd name="connsiteX1" fmla="*/ 6957685 w 9067800"/>
              <a:gd name="connsiteY1" fmla="*/ 0 h 6858000"/>
              <a:gd name="connsiteX2" fmla="*/ 9067800 w 9067800"/>
              <a:gd name="connsiteY2" fmla="*/ 0 h 6858000"/>
              <a:gd name="connsiteX3" fmla="*/ 9067800 w 9067800"/>
              <a:gd name="connsiteY3" fmla="*/ 6827058 h 6858000"/>
              <a:gd name="connsiteX4" fmla="*/ 9044315 w 9067800"/>
              <a:gd name="connsiteY4" fmla="*/ 6858000 h 6858000"/>
              <a:gd name="connsiteX5" fmla="*/ 7291715 w 9067800"/>
              <a:gd name="connsiteY5" fmla="*/ 6858000 h 6858000"/>
              <a:gd name="connsiteX6" fmla="*/ 1752601 w 9067800"/>
              <a:gd name="connsiteY6" fmla="*/ 6858000 h 6858000"/>
              <a:gd name="connsiteX7" fmla="*/ 0 w 90678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067800" h="6858000">
                <a:moveTo>
                  <a:pt x="5205086" y="0"/>
                </a:moveTo>
                <a:lnTo>
                  <a:pt x="6957685" y="0"/>
                </a:lnTo>
                <a:lnTo>
                  <a:pt x="9067800" y="0"/>
                </a:lnTo>
                <a:lnTo>
                  <a:pt x="9067800" y="6827058"/>
                </a:lnTo>
                <a:lnTo>
                  <a:pt x="9044315" y="6858000"/>
                </a:lnTo>
                <a:lnTo>
                  <a:pt x="7291715" y="6858000"/>
                </a:lnTo>
                <a:lnTo>
                  <a:pt x="1752601" y="6858000"/>
                </a:lnTo>
                <a:lnTo>
                  <a:pt x="0" y="6858000"/>
                </a:lnTo>
                <a:close/>
              </a:path>
            </a:pathLst>
          </a:custGeom>
          <a:solidFill>
            <a:schemeClr val="bg1"/>
          </a:solidFill>
        </p:spPr>
        <p:txBody>
          <a:bodyPr wrap="square" anchor="ctr">
            <a:noAutofit/>
          </a:bodyPr>
          <a:lstStyle>
            <a:lvl1pPr marL="0" indent="0" algn="ctr">
              <a:buNone/>
              <a:defRPr/>
            </a:lvl1pPr>
          </a:lstStyle>
          <a:p>
            <a:r>
              <a:rPr lang="en-US" dirty="0"/>
              <a:t>Insert Image</a:t>
            </a:r>
            <a:endParaRPr lang="en-GB" dirty="0"/>
          </a:p>
        </p:txBody>
      </p:sp>
      <p:sp>
        <p:nvSpPr>
          <p:cNvPr id="17" name="Text Placeholder 16">
            <a:extLst>
              <a:ext uri="{FF2B5EF4-FFF2-40B4-BE49-F238E27FC236}">
                <a16:creationId xmlns:a16="http://schemas.microsoft.com/office/drawing/2014/main" id="{FF9E63E5-568A-4FA2-9851-E5BFA12B85D1}"/>
              </a:ext>
              <a:ext uri="{C183D7F6-B498-43B3-948B-1728B52AA6E4}">
                <adec:decorative xmlns="" xmlns:adec="http://schemas.microsoft.com/office/drawing/2017/decorative" val="1"/>
              </a:ext>
            </a:extLst>
          </p:cNvPr>
          <p:cNvSpPr>
            <a:spLocks noGrp="1"/>
          </p:cNvSpPr>
          <p:nvPr>
            <p:ph type="body" sz="quarter" idx="12" hasCustomPrompt="1"/>
          </p:nvPr>
        </p:nvSpPr>
        <p:spPr>
          <a:xfrm>
            <a:off x="533400" y="266700"/>
            <a:ext cx="5105400" cy="6324600"/>
          </a:xfrm>
          <a:solidFill>
            <a:schemeClr val="bg1"/>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hasCustomPrompt="1"/>
          </p:nvPr>
        </p:nvSpPr>
        <p:spPr>
          <a:xfrm>
            <a:off x="933450" y="762000"/>
            <a:ext cx="4381500" cy="3429000"/>
          </a:xfrm>
        </p:spPr>
        <p:txBody>
          <a:bodyPr anchor="ctr">
            <a:normAutofit/>
          </a:bodyPr>
          <a:lstStyle>
            <a:lvl1pPr algn="ctr">
              <a:defRPr sz="5000" spc="200" baseline="0"/>
            </a:lvl1pPr>
          </a:lstStyle>
          <a:p>
            <a:r>
              <a:rPr lang="en-US" dirty="0"/>
              <a:t>THANK </a:t>
            </a:r>
            <a:r>
              <a:rPr lang="en-US" dirty="0" err="1"/>
              <a:t>yOU</a:t>
            </a:r>
            <a:endParaRPr lang="en-US" dirty="0"/>
          </a:p>
        </p:txBody>
      </p:sp>
      <p:sp>
        <p:nvSpPr>
          <p:cNvPr id="7" name="Text Placeholder 16">
            <a:extLst>
              <a:ext uri="{FF2B5EF4-FFF2-40B4-BE49-F238E27FC236}">
                <a16:creationId xmlns:a16="http://schemas.microsoft.com/office/drawing/2014/main" id="{D6D785D2-DAEB-48F3-AB8A-2954F03ACD2B}"/>
              </a:ext>
              <a:ext uri="{C183D7F6-B498-43B3-948B-1728B52AA6E4}">
                <adec:decorative xmlns="" xmlns:adec="http://schemas.microsoft.com/office/drawing/2017/decorative" val="1"/>
              </a:ext>
            </a:extLst>
          </p:cNvPr>
          <p:cNvSpPr>
            <a:spLocks noGrp="1"/>
          </p:cNvSpPr>
          <p:nvPr>
            <p:ph type="body" sz="quarter" idx="13" hasCustomPrompt="1"/>
          </p:nvPr>
        </p:nvSpPr>
        <p:spPr>
          <a:xfrm rot="10800000" flipV="1">
            <a:off x="314325" y="4953000"/>
            <a:ext cx="1143000" cy="1790700"/>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Tree>
    <p:extLst>
      <p:ext uri="{BB962C8B-B14F-4D97-AF65-F5344CB8AC3E}">
        <p14:creationId xmlns:p14="http://schemas.microsoft.com/office/powerpoint/2010/main" val="2522500102"/>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Closing-Thank you 5">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A623EB06-2F79-4698-807D-96A58B4F1D71}"/>
              </a:ext>
              <a:ext uri="{C183D7F6-B498-43B3-948B-1728B52AA6E4}">
                <adec:decorative xmlns="" xmlns:adec="http://schemas.microsoft.com/office/drawing/2017/decorative" val="1"/>
              </a:ext>
            </a:extLst>
          </p:cNvPr>
          <p:cNvSpPr>
            <a:spLocks noGrp="1"/>
          </p:cNvSpPr>
          <p:nvPr>
            <p:ph type="pic" sz="quarter" idx="15" hasCustomPrompt="1"/>
          </p:nvPr>
        </p:nvSpPr>
        <p:spPr>
          <a:xfrm>
            <a:off x="0" y="0"/>
            <a:ext cx="8329286" cy="6858000"/>
          </a:xfrm>
          <a:custGeom>
            <a:avLst/>
            <a:gdLst>
              <a:gd name="connsiteX0" fmla="*/ 0 w 8329286"/>
              <a:gd name="connsiteY0" fmla="*/ 0 h 6858000"/>
              <a:gd name="connsiteX1" fmla="*/ 8329286 w 8329286"/>
              <a:gd name="connsiteY1" fmla="*/ 0 h 6858000"/>
              <a:gd name="connsiteX2" fmla="*/ 3124200 w 8329286"/>
              <a:gd name="connsiteY2" fmla="*/ 6858000 h 6858000"/>
              <a:gd name="connsiteX3" fmla="*/ 0 w 832928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9286" h="6858000">
                <a:moveTo>
                  <a:pt x="0" y="0"/>
                </a:moveTo>
                <a:lnTo>
                  <a:pt x="8329286" y="0"/>
                </a:lnTo>
                <a:lnTo>
                  <a:pt x="3124200" y="6858000"/>
                </a:lnTo>
                <a:lnTo>
                  <a:pt x="0" y="6858000"/>
                </a:lnTo>
                <a:close/>
              </a:path>
            </a:pathLst>
          </a:custGeom>
          <a:solidFill>
            <a:schemeClr val="bg1"/>
          </a:solidFill>
          <a:effectLst>
            <a:outerShdw blurRad="228600" dist="38100" algn="l" rotWithShape="0">
              <a:prstClr val="black">
                <a:alpha val="40000"/>
              </a:prstClr>
            </a:outerShdw>
          </a:effectLst>
        </p:spPr>
        <p:txBody>
          <a:bodyPr wrap="square" anchor="ctr">
            <a:noAutofit/>
          </a:bodyPr>
          <a:lstStyle>
            <a:lvl1pPr marL="0" indent="0" algn="ctr">
              <a:buNone/>
              <a:defRPr/>
            </a:lvl1pPr>
          </a:lstStyle>
          <a:p>
            <a:r>
              <a:rPr lang="en-US" dirty="0"/>
              <a:t>Insert Image</a:t>
            </a:r>
            <a:endParaRPr lang="en-GB" dirty="0"/>
          </a:p>
        </p:txBody>
      </p:sp>
      <p:sp>
        <p:nvSpPr>
          <p:cNvPr id="17" name="Text Placeholder 16">
            <a:extLst>
              <a:ext uri="{FF2B5EF4-FFF2-40B4-BE49-F238E27FC236}">
                <a16:creationId xmlns:a16="http://schemas.microsoft.com/office/drawing/2014/main" id="{FF9E63E5-568A-4FA2-9851-E5BFA12B85D1}"/>
              </a:ext>
              <a:ext uri="{C183D7F6-B498-43B3-948B-1728B52AA6E4}">
                <adec:decorative xmlns="" xmlns:adec="http://schemas.microsoft.com/office/drawing/2017/decorative" val="1"/>
              </a:ext>
            </a:extLst>
          </p:cNvPr>
          <p:cNvSpPr>
            <a:spLocks noGrp="1"/>
          </p:cNvSpPr>
          <p:nvPr>
            <p:ph type="body" sz="quarter" idx="12" hasCustomPrompt="1"/>
          </p:nvPr>
        </p:nvSpPr>
        <p:spPr>
          <a:xfrm>
            <a:off x="990600" y="609600"/>
            <a:ext cx="4648200" cy="5638800"/>
          </a:xfrm>
          <a:solidFill>
            <a:schemeClr val="bg1"/>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hasCustomPrompt="1"/>
          </p:nvPr>
        </p:nvSpPr>
        <p:spPr>
          <a:xfrm>
            <a:off x="1257300" y="1447800"/>
            <a:ext cx="4114800" cy="3962400"/>
          </a:xfrm>
        </p:spPr>
        <p:txBody>
          <a:bodyPr anchor="ctr">
            <a:normAutofit/>
          </a:bodyPr>
          <a:lstStyle>
            <a:lvl1pPr algn="ctr">
              <a:defRPr sz="5000" spc="200" baseline="0"/>
            </a:lvl1pPr>
          </a:lstStyle>
          <a:p>
            <a:r>
              <a:rPr lang="en-US" dirty="0"/>
              <a:t>THANK </a:t>
            </a:r>
            <a:r>
              <a:rPr lang="en-US" dirty="0" err="1"/>
              <a:t>yOU</a:t>
            </a:r>
            <a:endParaRPr lang="en-US" dirty="0"/>
          </a:p>
        </p:txBody>
      </p:sp>
      <p:sp>
        <p:nvSpPr>
          <p:cNvPr id="7" name="Text Placeholder 16">
            <a:extLst>
              <a:ext uri="{FF2B5EF4-FFF2-40B4-BE49-F238E27FC236}">
                <a16:creationId xmlns:a16="http://schemas.microsoft.com/office/drawing/2014/main" id="{D6D785D2-DAEB-48F3-AB8A-2954F03ACD2B}"/>
              </a:ext>
              <a:ext uri="{C183D7F6-B498-43B3-948B-1728B52AA6E4}">
                <adec:decorative xmlns="" xmlns:adec="http://schemas.microsoft.com/office/drawing/2017/decorative" val="1"/>
              </a:ext>
            </a:extLst>
          </p:cNvPr>
          <p:cNvSpPr>
            <a:spLocks noGrp="1"/>
          </p:cNvSpPr>
          <p:nvPr>
            <p:ph type="body" sz="quarter" idx="13" hasCustomPrompt="1"/>
          </p:nvPr>
        </p:nvSpPr>
        <p:spPr>
          <a:xfrm>
            <a:off x="2705100" y="409575"/>
            <a:ext cx="1219200" cy="400050"/>
          </a:xfr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8" name="Text Placeholder 16">
            <a:extLst>
              <a:ext uri="{FF2B5EF4-FFF2-40B4-BE49-F238E27FC236}">
                <a16:creationId xmlns:a16="http://schemas.microsoft.com/office/drawing/2014/main" id="{BB42ECCE-195D-45F5-94EB-137CEFCFE916}"/>
              </a:ext>
              <a:ext uri="{C183D7F6-B498-43B3-948B-1728B52AA6E4}">
                <adec:decorative xmlns="" xmlns:adec="http://schemas.microsoft.com/office/drawing/2017/decorative" val="1"/>
              </a:ext>
            </a:extLst>
          </p:cNvPr>
          <p:cNvSpPr>
            <a:spLocks noGrp="1"/>
          </p:cNvSpPr>
          <p:nvPr>
            <p:ph type="body" sz="quarter" idx="14" hasCustomPrompt="1"/>
          </p:nvPr>
        </p:nvSpPr>
        <p:spPr>
          <a:xfrm>
            <a:off x="2705100" y="6076950"/>
            <a:ext cx="1219200" cy="400050"/>
          </a:xfrm>
          <a:solidFill>
            <a:schemeClr val="accent2"/>
          </a:solidFill>
          <a:effectLst>
            <a:outerShdw blurRad="50800" dist="38100" dir="18900000" algn="b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Tree>
    <p:extLst>
      <p:ext uri="{BB962C8B-B14F-4D97-AF65-F5344CB8AC3E}">
        <p14:creationId xmlns:p14="http://schemas.microsoft.com/office/powerpoint/2010/main" val="2388316132"/>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4B4B414-6006-A545-91A5-6439F57339E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hasCustomPrompt="1"/>
          </p:nvPr>
        </p:nvSpPr>
        <p:spPr>
          <a:xfrm>
            <a:off x="5486400" y="4038600"/>
            <a:ext cx="6705600" cy="830884"/>
          </a:xfrm>
        </p:spPr>
        <p:txBody>
          <a:bodyPr>
            <a:normAutofit/>
          </a:bodyPr>
          <a:lstStyle>
            <a:lvl1pPr algn="l">
              <a:defRPr sz="3600" b="1" cap="small" baseline="0">
                <a:solidFill>
                  <a:srgbClr val="FF5A33"/>
                </a:solidFill>
                <a:effectLst>
                  <a:outerShdw blurRad="38100" dist="38100" dir="2700000" algn="tl">
                    <a:srgbClr val="000000">
                      <a:alpha val="43137"/>
                    </a:srgbClr>
                  </a:outerShdw>
                </a:effectLst>
                <a:latin typeface="Segoe UI" pitchFamily="34" charset="0"/>
                <a:cs typeface="Segoe UI" pitchFamily="34" charset="0"/>
              </a:defRPr>
            </a:lvl1pPr>
          </a:lstStyle>
          <a:p>
            <a:r>
              <a:rPr lang="en-US" dirty="0" err="1"/>
              <a:t>Lập</a:t>
            </a:r>
            <a:r>
              <a:rPr lang="en-US" dirty="0"/>
              <a:t> </a:t>
            </a:r>
            <a:r>
              <a:rPr lang="en-US" dirty="0" err="1"/>
              <a:t>trình</a:t>
            </a:r>
            <a:r>
              <a:rPr lang="en-US" dirty="0"/>
              <a:t> java </a:t>
            </a:r>
            <a:r>
              <a:rPr lang="en-US" dirty="0" err="1"/>
              <a:t>cơ</a:t>
            </a:r>
            <a:r>
              <a:rPr lang="en-US" dirty="0"/>
              <a:t> </a:t>
            </a:r>
            <a:r>
              <a:rPr lang="en-US" dirty="0" err="1"/>
              <a:t>bản</a:t>
            </a:r>
            <a:endParaRPr lang="en-US" dirty="0"/>
          </a:p>
        </p:txBody>
      </p:sp>
      <p:sp>
        <p:nvSpPr>
          <p:cNvPr id="3" name="Subtitle 2"/>
          <p:cNvSpPr>
            <a:spLocks noGrp="1"/>
          </p:cNvSpPr>
          <p:nvPr>
            <p:ph type="subTitle" idx="1"/>
          </p:nvPr>
        </p:nvSpPr>
        <p:spPr>
          <a:xfrm>
            <a:off x="5486400" y="4724400"/>
            <a:ext cx="6705600" cy="990600"/>
          </a:xfrm>
        </p:spPr>
        <p:txBody>
          <a:bodyPr>
            <a:normAutofit/>
          </a:bodyPr>
          <a:lstStyle>
            <a:lvl1pPr marL="0" indent="0" algn="l">
              <a:buNone/>
              <a:defRPr sz="2200" b="1" cap="small" baseline="0">
                <a:solidFill>
                  <a:srgbClr val="FF5A33"/>
                </a:solidFill>
                <a:effectLst>
                  <a:outerShdw blurRad="38100" dist="38100" dir="2700000" algn="tl">
                    <a:srgbClr val="000000">
                      <a:alpha val="43137"/>
                    </a:srgbClr>
                  </a:outerShdw>
                </a:effectLst>
                <a:latin typeface="Segoe UI" pitchFamily="34" charset="0"/>
                <a:cs typeface="Segoe UI"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pic>
        <p:nvPicPr>
          <p:cNvPr id="1026" name="Picture 2" descr="Résultat de recherche d'images pour &quot;testing&quot;"/>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329388" y="2439665"/>
            <a:ext cx="2827624" cy="2034892"/>
          </a:xfrm>
          <a:prstGeom prst="rect">
            <a:avLst/>
          </a:prstGeom>
          <a:ln>
            <a:noFill/>
          </a:ln>
          <a:effectLst>
            <a:reflection blurRad="12700" stA="30000" endPos="30000" dist="5000" dir="5400000" sy="-100000" algn="bl" rotWithShape="0"/>
          </a:effectLst>
          <a:scene3d>
            <a:camera prst="perspectiveContrastingLeftFacing">
              <a:rot lat="300000" lon="19800000" rev="0"/>
            </a:camera>
            <a:lightRig rig="threePt" dir="t">
              <a:rot lat="0" lon="0" rev="2700000"/>
            </a:lightRig>
          </a:scene3d>
          <a:sp3d>
            <a:bevelT w="63500" h="50800"/>
          </a:sp3d>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302C30FD-63C3-C741-9C8B-9481A688A740}"/>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711200" y="381000"/>
            <a:ext cx="3968885" cy="1295400"/>
          </a:xfrm>
          <a:prstGeom prst="rect">
            <a:avLst/>
          </a:prstGeom>
        </p:spPr>
      </p:pic>
    </p:spTree>
    <p:extLst>
      <p:ext uri="{BB962C8B-B14F-4D97-AF65-F5344CB8AC3E}">
        <p14:creationId xmlns:p14="http://schemas.microsoft.com/office/powerpoint/2010/main" val="4133453375"/>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743200" y="274638"/>
            <a:ext cx="8839200" cy="487362"/>
          </a:xfrm>
        </p:spPr>
        <p:txBody>
          <a:bodyPr>
            <a:noAutofit/>
          </a:bodyPr>
          <a:lstStyle>
            <a:lvl1pPr algn="r">
              <a:defRPr sz="2800" b="1" cap="small" baseline="0">
                <a:solidFill>
                  <a:srgbClr val="FF5A33"/>
                </a:solidFill>
                <a:effectLst>
                  <a:outerShdw blurRad="38100" dist="38100" dir="2700000" algn="tl">
                    <a:srgbClr val="000000">
                      <a:alpha val="43137"/>
                    </a:srgbClr>
                  </a:outerShdw>
                </a:effectLst>
                <a:latin typeface="Segoe UI" pitchFamily="34" charset="0"/>
                <a:cs typeface="Segoe UI" pitchFamily="34" charset="0"/>
              </a:defRPr>
            </a:lvl1pPr>
          </a:lstStyle>
          <a:p>
            <a:r>
              <a:rPr lang="en-US" dirty="0"/>
              <a:t>Click to edit Master title style</a:t>
            </a:r>
          </a:p>
        </p:txBody>
      </p:sp>
      <p:sp>
        <p:nvSpPr>
          <p:cNvPr id="3" name="Content Placeholder 2"/>
          <p:cNvSpPr>
            <a:spLocks noGrp="1"/>
          </p:cNvSpPr>
          <p:nvPr>
            <p:ph idx="1"/>
          </p:nvPr>
        </p:nvSpPr>
        <p:spPr>
          <a:xfrm>
            <a:off x="609600" y="1066800"/>
            <a:ext cx="10972800" cy="5257800"/>
          </a:xfrm>
        </p:spPr>
        <p:txBody>
          <a:bodyPr>
            <a:normAutofit/>
          </a:bodyPr>
          <a:lstStyle>
            <a:lvl1pPr marL="342900" indent="-342900">
              <a:buClr>
                <a:srgbClr val="FF5A33"/>
              </a:buClr>
              <a:buFont typeface="Wingdings" pitchFamily="2" charset="2"/>
              <a:buChar char="q"/>
              <a:defRPr sz="2800">
                <a:latin typeface="Segoe UI" pitchFamily="34" charset="0"/>
                <a:cs typeface="Segoe UI" pitchFamily="34" charset="0"/>
              </a:defRPr>
            </a:lvl1pPr>
            <a:lvl2pPr marL="742950" indent="-285750">
              <a:buClr>
                <a:srgbClr val="FF5A33"/>
              </a:buClr>
              <a:buFont typeface="Wingdings" pitchFamily="2" charset="2"/>
              <a:buChar char="v"/>
              <a:defRPr sz="2400">
                <a:latin typeface="Segoe UI" pitchFamily="34" charset="0"/>
                <a:cs typeface="Segoe UI" pitchFamily="34" charset="0"/>
              </a:defRPr>
            </a:lvl2pPr>
            <a:lvl3pPr marL="1143000" indent="-228600">
              <a:buClr>
                <a:srgbClr val="FF5A33"/>
              </a:buClr>
              <a:buFont typeface="Wingdings" pitchFamily="2" charset="2"/>
              <a:buChar char="Ø"/>
              <a:defRPr sz="2000">
                <a:latin typeface="Segoe UI" pitchFamily="34" charset="0"/>
                <a:cs typeface="Segoe UI" pitchFamily="34" charset="0"/>
              </a:defRPr>
            </a:lvl3pPr>
            <a:lvl4pPr marL="1600200" indent="-228600">
              <a:buClr>
                <a:srgbClr val="FF5A33"/>
              </a:buClr>
              <a:buFont typeface="Wingdings" pitchFamily="2" charset="2"/>
              <a:buChar char="ü"/>
              <a:defRPr sz="1800">
                <a:latin typeface="Segoe UI" pitchFamily="34" charset="0"/>
                <a:cs typeface="Segoe UI" pitchFamily="34" charset="0"/>
              </a:defRPr>
            </a:lvl4pPr>
            <a:lvl5pPr marL="2057400" indent="-228600">
              <a:buClr>
                <a:srgbClr val="FF5A33"/>
              </a:buClr>
              <a:buFont typeface="Wingdings" pitchFamily="2" charset="2"/>
              <a:buChar char="§"/>
              <a:defRPr sz="1800">
                <a:latin typeface="Segoe UI" pitchFamily="34" charset="0"/>
                <a:cs typeface="Segoe UI"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8029F313-9C13-47C6-A228-B55986214473}" type="datetime1">
              <a:rPr lang="en-US" smtClean="0"/>
              <a:t>12/10/2024</a:t>
            </a:fld>
            <a:endParaRPr lang="en-US"/>
          </a:p>
        </p:txBody>
      </p:sp>
      <p:sp>
        <p:nvSpPr>
          <p:cNvPr id="5" name="Footer Placeholder 4"/>
          <p:cNvSpPr>
            <a:spLocks noGrp="1"/>
          </p:cNvSpPr>
          <p:nvPr>
            <p:ph type="ftr" sz="quarter" idx="11"/>
          </p:nvPr>
        </p:nvSpPr>
        <p:spPr/>
        <p:txBody>
          <a:bodyPr/>
          <a:lstStyle/>
          <a:p>
            <a:r>
              <a:rPr lang="vi-VN"/>
              <a:t>Lập trình C#3</a:t>
            </a:r>
            <a:endParaRPr lang="en-US"/>
          </a:p>
        </p:txBody>
      </p:sp>
      <p:sp>
        <p:nvSpPr>
          <p:cNvPr id="6" name="Slide Number Placeholder 5"/>
          <p:cNvSpPr>
            <a:spLocks noGrp="1"/>
          </p:cNvSpPr>
          <p:nvPr>
            <p:ph type="sldNum" sz="quarter" idx="12"/>
          </p:nvPr>
        </p:nvSpPr>
        <p:spPr/>
        <p:txBody>
          <a:bodyPr/>
          <a:lstStyle/>
          <a:p>
            <a:fld id="{8AACEE26-D979-411F-B229-D9F26BAEDF07}" type="slidenum">
              <a:rPr lang="en-US" smtClean="0"/>
              <a:t>‹#›</a:t>
            </a:fld>
            <a:endParaRPr lang="en-US" dirty="0"/>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09600" y="218719"/>
            <a:ext cx="2032000" cy="461818"/>
          </a:xfrm>
          <a:prstGeom prst="rect">
            <a:avLst/>
          </a:prstGeom>
        </p:spPr>
      </p:pic>
      <p:cxnSp>
        <p:nvCxnSpPr>
          <p:cNvPr id="9" name="Straight Connector 8"/>
          <p:cNvCxnSpPr/>
          <p:nvPr userDrawn="1"/>
        </p:nvCxnSpPr>
        <p:spPr>
          <a:xfrm>
            <a:off x="609600" y="838200"/>
            <a:ext cx="109728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7579833"/>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68A6EF9-73EC-47CA-9E52-574751B1CDA3}" type="datetime1">
              <a:rPr lang="en-US" smtClean="0"/>
              <a:t>12/10/2024</a:t>
            </a:fld>
            <a:endParaRPr lang="en-US"/>
          </a:p>
        </p:txBody>
      </p:sp>
      <p:sp>
        <p:nvSpPr>
          <p:cNvPr id="5" name="Footer Placeholder 4"/>
          <p:cNvSpPr>
            <a:spLocks noGrp="1"/>
          </p:cNvSpPr>
          <p:nvPr>
            <p:ph type="ftr" sz="quarter" idx="11"/>
          </p:nvPr>
        </p:nvSpPr>
        <p:spPr/>
        <p:txBody>
          <a:bodyPr/>
          <a:lstStyle/>
          <a:p>
            <a:r>
              <a:rPr lang="vi-VN"/>
              <a:t>Lập trình C#3</a:t>
            </a:r>
            <a:endParaRPr lang="en-US"/>
          </a:p>
        </p:txBody>
      </p:sp>
      <p:sp>
        <p:nvSpPr>
          <p:cNvPr id="6" name="Slide Number Placeholder 5"/>
          <p:cNvSpPr>
            <a:spLocks noGrp="1"/>
          </p:cNvSpPr>
          <p:nvPr>
            <p:ph type="sldNum" sz="quarter" idx="12"/>
          </p:nvPr>
        </p:nvSpPr>
        <p:spPr/>
        <p:txBody>
          <a:bodyPr/>
          <a:lstStyle/>
          <a:p>
            <a:fld id="{8AACEE26-D979-411F-B229-D9F26BAEDF07}" type="slidenum">
              <a:rPr lang="en-US" smtClean="0"/>
              <a:t>‹#›</a:t>
            </a:fld>
            <a:endParaRPr lang="en-US"/>
          </a:p>
        </p:txBody>
      </p:sp>
    </p:spTree>
    <p:extLst>
      <p:ext uri="{BB962C8B-B14F-4D97-AF65-F5344CB8AC3E}">
        <p14:creationId xmlns:p14="http://schemas.microsoft.com/office/powerpoint/2010/main" val="1771096535"/>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3D9F786-C4DF-431A-9246-1EC1829B2C78}" type="datetime1">
              <a:rPr lang="en-US" smtClean="0"/>
              <a:t>12/10/2024</a:t>
            </a:fld>
            <a:endParaRPr lang="en-US"/>
          </a:p>
        </p:txBody>
      </p:sp>
      <p:sp>
        <p:nvSpPr>
          <p:cNvPr id="6" name="Footer Placeholder 5"/>
          <p:cNvSpPr>
            <a:spLocks noGrp="1"/>
          </p:cNvSpPr>
          <p:nvPr>
            <p:ph type="ftr" sz="quarter" idx="11"/>
          </p:nvPr>
        </p:nvSpPr>
        <p:spPr/>
        <p:txBody>
          <a:bodyPr/>
          <a:lstStyle/>
          <a:p>
            <a:r>
              <a:rPr lang="vi-VN"/>
              <a:t>Lập trình C#3</a:t>
            </a:r>
            <a:endParaRPr lang="en-US"/>
          </a:p>
        </p:txBody>
      </p:sp>
      <p:sp>
        <p:nvSpPr>
          <p:cNvPr id="7" name="Slide Number Placeholder 6"/>
          <p:cNvSpPr>
            <a:spLocks noGrp="1"/>
          </p:cNvSpPr>
          <p:nvPr>
            <p:ph type="sldNum" sz="quarter" idx="12"/>
          </p:nvPr>
        </p:nvSpPr>
        <p:spPr/>
        <p:txBody>
          <a:bodyPr/>
          <a:lstStyle/>
          <a:p>
            <a:fld id="{8AACEE26-D979-411F-B229-D9F26BAEDF07}" type="slidenum">
              <a:rPr lang="en-US" smtClean="0"/>
              <a:t>‹#›</a:t>
            </a:fld>
            <a:endParaRPr lang="en-US"/>
          </a:p>
        </p:txBody>
      </p:sp>
    </p:spTree>
    <p:extLst>
      <p:ext uri="{BB962C8B-B14F-4D97-AF65-F5344CB8AC3E}">
        <p14:creationId xmlns:p14="http://schemas.microsoft.com/office/powerpoint/2010/main" val="2138957463"/>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FE59D84-263E-478C-94B6-63AC70204759}" type="datetime1">
              <a:rPr lang="en-US" smtClean="0"/>
              <a:t>12/10/2024</a:t>
            </a:fld>
            <a:endParaRPr lang="en-US"/>
          </a:p>
        </p:txBody>
      </p:sp>
      <p:sp>
        <p:nvSpPr>
          <p:cNvPr id="8" name="Footer Placeholder 7"/>
          <p:cNvSpPr>
            <a:spLocks noGrp="1"/>
          </p:cNvSpPr>
          <p:nvPr>
            <p:ph type="ftr" sz="quarter" idx="11"/>
          </p:nvPr>
        </p:nvSpPr>
        <p:spPr/>
        <p:txBody>
          <a:bodyPr/>
          <a:lstStyle/>
          <a:p>
            <a:r>
              <a:rPr lang="vi-VN"/>
              <a:t>Lập trình C#3</a:t>
            </a:r>
            <a:endParaRPr lang="en-US"/>
          </a:p>
        </p:txBody>
      </p:sp>
      <p:sp>
        <p:nvSpPr>
          <p:cNvPr id="9" name="Slide Number Placeholder 8"/>
          <p:cNvSpPr>
            <a:spLocks noGrp="1"/>
          </p:cNvSpPr>
          <p:nvPr>
            <p:ph type="sldNum" sz="quarter" idx="12"/>
          </p:nvPr>
        </p:nvSpPr>
        <p:spPr/>
        <p:txBody>
          <a:bodyPr/>
          <a:lstStyle/>
          <a:p>
            <a:fld id="{8AACEE26-D979-411F-B229-D9F26BAEDF07}" type="slidenum">
              <a:rPr lang="en-US" smtClean="0"/>
              <a:t>‹#›</a:t>
            </a:fld>
            <a:endParaRPr lang="en-US"/>
          </a:p>
        </p:txBody>
      </p:sp>
    </p:spTree>
    <p:extLst>
      <p:ext uri="{BB962C8B-B14F-4D97-AF65-F5344CB8AC3E}">
        <p14:creationId xmlns:p14="http://schemas.microsoft.com/office/powerpoint/2010/main" val="1895382236"/>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523D8565-00B5-4601-AD26-950DAB626426}" type="datetime1">
              <a:rPr lang="en-US" smtClean="0"/>
              <a:t>12/10/2024</a:t>
            </a:fld>
            <a:endParaRPr lang="en-US"/>
          </a:p>
        </p:txBody>
      </p:sp>
      <p:sp>
        <p:nvSpPr>
          <p:cNvPr id="4" name="Footer Placeholder 3"/>
          <p:cNvSpPr>
            <a:spLocks noGrp="1"/>
          </p:cNvSpPr>
          <p:nvPr>
            <p:ph type="ftr" sz="quarter" idx="11"/>
          </p:nvPr>
        </p:nvSpPr>
        <p:spPr/>
        <p:txBody>
          <a:bodyPr/>
          <a:lstStyle/>
          <a:p>
            <a:r>
              <a:rPr lang="vi-VN"/>
              <a:t>Lập trình C#3</a:t>
            </a:r>
            <a:endParaRPr lang="en-US"/>
          </a:p>
        </p:txBody>
      </p:sp>
      <p:sp>
        <p:nvSpPr>
          <p:cNvPr id="5" name="Slide Number Placeholder 4"/>
          <p:cNvSpPr>
            <a:spLocks noGrp="1"/>
          </p:cNvSpPr>
          <p:nvPr>
            <p:ph type="sldNum" sz="quarter" idx="12"/>
          </p:nvPr>
        </p:nvSpPr>
        <p:spPr/>
        <p:txBody>
          <a:bodyPr/>
          <a:lstStyle/>
          <a:p>
            <a:fld id="{8AACEE26-D979-411F-B229-D9F26BAEDF07}" type="slidenum">
              <a:rPr lang="en-US" smtClean="0"/>
              <a:t>‹#›</a:t>
            </a:fld>
            <a:endParaRPr lang="en-US"/>
          </a:p>
        </p:txBody>
      </p:sp>
      <p:sp>
        <p:nvSpPr>
          <p:cNvPr id="6" name="Rectangle 5"/>
          <p:cNvSpPr/>
          <p:nvPr userDrawn="1"/>
        </p:nvSpPr>
        <p:spPr>
          <a:xfrm>
            <a:off x="2032000" y="2551018"/>
            <a:ext cx="8534400" cy="326475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solidFill>
                <a:schemeClr val="bg1"/>
              </a:solidFill>
            </a:endParaRPr>
          </a:p>
        </p:txBody>
      </p:sp>
      <p:pic>
        <p:nvPicPr>
          <p:cNvPr id="8" name="Picture 2" descr="http://uconndigitalarts.com/wp-content/uploads/2013/04/original.jpg"/>
          <p:cNvPicPr>
            <a:picLocks noChangeAspect="1" noChangeArrowheads="1"/>
          </p:cNvPicPr>
          <p:nvPr userDrawn="1"/>
        </p:nvPicPr>
        <p:blipFill rotWithShape="1">
          <a:blip r:embed="rId2" cstate="print">
            <a:extLst>
              <a:ext uri="{BEBA8EAE-BF5A-486C-A8C5-ECC9F3942E4B}">
                <a14:imgProps xmlns:a14="http://schemas.microsoft.com/office/drawing/2010/main">
                  <a14:imgLayer r:embed="rId3">
                    <a14:imgEffect>
                      <a14:backgroundRemoval t="10000" b="90000" l="3958" r="96146">
                        <a14:backgroundMark x1="16667" y1="54630" x2="86042" y2="55185"/>
                        <a14:backgroundMark x1="90625" y1="53889" x2="93125" y2="53889"/>
                      </a14:backgroundRemoval>
                    </a14:imgEffect>
                  </a14:imgLayer>
                </a14:imgProps>
              </a:ext>
              <a:ext uri="{28A0092B-C50C-407E-A947-70E740481C1C}">
                <a14:useLocalDpi xmlns:a14="http://schemas.microsoft.com/office/drawing/2010/main" val="0"/>
              </a:ext>
            </a:extLst>
          </a:blip>
          <a:srcRect t="43978" b="41311"/>
          <a:stretch/>
        </p:blipFill>
        <p:spPr bwMode="auto">
          <a:xfrm flipH="1">
            <a:off x="3732707" y="2575401"/>
            <a:ext cx="4568091" cy="283858"/>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C:\Users\powerpoint.vn\Downloads\1e2cd4b177168ad16ce2e7c504bba4d2.x400.jpeg"/>
          <p:cNvPicPr>
            <a:picLocks noChangeAspect="1" noChangeArrowheads="1"/>
          </p:cNvPicPr>
          <p:nvPr userDrawn="1"/>
        </p:nvPicPr>
        <p:blipFill rotWithShape="1">
          <a:blip r:embed="rId4" cstate="print">
            <a:extLst>
              <a:ext uri="{BEBA8EAE-BF5A-486C-A8C5-ECC9F3942E4B}">
                <a14:imgProps xmlns:a14="http://schemas.microsoft.com/office/drawing/2010/main">
                  <a14:imgLayer r:embed="rId5">
                    <a14:imgEffect>
                      <a14:backgroundRemoval t="1750" b="81000" l="9971" r="89736">
                        <a14:backgroundMark x1="33724" y1="42750" x2="69208" y2="55250"/>
                        <a14:backgroundMark x1="25806" y1="33250" x2="25806" y2="37500"/>
                        <a14:backgroundMark x1="26100" y1="32250" x2="26100" y2="32250"/>
                        <a14:backgroundMark x1="70674" y1="35750" x2="70674" y2="35750"/>
                        <a14:backgroundMark x1="76246" y1="31250" x2="76246" y2="31250"/>
                        <a14:backgroundMark x1="70968" y1="34750" x2="70968" y2="34750"/>
                      </a14:backgroundRemoval>
                    </a14:imgEffect>
                  </a14:imgLayer>
                </a14:imgProps>
              </a:ext>
              <a:ext uri="{28A0092B-C50C-407E-A947-70E740481C1C}">
                <a14:useLocalDpi xmlns:a14="http://schemas.microsoft.com/office/drawing/2010/main" val="0"/>
              </a:ext>
            </a:extLst>
          </a:blip>
          <a:srcRect b="55710"/>
          <a:stretch/>
        </p:blipFill>
        <p:spPr bwMode="auto">
          <a:xfrm>
            <a:off x="2568620" y="609600"/>
            <a:ext cx="7257961" cy="2828060"/>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p:cNvSpPr txBox="1"/>
          <p:nvPr userDrawn="1"/>
        </p:nvSpPr>
        <p:spPr>
          <a:xfrm>
            <a:off x="4103893" y="3124200"/>
            <a:ext cx="4735308" cy="2139047"/>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7200" b="1" dirty="0">
                <a:solidFill>
                  <a:schemeClr val="bg1"/>
                </a:solidFill>
              </a:rPr>
              <a:t>DEM</a:t>
            </a:r>
            <a:r>
              <a:rPr lang="en-US" sz="11500" b="1" dirty="0">
                <a:solidFill>
                  <a:schemeClr val="bg1"/>
                </a:solidFill>
              </a:rPr>
              <a:t>O</a:t>
            </a:r>
          </a:p>
          <a:p>
            <a:endParaRPr lang="en-US" sz="1800" dirty="0"/>
          </a:p>
        </p:txBody>
      </p:sp>
      <p:pic>
        <p:nvPicPr>
          <p:cNvPr id="10" name="Picture 2" descr="http://www.designofsignage.com/application/symbol/hands/image/600x600/hand-press-button-4.jpg"/>
          <p:cNvPicPr>
            <a:picLocks noChangeAspect="1" noChangeArrowheads="1"/>
          </p:cNvPicPr>
          <p:nvPr userDrawn="1"/>
        </p:nvPicPr>
        <p:blipFill>
          <a:blip r:embed="rId6" cstate="print">
            <a:extLst>
              <a:ext uri="{BEBA8EAE-BF5A-486C-A8C5-ECC9F3942E4B}">
                <a14:imgProps xmlns:a14="http://schemas.microsoft.com/office/drawing/2010/main">
                  <a14:imgLayer r:embed="rId7">
                    <a14:imgEffect>
                      <a14:backgroundRemoval t="10000" b="99500" l="10000" r="90000">
                        <a14:foregroundMark x1="35833" y1="26500" x2="41500" y2="85000"/>
                      </a14:backgroundRemoval>
                    </a14:imgEffect>
                  </a14:imgLayer>
                </a14:imgProps>
              </a:ext>
              <a:ext uri="{28A0092B-C50C-407E-A947-70E740481C1C}">
                <a14:useLocalDpi xmlns:a14="http://schemas.microsoft.com/office/drawing/2010/main" val="0"/>
              </a:ext>
            </a:extLst>
          </a:blip>
          <a:srcRect/>
          <a:stretch>
            <a:fillRect/>
          </a:stretch>
        </p:blipFill>
        <p:spPr bwMode="auto">
          <a:xfrm>
            <a:off x="6016752" y="3568725"/>
            <a:ext cx="3488947" cy="26167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72166844"/>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DF3AF78-3B29-49D4-81C3-7555616E6373}" type="datetime1">
              <a:rPr lang="en-US" smtClean="0"/>
              <a:t>12/10/2024</a:t>
            </a:fld>
            <a:endParaRPr lang="en-US"/>
          </a:p>
        </p:txBody>
      </p:sp>
      <p:sp>
        <p:nvSpPr>
          <p:cNvPr id="3" name="Footer Placeholder 2"/>
          <p:cNvSpPr>
            <a:spLocks noGrp="1"/>
          </p:cNvSpPr>
          <p:nvPr>
            <p:ph type="ftr" sz="quarter" idx="11"/>
          </p:nvPr>
        </p:nvSpPr>
        <p:spPr/>
        <p:txBody>
          <a:bodyPr/>
          <a:lstStyle/>
          <a:p>
            <a:r>
              <a:rPr lang="vi-VN"/>
              <a:t>Lập trình C#3</a:t>
            </a:r>
            <a:endParaRPr lang="en-US"/>
          </a:p>
        </p:txBody>
      </p:sp>
      <p:sp>
        <p:nvSpPr>
          <p:cNvPr id="4" name="Slide Number Placeholder 3"/>
          <p:cNvSpPr>
            <a:spLocks noGrp="1"/>
          </p:cNvSpPr>
          <p:nvPr>
            <p:ph type="sldNum" sz="quarter" idx="12"/>
          </p:nvPr>
        </p:nvSpPr>
        <p:spPr/>
        <p:txBody>
          <a:bodyPr/>
          <a:lstStyle/>
          <a:p>
            <a:fld id="{8AACEE26-D979-411F-B229-D9F26BAEDF07}" type="slidenum">
              <a:rPr lang="en-US" smtClean="0"/>
              <a:t>‹#›</a:t>
            </a:fld>
            <a:endParaRPr lang="en-US"/>
          </a:p>
        </p:txBody>
      </p:sp>
    </p:spTree>
    <p:extLst>
      <p:ext uri="{BB962C8B-B14F-4D97-AF65-F5344CB8AC3E}">
        <p14:creationId xmlns:p14="http://schemas.microsoft.com/office/powerpoint/2010/main" val="1837445251"/>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CC48055-7455-47F1-BA44-73D8B83B9342}" type="datetime1">
              <a:rPr lang="en-US" smtClean="0"/>
              <a:t>12/10/2024</a:t>
            </a:fld>
            <a:endParaRPr lang="en-US"/>
          </a:p>
        </p:txBody>
      </p:sp>
      <p:sp>
        <p:nvSpPr>
          <p:cNvPr id="6" name="Footer Placeholder 5"/>
          <p:cNvSpPr>
            <a:spLocks noGrp="1"/>
          </p:cNvSpPr>
          <p:nvPr>
            <p:ph type="ftr" sz="quarter" idx="11"/>
          </p:nvPr>
        </p:nvSpPr>
        <p:spPr/>
        <p:txBody>
          <a:bodyPr/>
          <a:lstStyle/>
          <a:p>
            <a:r>
              <a:rPr lang="vi-VN"/>
              <a:t>Lập trình C#3</a:t>
            </a:r>
            <a:endParaRPr lang="en-US"/>
          </a:p>
        </p:txBody>
      </p:sp>
      <p:sp>
        <p:nvSpPr>
          <p:cNvPr id="7" name="Slide Number Placeholder 6"/>
          <p:cNvSpPr>
            <a:spLocks noGrp="1"/>
          </p:cNvSpPr>
          <p:nvPr>
            <p:ph type="sldNum" sz="quarter" idx="12"/>
          </p:nvPr>
        </p:nvSpPr>
        <p:spPr/>
        <p:txBody>
          <a:bodyPr/>
          <a:lstStyle/>
          <a:p>
            <a:fld id="{8AACEE26-D979-411F-B229-D9F26BAEDF07}" type="slidenum">
              <a:rPr lang="en-US" smtClean="0"/>
              <a:t>‹#›</a:t>
            </a:fld>
            <a:endParaRPr lang="en-US"/>
          </a:p>
        </p:txBody>
      </p:sp>
    </p:spTree>
    <p:extLst>
      <p:ext uri="{BB962C8B-B14F-4D97-AF65-F5344CB8AC3E}">
        <p14:creationId xmlns:p14="http://schemas.microsoft.com/office/powerpoint/2010/main" val="2461493734"/>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9B46837-A547-4964-AC0B-E650641F7846}" type="datetime1">
              <a:rPr lang="en-US" smtClean="0"/>
              <a:t>12/10/2024</a:t>
            </a:fld>
            <a:endParaRPr lang="en-US"/>
          </a:p>
        </p:txBody>
      </p:sp>
      <p:sp>
        <p:nvSpPr>
          <p:cNvPr id="6" name="Footer Placeholder 5"/>
          <p:cNvSpPr>
            <a:spLocks noGrp="1"/>
          </p:cNvSpPr>
          <p:nvPr>
            <p:ph type="ftr" sz="quarter" idx="11"/>
          </p:nvPr>
        </p:nvSpPr>
        <p:spPr/>
        <p:txBody>
          <a:bodyPr/>
          <a:lstStyle/>
          <a:p>
            <a:r>
              <a:rPr lang="vi-VN"/>
              <a:t>Lập trình C#3</a:t>
            </a:r>
            <a:endParaRPr lang="en-US"/>
          </a:p>
        </p:txBody>
      </p:sp>
      <p:sp>
        <p:nvSpPr>
          <p:cNvPr id="7" name="Slide Number Placeholder 6"/>
          <p:cNvSpPr>
            <a:spLocks noGrp="1"/>
          </p:cNvSpPr>
          <p:nvPr>
            <p:ph type="sldNum" sz="quarter" idx="12"/>
          </p:nvPr>
        </p:nvSpPr>
        <p:spPr/>
        <p:txBody>
          <a:bodyPr/>
          <a:lstStyle/>
          <a:p>
            <a:fld id="{8AACEE26-D979-411F-B229-D9F26BAEDF07}" type="slidenum">
              <a:rPr lang="en-US" smtClean="0"/>
              <a:t>‹#›</a:t>
            </a:fld>
            <a:endParaRPr lang="en-US"/>
          </a:p>
        </p:txBody>
      </p:sp>
    </p:spTree>
    <p:extLst>
      <p:ext uri="{BB962C8B-B14F-4D97-AF65-F5344CB8AC3E}">
        <p14:creationId xmlns:p14="http://schemas.microsoft.com/office/powerpoint/2010/main" val="3933514554"/>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EE0451A-A87B-4BA7-B824-056B86D6CA5D}" type="datetime1">
              <a:rPr lang="en-US" smtClean="0"/>
              <a:t>12/10/2024</a:t>
            </a:fld>
            <a:endParaRPr lang="en-US"/>
          </a:p>
        </p:txBody>
      </p:sp>
      <p:sp>
        <p:nvSpPr>
          <p:cNvPr id="5" name="Footer Placeholder 4"/>
          <p:cNvSpPr>
            <a:spLocks noGrp="1"/>
          </p:cNvSpPr>
          <p:nvPr>
            <p:ph type="ftr" sz="quarter" idx="11"/>
          </p:nvPr>
        </p:nvSpPr>
        <p:spPr/>
        <p:txBody>
          <a:bodyPr/>
          <a:lstStyle/>
          <a:p>
            <a:r>
              <a:rPr lang="vi-VN"/>
              <a:t>Lập trình C#3</a:t>
            </a:r>
            <a:endParaRPr lang="en-US"/>
          </a:p>
        </p:txBody>
      </p:sp>
      <p:sp>
        <p:nvSpPr>
          <p:cNvPr id="6" name="Slide Number Placeholder 5"/>
          <p:cNvSpPr>
            <a:spLocks noGrp="1"/>
          </p:cNvSpPr>
          <p:nvPr>
            <p:ph type="sldNum" sz="quarter" idx="12"/>
          </p:nvPr>
        </p:nvSpPr>
        <p:spPr/>
        <p:txBody>
          <a:bodyPr/>
          <a:lstStyle/>
          <a:p>
            <a:fld id="{8AACEE26-D979-411F-B229-D9F26BAEDF07}" type="slidenum">
              <a:rPr lang="en-US" smtClean="0"/>
              <a:t>‹#›</a:t>
            </a:fld>
            <a:endParaRPr lang="en-US"/>
          </a:p>
        </p:txBody>
      </p:sp>
    </p:spTree>
    <p:extLst>
      <p:ext uri="{BB962C8B-B14F-4D97-AF65-F5344CB8AC3E}">
        <p14:creationId xmlns:p14="http://schemas.microsoft.com/office/powerpoint/2010/main" val="3564866336"/>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F74BB19-EC7D-4033-B460-36F421974985}" type="datetime1">
              <a:rPr lang="en-US" smtClean="0"/>
              <a:t>12/10/2024</a:t>
            </a:fld>
            <a:endParaRPr lang="en-US"/>
          </a:p>
        </p:txBody>
      </p:sp>
      <p:sp>
        <p:nvSpPr>
          <p:cNvPr id="5" name="Footer Placeholder 4"/>
          <p:cNvSpPr>
            <a:spLocks noGrp="1"/>
          </p:cNvSpPr>
          <p:nvPr>
            <p:ph type="ftr" sz="quarter" idx="11"/>
          </p:nvPr>
        </p:nvSpPr>
        <p:spPr/>
        <p:txBody>
          <a:bodyPr/>
          <a:lstStyle/>
          <a:p>
            <a:r>
              <a:rPr lang="vi-VN"/>
              <a:t>Lập trình C#3</a:t>
            </a:r>
            <a:endParaRPr lang="en-US"/>
          </a:p>
        </p:txBody>
      </p:sp>
      <p:sp>
        <p:nvSpPr>
          <p:cNvPr id="6" name="Slide Number Placeholder 5"/>
          <p:cNvSpPr>
            <a:spLocks noGrp="1"/>
          </p:cNvSpPr>
          <p:nvPr>
            <p:ph type="sldNum" sz="quarter" idx="12"/>
          </p:nvPr>
        </p:nvSpPr>
        <p:spPr/>
        <p:txBody>
          <a:bodyPr/>
          <a:lstStyle/>
          <a:p>
            <a:fld id="{8AACEE26-D979-411F-B229-D9F26BAEDF07}" type="slidenum">
              <a:rPr lang="en-US" smtClean="0"/>
              <a:t>‹#›</a:t>
            </a:fld>
            <a:endParaRPr lang="en-US"/>
          </a:p>
        </p:txBody>
      </p:sp>
    </p:spTree>
    <p:extLst>
      <p:ext uri="{BB962C8B-B14F-4D97-AF65-F5344CB8AC3E}">
        <p14:creationId xmlns:p14="http://schemas.microsoft.com/office/powerpoint/2010/main" val="3254237326"/>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5" name="Slide Number Placeholder 5"/>
          <p:cNvSpPr>
            <a:spLocks noGrp="1"/>
          </p:cNvSpPr>
          <p:nvPr>
            <p:ph type="sldNum" sz="quarter" idx="10"/>
          </p:nvPr>
        </p:nvSpPr>
        <p:spPr>
          <a:xfrm>
            <a:off x="-1930400" y="6188076"/>
            <a:ext cx="2844800" cy="365125"/>
          </a:xfrm>
          <a:prstGeom prst="rect">
            <a:avLst/>
          </a:prstGeom>
        </p:spPr>
        <p:txBody>
          <a:bodyPr/>
          <a:lstStyle>
            <a:lvl1pPr>
              <a:defRPr/>
            </a:lvl1pPr>
          </a:lstStyle>
          <a:p>
            <a:pPr>
              <a:defRPr/>
            </a:pPr>
            <a:fld id="{587C0512-7E02-4E40-BD9C-21FAB99329CB}" type="slidenum">
              <a:rPr lang="en-US"/>
              <a:pPr>
                <a:defRPr/>
              </a:pPr>
              <a:t>‹#›</a:t>
            </a:fld>
            <a:endParaRPr lang="en-US"/>
          </a:p>
        </p:txBody>
      </p:sp>
    </p:spTree>
    <p:extLst>
      <p:ext uri="{BB962C8B-B14F-4D97-AF65-F5344CB8AC3E}">
        <p14:creationId xmlns:p14="http://schemas.microsoft.com/office/powerpoint/2010/main" val="4255191387"/>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userDrawn="1">
  <p:cSld name="Title &amp;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itle Placeholder 1"/>
          <p:cNvSpPr txBox="1">
            <a:spLocks/>
          </p:cNvSpPr>
          <p:nvPr userDrawn="1"/>
        </p:nvSpPr>
        <p:spPr>
          <a:xfrm>
            <a:off x="2946400" y="274638"/>
            <a:ext cx="8636000" cy="563562"/>
          </a:xfrm>
          <a:prstGeom prst="rect">
            <a:avLst/>
          </a:prstGeom>
        </p:spPr>
        <p:txBody>
          <a:bodyPr vert="horz" lIns="91440" tIns="45720" rIns="91440" bIns="45720" rtlCol="0" anchor="ctr">
            <a:noAutofit/>
          </a:bodyPr>
          <a:lstStyle>
            <a:lvl1pPr algn="r" defTabSz="914400" rtl="0" eaLnBrk="1" latinLnBrk="0" hangingPunct="1">
              <a:spcBef>
                <a:spcPct val="0"/>
              </a:spcBef>
              <a:buNone/>
              <a:defRPr sz="3200" b="1" kern="1200" cap="small" baseline="0">
                <a:solidFill>
                  <a:srgbClr val="FF9900"/>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r>
              <a:rPr lang="en-US" sz="3200" dirty="0"/>
              <a:t>Click to edit Master title style</a:t>
            </a:r>
          </a:p>
        </p:txBody>
      </p:sp>
      <p:sp>
        <p:nvSpPr>
          <p:cNvPr id="4" name="Text Placeholder 2"/>
          <p:cNvSpPr>
            <a:spLocks noGrp="1"/>
          </p:cNvSpPr>
          <p:nvPr>
            <p:ph idx="1"/>
          </p:nvPr>
        </p:nvSpPr>
        <p:spPr>
          <a:xfrm>
            <a:off x="609600" y="990600"/>
            <a:ext cx="10972800" cy="5562600"/>
          </a:xfrm>
          <a:prstGeom prst="rect">
            <a:avLst/>
          </a:prstGeom>
        </p:spPr>
        <p:txBody>
          <a:bodyPr vert="horz" lIns="91440" tIns="45720" rIns="91440" bIns="45720" rtlCol="0">
            <a:normAutofit/>
          </a:bodyPr>
          <a:lstStyle/>
          <a:p>
            <a:pPr lvl="0"/>
            <a:r>
              <a:rPr lang="en-US" dirty="0"/>
              <a:t> Click to edit Master text styles</a:t>
            </a:r>
          </a:p>
          <a:p>
            <a:pPr lvl="1"/>
            <a:r>
              <a:rPr lang="en-US" dirty="0"/>
              <a:t> Second level</a:t>
            </a:r>
          </a:p>
          <a:p>
            <a:pPr lvl="2"/>
            <a:r>
              <a:rPr lang="en-US" dirty="0"/>
              <a:t> Third level</a:t>
            </a:r>
          </a:p>
          <a:p>
            <a:pPr lvl="3"/>
            <a:r>
              <a:rPr lang="en-US" dirty="0"/>
              <a:t>Fourth level</a:t>
            </a:r>
          </a:p>
          <a:p>
            <a:pPr lvl="4"/>
            <a:r>
              <a:rPr lang="en-US" dirty="0"/>
              <a:t>Fifth level</a:t>
            </a:r>
          </a:p>
        </p:txBody>
      </p:sp>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1200" y="228601"/>
            <a:ext cx="2133600" cy="484909"/>
          </a:xfrm>
          <a:prstGeom prst="rect">
            <a:avLst/>
          </a:prstGeom>
        </p:spPr>
      </p:pic>
      <p:cxnSp>
        <p:nvCxnSpPr>
          <p:cNvPr id="6" name="Straight Connector 5"/>
          <p:cNvCxnSpPr/>
          <p:nvPr userDrawn="1"/>
        </p:nvCxnSpPr>
        <p:spPr>
          <a:xfrm flipH="1">
            <a:off x="711200" y="835152"/>
            <a:ext cx="10871200" cy="0"/>
          </a:xfrm>
          <a:prstGeom prst="line">
            <a:avLst/>
          </a:prstGeom>
          <a:ln w="38100"/>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879138780"/>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cSld name="1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336800" y="198438"/>
            <a:ext cx="9448800" cy="487362"/>
          </a:xfrm>
        </p:spPr>
        <p:txBody>
          <a:bodyPr anchor="t">
            <a:normAutofit/>
          </a:bodyPr>
          <a:lstStyle>
            <a:lvl1pPr algn="r">
              <a:defRPr sz="2400" b="0" i="0" baseline="0">
                <a:solidFill>
                  <a:schemeClr val="bg1"/>
                </a:solidFill>
                <a:latin typeface="Segoe UI" pitchFamily="34" charset="0"/>
                <a:ea typeface="Roboto Lt" pitchFamily="2" charset="0"/>
                <a:cs typeface="Segoe UI" pitchFamily="34" charset="0"/>
              </a:defRPr>
            </a:lvl1pPr>
          </a:lstStyle>
          <a:p>
            <a:r>
              <a:rPr lang="en-US" dirty="0" err="1"/>
              <a:t>Tiêu</a:t>
            </a:r>
            <a:r>
              <a:rPr lang="en-US" dirty="0"/>
              <a:t> </a:t>
            </a:r>
            <a:r>
              <a:rPr lang="en-US" dirty="0" err="1"/>
              <a:t>đề</a:t>
            </a:r>
            <a:r>
              <a:rPr lang="en-US" dirty="0"/>
              <a:t> </a:t>
            </a:r>
            <a:r>
              <a:rPr lang="en-US" dirty="0" err="1"/>
              <a:t>Silde</a:t>
            </a:r>
            <a:endParaRPr lang="en-US" dirty="0"/>
          </a:p>
        </p:txBody>
      </p:sp>
      <p:sp>
        <p:nvSpPr>
          <p:cNvPr id="3" name="Content Placeholder 2"/>
          <p:cNvSpPr>
            <a:spLocks noGrp="1"/>
          </p:cNvSpPr>
          <p:nvPr>
            <p:ph idx="1" hasCustomPrompt="1"/>
          </p:nvPr>
        </p:nvSpPr>
        <p:spPr>
          <a:xfrm>
            <a:off x="1727200" y="1066800"/>
            <a:ext cx="10363200" cy="457200"/>
          </a:xfrm>
        </p:spPr>
        <p:txBody>
          <a:bodyPr>
            <a:normAutofit/>
          </a:bodyPr>
          <a:lstStyle>
            <a:lvl1pPr marL="0" indent="0">
              <a:buFontTx/>
              <a:buNone/>
              <a:defRPr sz="2400" b="1" baseline="0">
                <a:latin typeface="Segoe UI" pitchFamily="34" charset="0"/>
                <a:ea typeface="Roboto" pitchFamily="2" charset="0"/>
                <a:cs typeface="Segoe UI" pitchFamily="34" charset="0"/>
              </a:defRPr>
            </a:lvl1pPr>
            <a:lvl2pPr marL="457200" indent="0" algn="just">
              <a:buFontTx/>
              <a:buNone/>
              <a:defRPr sz="1600">
                <a:latin typeface="Roboto Lt" pitchFamily="2" charset="0"/>
                <a:ea typeface="Roboto Lt" pitchFamily="2" charset="0"/>
              </a:defRPr>
            </a:lvl2pPr>
            <a:lvl3pPr algn="just">
              <a:defRPr sz="1600">
                <a:latin typeface="Roboto Lt" pitchFamily="2" charset="0"/>
                <a:ea typeface="Roboto Lt" pitchFamily="2" charset="0"/>
              </a:defRPr>
            </a:lvl3pPr>
            <a:lvl4pPr marL="1600200" indent="-228600" algn="just">
              <a:buFont typeface="Courier New" pitchFamily="49" charset="0"/>
              <a:buChar char="o"/>
              <a:defRPr sz="1600">
                <a:latin typeface="Roboto Lt" pitchFamily="2" charset="0"/>
                <a:ea typeface="Roboto Lt" pitchFamily="2" charset="0"/>
              </a:defRPr>
            </a:lvl4pPr>
            <a:lvl5pPr algn="just">
              <a:defRPr sz="1600">
                <a:latin typeface="Roboto Lt" pitchFamily="2" charset="0"/>
                <a:ea typeface="Roboto Lt" pitchFamily="2" charset="0"/>
              </a:defRPr>
            </a:lvl5pPr>
          </a:lstStyle>
          <a:p>
            <a:pPr lvl="0"/>
            <a:r>
              <a:rPr lang="en-US" dirty="0" err="1"/>
              <a:t>Đề</a:t>
            </a:r>
            <a:r>
              <a:rPr lang="en-US" dirty="0"/>
              <a:t> </a:t>
            </a:r>
            <a:r>
              <a:rPr lang="en-US" dirty="0" err="1"/>
              <a:t>mục</a:t>
            </a:r>
            <a:r>
              <a:rPr lang="en-US" dirty="0"/>
              <a:t> </a:t>
            </a:r>
            <a:r>
              <a:rPr lang="en-US" dirty="0" err="1"/>
              <a:t>lớn</a:t>
            </a:r>
            <a:endParaRPr lang="en-US" dirty="0"/>
          </a:p>
        </p:txBody>
      </p:sp>
      <p:sp>
        <p:nvSpPr>
          <p:cNvPr id="7" name="Content Placeholder 2"/>
          <p:cNvSpPr>
            <a:spLocks noGrp="1"/>
          </p:cNvSpPr>
          <p:nvPr>
            <p:ph idx="13" hasCustomPrompt="1"/>
          </p:nvPr>
        </p:nvSpPr>
        <p:spPr>
          <a:xfrm>
            <a:off x="6604000" y="1828800"/>
            <a:ext cx="5384800" cy="2743200"/>
          </a:xfrm>
        </p:spPr>
        <p:txBody>
          <a:bodyPr>
            <a:normAutofit/>
          </a:bodyPr>
          <a:lstStyle>
            <a:lvl1pPr marL="0" indent="0">
              <a:buFontTx/>
              <a:buNone/>
              <a:defRPr sz="2400" b="0" baseline="0">
                <a:latin typeface="Segoe UI" pitchFamily="34" charset="0"/>
                <a:ea typeface="Roboto" pitchFamily="2" charset="0"/>
                <a:cs typeface="Segoe UI" pitchFamily="34" charset="0"/>
              </a:defRPr>
            </a:lvl1pPr>
            <a:lvl2pPr marL="457200" indent="0" algn="just">
              <a:buFontTx/>
              <a:buNone/>
              <a:defRPr sz="1600">
                <a:latin typeface="Roboto Lt" pitchFamily="2" charset="0"/>
                <a:ea typeface="Roboto Lt" pitchFamily="2" charset="0"/>
              </a:defRPr>
            </a:lvl2pPr>
            <a:lvl3pPr algn="just">
              <a:defRPr sz="1600">
                <a:latin typeface="Roboto Lt" pitchFamily="2" charset="0"/>
                <a:ea typeface="Roboto Lt" pitchFamily="2" charset="0"/>
              </a:defRPr>
            </a:lvl3pPr>
            <a:lvl4pPr marL="1600200" indent="-228600" algn="just">
              <a:buFont typeface="Courier New" pitchFamily="49" charset="0"/>
              <a:buChar char="o"/>
              <a:defRPr sz="1600">
                <a:latin typeface="Roboto Lt" pitchFamily="2" charset="0"/>
                <a:ea typeface="Roboto Lt" pitchFamily="2" charset="0"/>
              </a:defRPr>
            </a:lvl4pPr>
            <a:lvl5pPr algn="just">
              <a:defRPr sz="1600">
                <a:latin typeface="Roboto Lt" pitchFamily="2" charset="0"/>
                <a:ea typeface="Roboto Lt" pitchFamily="2" charset="0"/>
              </a:defRPr>
            </a:lvl5pPr>
          </a:lstStyle>
          <a:p>
            <a:r>
              <a:rPr lang="en-US" dirty="0" err="1"/>
              <a:t>Nội</a:t>
            </a:r>
            <a:r>
              <a:rPr lang="en-US" dirty="0"/>
              <a:t> dung </a:t>
            </a:r>
            <a:r>
              <a:rPr lang="en-US" dirty="0" err="1"/>
              <a:t>cần</a:t>
            </a:r>
            <a:r>
              <a:rPr lang="en-US" dirty="0"/>
              <a:t> </a:t>
            </a:r>
            <a:r>
              <a:rPr lang="en-US" dirty="0" err="1"/>
              <a:t>viết</a:t>
            </a:r>
            <a:r>
              <a:rPr lang="en-US" dirty="0"/>
              <a:t> …….</a:t>
            </a:r>
          </a:p>
          <a:p>
            <a:r>
              <a:rPr lang="en-US" dirty="0"/>
              <a:t>960, abstract, background, banner, bar, box, business, button, circle, clean,</a:t>
            </a:r>
          </a:p>
          <a:p>
            <a:r>
              <a:rPr lang="en-US" b="1" dirty="0" err="1"/>
              <a:t>Nôi</a:t>
            </a:r>
            <a:r>
              <a:rPr lang="en-US" b="1" dirty="0"/>
              <a:t> dung </a:t>
            </a:r>
            <a:r>
              <a:rPr lang="en-US" b="1" dirty="0" err="1"/>
              <a:t>cần</a:t>
            </a:r>
            <a:r>
              <a:rPr lang="en-US" b="1" dirty="0"/>
              <a:t> </a:t>
            </a:r>
            <a:r>
              <a:rPr lang="en-US" b="1" dirty="0" err="1"/>
              <a:t>nhấn</a:t>
            </a:r>
            <a:r>
              <a:rPr lang="en-US" b="1" dirty="0"/>
              <a:t> </a:t>
            </a:r>
            <a:r>
              <a:rPr lang="en-US" b="1" dirty="0" err="1"/>
              <a:t>mạnh</a:t>
            </a:r>
            <a:endParaRPr lang="en-US" dirty="0"/>
          </a:p>
        </p:txBody>
      </p:sp>
      <p:sp>
        <p:nvSpPr>
          <p:cNvPr id="11" name="Slide Number Placeholder 10"/>
          <p:cNvSpPr>
            <a:spLocks noGrp="1"/>
          </p:cNvSpPr>
          <p:nvPr>
            <p:ph type="sldNum" sz="quarter" idx="14"/>
          </p:nvPr>
        </p:nvSpPr>
        <p:spPr>
          <a:xfrm>
            <a:off x="-1828800" y="6172201"/>
            <a:ext cx="2844800" cy="365125"/>
          </a:xfrm>
          <a:prstGeom prst="rect">
            <a:avLst/>
          </a:prstGeom>
        </p:spPr>
        <p:txBody>
          <a:bodyPr/>
          <a:lstStyle>
            <a:lvl1pPr algn="r">
              <a:defRPr>
                <a:solidFill>
                  <a:schemeClr val="bg1"/>
                </a:solidFill>
                <a:latin typeface="Segoe UI" pitchFamily="34" charset="0"/>
                <a:ea typeface="Segoe UI" pitchFamily="34" charset="0"/>
                <a:cs typeface="Segoe UI" pitchFamily="34" charset="0"/>
              </a:defRPr>
            </a:lvl1pPr>
          </a:lstStyle>
          <a:p>
            <a:fld id="{C9454D8F-10CC-4917-9EE3-EC45D591F45E}" type="slidenum">
              <a:rPr lang="en-US" smtClean="0"/>
              <a:pPr/>
              <a:t>‹#›</a:t>
            </a:fld>
            <a:endParaRPr lang="en-US"/>
          </a:p>
        </p:txBody>
      </p:sp>
    </p:spTree>
    <p:extLst>
      <p:ext uri="{BB962C8B-B14F-4D97-AF65-F5344CB8AC3E}">
        <p14:creationId xmlns:p14="http://schemas.microsoft.com/office/powerpoint/2010/main" val="1827801332"/>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7" name="Title Placeholder 1"/>
          <p:cNvSpPr>
            <a:spLocks noGrp="1"/>
          </p:cNvSpPr>
          <p:nvPr>
            <p:ph type="title"/>
          </p:nvPr>
        </p:nvSpPr>
        <p:spPr>
          <a:xfrm>
            <a:off x="2946400" y="274638"/>
            <a:ext cx="8636000" cy="563562"/>
          </a:xfrm>
          <a:prstGeom prst="rect">
            <a:avLst/>
          </a:prstGeom>
        </p:spPr>
        <p:txBody>
          <a:bodyPr vert="horz" lIns="91440" tIns="45720" rIns="91440" bIns="45720" rtlCol="0" anchor="ctr">
            <a:noAutofit/>
          </a:bodyPr>
          <a:lstStyle/>
          <a:p>
            <a:r>
              <a:rPr lang="en-US" dirty="0"/>
              <a:t>Click to edit Master title style</a:t>
            </a:r>
          </a:p>
        </p:txBody>
      </p:sp>
      <p:sp>
        <p:nvSpPr>
          <p:cNvPr id="8" name="Text Placeholder 2"/>
          <p:cNvSpPr>
            <a:spLocks noGrp="1"/>
          </p:cNvSpPr>
          <p:nvPr>
            <p:ph idx="1"/>
          </p:nvPr>
        </p:nvSpPr>
        <p:spPr>
          <a:xfrm>
            <a:off x="609600" y="990600"/>
            <a:ext cx="10972800" cy="5562600"/>
          </a:xfrm>
          <a:prstGeom prst="rect">
            <a:avLst/>
          </a:prstGeom>
        </p:spPr>
        <p:txBody>
          <a:bodyPr vert="horz" lIns="91440" tIns="45720" rIns="91440" bIns="45720" rtlCol="0">
            <a:normAutofit/>
          </a:bodyPr>
          <a:lstStyle/>
          <a:p>
            <a:pPr lvl="0"/>
            <a:r>
              <a:rPr lang="en-US" dirty="0"/>
              <a:t> Click to edit Master text styles</a:t>
            </a:r>
          </a:p>
          <a:p>
            <a:pPr lvl="1"/>
            <a:r>
              <a:rPr lang="en-US" dirty="0"/>
              <a:t> Second level</a:t>
            </a:r>
          </a:p>
          <a:p>
            <a:pPr lvl="2"/>
            <a:r>
              <a:rPr lang="en-US" dirty="0"/>
              <a:t> Third level</a:t>
            </a:r>
          </a:p>
          <a:p>
            <a:pPr lvl="3"/>
            <a:r>
              <a:rPr lang="en-US" dirty="0"/>
              <a:t>Fourth level</a:t>
            </a:r>
          </a:p>
          <a:p>
            <a:pPr lvl="4"/>
            <a:r>
              <a:rPr lang="en-US" dirty="0"/>
              <a:t>Fifth level</a:t>
            </a:r>
          </a:p>
        </p:txBody>
      </p:sp>
      <p:pic>
        <p:nvPicPr>
          <p:cNvPr id="9" name="Picture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1200" y="228601"/>
            <a:ext cx="2133600" cy="484909"/>
          </a:xfrm>
          <a:prstGeom prst="rect">
            <a:avLst/>
          </a:prstGeom>
        </p:spPr>
      </p:pic>
    </p:spTree>
    <p:extLst>
      <p:ext uri="{BB962C8B-B14F-4D97-AF65-F5344CB8AC3E}">
        <p14:creationId xmlns:p14="http://schemas.microsoft.com/office/powerpoint/2010/main" val="29127030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4.xml"/><Relationship Id="rId18" Type="http://schemas.openxmlformats.org/officeDocument/2006/relationships/slideLayout" Target="../slideLayouts/slideLayout29.xml"/><Relationship Id="rId26" Type="http://schemas.openxmlformats.org/officeDocument/2006/relationships/slideLayout" Target="../slideLayouts/slideLayout37.xml"/><Relationship Id="rId39" Type="http://schemas.openxmlformats.org/officeDocument/2006/relationships/slideLayout" Target="../slideLayouts/slideLayout50.xml"/><Relationship Id="rId21" Type="http://schemas.openxmlformats.org/officeDocument/2006/relationships/slideLayout" Target="../slideLayouts/slideLayout32.xml"/><Relationship Id="rId34" Type="http://schemas.openxmlformats.org/officeDocument/2006/relationships/slideLayout" Target="../slideLayouts/slideLayout45.xml"/><Relationship Id="rId42" Type="http://schemas.openxmlformats.org/officeDocument/2006/relationships/slideLayout" Target="../slideLayouts/slideLayout53.xml"/><Relationship Id="rId47" Type="http://schemas.openxmlformats.org/officeDocument/2006/relationships/slideLayout" Target="../slideLayouts/slideLayout58.xml"/><Relationship Id="rId50" Type="http://schemas.openxmlformats.org/officeDocument/2006/relationships/slideLayout" Target="../slideLayouts/slideLayout61.xml"/><Relationship Id="rId55" Type="http://schemas.openxmlformats.org/officeDocument/2006/relationships/slideLayout" Target="../slideLayouts/slideLayout66.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9" Type="http://schemas.openxmlformats.org/officeDocument/2006/relationships/slideLayout" Target="../slideLayouts/slideLayout40.xml"/><Relationship Id="rId11" Type="http://schemas.openxmlformats.org/officeDocument/2006/relationships/slideLayout" Target="../slideLayouts/slideLayout22.xml"/><Relationship Id="rId24" Type="http://schemas.openxmlformats.org/officeDocument/2006/relationships/slideLayout" Target="../slideLayouts/slideLayout35.xml"/><Relationship Id="rId32" Type="http://schemas.openxmlformats.org/officeDocument/2006/relationships/slideLayout" Target="../slideLayouts/slideLayout43.xml"/><Relationship Id="rId37" Type="http://schemas.openxmlformats.org/officeDocument/2006/relationships/slideLayout" Target="../slideLayouts/slideLayout48.xml"/><Relationship Id="rId40" Type="http://schemas.openxmlformats.org/officeDocument/2006/relationships/slideLayout" Target="../slideLayouts/slideLayout51.xml"/><Relationship Id="rId45" Type="http://schemas.openxmlformats.org/officeDocument/2006/relationships/slideLayout" Target="../slideLayouts/slideLayout56.xml"/><Relationship Id="rId53" Type="http://schemas.openxmlformats.org/officeDocument/2006/relationships/slideLayout" Target="../slideLayouts/slideLayout64.xml"/><Relationship Id="rId5" Type="http://schemas.openxmlformats.org/officeDocument/2006/relationships/slideLayout" Target="../slideLayouts/slideLayout16.xml"/><Relationship Id="rId19" Type="http://schemas.openxmlformats.org/officeDocument/2006/relationships/slideLayout" Target="../slideLayouts/slideLayout30.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 Id="rId27" Type="http://schemas.openxmlformats.org/officeDocument/2006/relationships/slideLayout" Target="../slideLayouts/slideLayout38.xml"/><Relationship Id="rId30" Type="http://schemas.openxmlformats.org/officeDocument/2006/relationships/slideLayout" Target="../slideLayouts/slideLayout41.xml"/><Relationship Id="rId35" Type="http://schemas.openxmlformats.org/officeDocument/2006/relationships/slideLayout" Target="../slideLayouts/slideLayout46.xml"/><Relationship Id="rId43" Type="http://schemas.openxmlformats.org/officeDocument/2006/relationships/slideLayout" Target="../slideLayouts/slideLayout54.xml"/><Relationship Id="rId48" Type="http://schemas.openxmlformats.org/officeDocument/2006/relationships/slideLayout" Target="../slideLayouts/slideLayout59.xml"/><Relationship Id="rId56" Type="http://schemas.openxmlformats.org/officeDocument/2006/relationships/slideLayout" Target="../slideLayouts/slideLayout67.xml"/><Relationship Id="rId8" Type="http://schemas.openxmlformats.org/officeDocument/2006/relationships/slideLayout" Target="../slideLayouts/slideLayout19.xml"/><Relationship Id="rId51" Type="http://schemas.openxmlformats.org/officeDocument/2006/relationships/slideLayout" Target="../slideLayouts/slideLayout62.xml"/><Relationship Id="rId3" Type="http://schemas.openxmlformats.org/officeDocument/2006/relationships/slideLayout" Target="../slideLayouts/slideLayout14.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slideLayout" Target="../slideLayouts/slideLayout36.xml"/><Relationship Id="rId33" Type="http://schemas.openxmlformats.org/officeDocument/2006/relationships/slideLayout" Target="../slideLayouts/slideLayout44.xml"/><Relationship Id="rId38" Type="http://schemas.openxmlformats.org/officeDocument/2006/relationships/slideLayout" Target="../slideLayouts/slideLayout49.xml"/><Relationship Id="rId46" Type="http://schemas.openxmlformats.org/officeDocument/2006/relationships/slideLayout" Target="../slideLayouts/slideLayout57.xml"/><Relationship Id="rId20" Type="http://schemas.openxmlformats.org/officeDocument/2006/relationships/slideLayout" Target="../slideLayouts/slideLayout31.xml"/><Relationship Id="rId41" Type="http://schemas.openxmlformats.org/officeDocument/2006/relationships/slideLayout" Target="../slideLayouts/slideLayout52.xml"/><Relationship Id="rId54" Type="http://schemas.openxmlformats.org/officeDocument/2006/relationships/slideLayout" Target="../slideLayouts/slideLayout65.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28" Type="http://schemas.openxmlformats.org/officeDocument/2006/relationships/slideLayout" Target="../slideLayouts/slideLayout39.xml"/><Relationship Id="rId36" Type="http://schemas.openxmlformats.org/officeDocument/2006/relationships/slideLayout" Target="../slideLayouts/slideLayout47.xml"/><Relationship Id="rId49" Type="http://schemas.openxmlformats.org/officeDocument/2006/relationships/slideLayout" Target="../slideLayouts/slideLayout60.xml"/><Relationship Id="rId57" Type="http://schemas.openxmlformats.org/officeDocument/2006/relationships/theme" Target="../theme/theme2.xml"/><Relationship Id="rId10" Type="http://schemas.openxmlformats.org/officeDocument/2006/relationships/slideLayout" Target="../slideLayouts/slideLayout21.xml"/><Relationship Id="rId31" Type="http://schemas.openxmlformats.org/officeDocument/2006/relationships/slideLayout" Target="../slideLayouts/slideLayout42.xml"/><Relationship Id="rId44" Type="http://schemas.openxmlformats.org/officeDocument/2006/relationships/slideLayout" Target="../slideLayouts/slideLayout55.xml"/><Relationship Id="rId52" Type="http://schemas.openxmlformats.org/officeDocument/2006/relationships/slideLayout" Target="../slideLayouts/slideLayout6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75.xml"/><Relationship Id="rId13" Type="http://schemas.openxmlformats.org/officeDocument/2006/relationships/slideLayout" Target="../slideLayouts/slideLayout80.xml"/><Relationship Id="rId3" Type="http://schemas.openxmlformats.org/officeDocument/2006/relationships/slideLayout" Target="../slideLayouts/slideLayout70.xml"/><Relationship Id="rId7" Type="http://schemas.openxmlformats.org/officeDocument/2006/relationships/slideLayout" Target="../slideLayouts/slideLayout74.xml"/><Relationship Id="rId12" Type="http://schemas.openxmlformats.org/officeDocument/2006/relationships/slideLayout" Target="../slideLayouts/slideLayout79.xml"/><Relationship Id="rId2" Type="http://schemas.openxmlformats.org/officeDocument/2006/relationships/slideLayout" Target="../slideLayouts/slideLayout69.xml"/><Relationship Id="rId16" Type="http://schemas.openxmlformats.org/officeDocument/2006/relationships/theme" Target="../theme/theme3.xml"/><Relationship Id="rId1" Type="http://schemas.openxmlformats.org/officeDocument/2006/relationships/slideLayout" Target="../slideLayouts/slideLayout68.xml"/><Relationship Id="rId6" Type="http://schemas.openxmlformats.org/officeDocument/2006/relationships/slideLayout" Target="../slideLayouts/slideLayout73.xml"/><Relationship Id="rId11" Type="http://schemas.openxmlformats.org/officeDocument/2006/relationships/slideLayout" Target="../slideLayouts/slideLayout78.xml"/><Relationship Id="rId5" Type="http://schemas.openxmlformats.org/officeDocument/2006/relationships/slideLayout" Target="../slideLayouts/slideLayout72.xml"/><Relationship Id="rId15" Type="http://schemas.openxmlformats.org/officeDocument/2006/relationships/slideLayout" Target="../slideLayouts/slideLayout82.xml"/><Relationship Id="rId10" Type="http://schemas.openxmlformats.org/officeDocument/2006/relationships/slideLayout" Target="../slideLayouts/slideLayout77.xml"/><Relationship Id="rId4" Type="http://schemas.openxmlformats.org/officeDocument/2006/relationships/slideLayout" Target="../slideLayouts/slideLayout71.xml"/><Relationship Id="rId9" Type="http://schemas.openxmlformats.org/officeDocument/2006/relationships/slideLayout" Target="../slideLayouts/slideLayout76.xml"/><Relationship Id="rId14" Type="http://schemas.openxmlformats.org/officeDocument/2006/relationships/slideLayout" Target="../slideLayouts/slideLayout8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CDF40E0-E6EB-4A06-A23A-FAEAF1FE809C}" type="datetimeFigureOut">
              <a:rPr lang="en-US" smtClean="0"/>
              <a:t>12/10/2024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A4E73CF-C580-4B9B-819E-F0AF56E99B06}" type="slidenum">
              <a:rPr lang="en-US" smtClean="0"/>
              <a:t>‹#›</a:t>
            </a:fld>
            <a:endParaRPr lang="en-US"/>
          </a:p>
        </p:txBody>
      </p:sp>
    </p:spTree>
    <p:extLst>
      <p:ext uri="{BB962C8B-B14F-4D97-AF65-F5344CB8AC3E}">
        <p14:creationId xmlns:p14="http://schemas.microsoft.com/office/powerpoint/2010/main" val="32333868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48640" y="548640"/>
            <a:ext cx="11106150" cy="1499616"/>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548640" y="2103120"/>
            <a:ext cx="11106150" cy="4221480"/>
          </a:xfrm>
          <a:prstGeom prst="rect">
            <a:avLst/>
          </a:prstGeom>
        </p:spPr>
        <p:txBody>
          <a:bodyPr vert="horz" lIns="45720" tIns="45720" rIns="4572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15395944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Lst>
  <p:hf hdr="0" ftr="0" dt="0"/>
  <p:txStyles>
    <p:titleStyle>
      <a:lvl1pPr algn="l" defTabSz="914400" rtl="0" eaLnBrk="1" latinLnBrk="0" hangingPunct="1">
        <a:lnSpc>
          <a:spcPct val="90000"/>
        </a:lnSpc>
        <a:spcBef>
          <a:spcPct val="0"/>
        </a:spcBef>
        <a:buNone/>
        <a:defRPr sz="4200" kern="1200" cap="all" spc="100" baseline="0">
          <a:solidFill>
            <a:schemeClr val="tx1">
              <a:lumMod val="95000"/>
              <a:lumOff val="5000"/>
            </a:schemeClr>
          </a:solidFill>
          <a:latin typeface="+mj-lt"/>
          <a:ea typeface="+mj-ea"/>
          <a:cs typeface="+mj-cs"/>
        </a:defRPr>
      </a:lvl1pPr>
    </p:titleStyle>
    <p:bodyStyle>
      <a:lvl1pPr marL="228600" indent="-228600" algn="l" defTabSz="914400" rtl="0" eaLnBrk="1" latinLnBrk="0" hangingPunct="1">
        <a:lnSpc>
          <a:spcPct val="90000"/>
        </a:lnSpc>
        <a:spcBef>
          <a:spcPts val="1200"/>
        </a:spcBef>
        <a:spcAft>
          <a:spcPts val="200"/>
        </a:spcAft>
        <a:buClr>
          <a:schemeClr val="accent1"/>
        </a:buClr>
        <a:buSzPct val="100000"/>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336">
          <p15:clr>
            <a:srgbClr val="F26B43"/>
          </p15:clr>
        </p15:guide>
        <p15:guide id="4" orient="horz" pos="336">
          <p15:clr>
            <a:srgbClr val="F26B43"/>
          </p15:clr>
        </p15:guide>
        <p15:guide id="5" pos="7344">
          <p15:clr>
            <a:srgbClr val="F26B43"/>
          </p15:clr>
        </p15:guide>
        <p15:guide id="6" orient="horz" pos="3984">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6DC4897-F721-4489-83C3-CD2672282672}" type="datetime1">
              <a:rPr lang="en-US" smtClean="0"/>
              <a:t>12/10/2024</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vi-VN"/>
              <a:t>Lập trình C#3</a:t>
            </a:r>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AACEE26-D979-411F-B229-D9F26BAEDF07}" type="slidenum">
              <a:rPr lang="en-US" smtClean="0"/>
              <a:t>‹#›</a:t>
            </a:fld>
            <a:endParaRPr lang="en-US"/>
          </a:p>
        </p:txBody>
      </p:sp>
    </p:spTree>
    <p:extLst>
      <p:ext uri="{BB962C8B-B14F-4D97-AF65-F5344CB8AC3E}">
        <p14:creationId xmlns:p14="http://schemas.microsoft.com/office/powerpoint/2010/main" val="753548654"/>
      </p:ext>
    </p:extLst>
  </p:cSld>
  <p:clrMap bg1="lt1" tx1="dk1" bg2="lt2" tx2="dk2" accent1="accent1" accent2="accent2" accent3="accent3" accent4="accent4" accent5="accent5" accent6="accent6" hlink="hlink" folHlink="folHlink"/>
  <p:sldLayoutIdLst>
    <p:sldLayoutId id="2147483718" r:id="rId1"/>
    <p:sldLayoutId id="2147483719" r:id="rId2"/>
    <p:sldLayoutId id="2147483720" r:id="rId3"/>
    <p:sldLayoutId id="2147483721" r:id="rId4"/>
    <p:sldLayoutId id="2147483722" r:id="rId5"/>
    <p:sldLayoutId id="2147483723" r:id="rId6"/>
    <p:sldLayoutId id="2147483724" r:id="rId7"/>
    <p:sldLayoutId id="2147483725" r:id="rId8"/>
    <p:sldLayoutId id="2147483726" r:id="rId9"/>
    <p:sldLayoutId id="2147483727" r:id="rId10"/>
    <p:sldLayoutId id="2147483728" r:id="rId11"/>
    <p:sldLayoutId id="2147483729" r:id="rId12"/>
    <p:sldLayoutId id="2147483730" r:id="rId13"/>
    <p:sldLayoutId id="2147483731" r:id="rId14"/>
    <p:sldLayoutId id="2147483732" r:id="rId15"/>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xml"/><Relationship Id="rId1" Type="http://schemas.openxmlformats.org/officeDocument/2006/relationships/slideLayout" Target="../slideLayouts/slideLayout15.xml"/><Relationship Id="rId4" Type="http://schemas.openxmlformats.org/officeDocument/2006/relationships/image" Target="../media/image10.png"/></Relationships>
</file>

<file path=ppt/slides/_rels/slide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hyperlink" Target="https://github.com/aspnet/KestrelHttpServer" TargetMode="Externa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hyperlink" Target="https://www.w3schools.com/js/js_json_intro.asp" TargetMode="Externa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5.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2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2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2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5.xml"/></Relationships>
</file>

<file path=ppt/slides/_rels/slide2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4">
            <a:extLst>
              <a:ext uri="{FF2B5EF4-FFF2-40B4-BE49-F238E27FC236}">
                <a16:creationId xmlns:a16="http://schemas.microsoft.com/office/drawing/2014/main" id="{09890287-4DB6-4C87-AEAF-17E9594F401B}"/>
              </a:ext>
              <a:ext uri="{C183D7F6-B498-43B3-948B-1728B52AA6E4}">
                <adec:decorative xmlns="" xmlns:adec="http://schemas.microsoft.com/office/drawing/2017/decorative" val="1"/>
              </a:ext>
            </a:extLst>
          </p:cNvPr>
          <p:cNvPicPr>
            <a:picLocks noGrp="1" noChangeAspect="1"/>
          </p:cNvPicPr>
          <p:nvPr>
            <p:ph type="pic" sz="quarter" idx="11"/>
          </p:nvPr>
        </p:nvPicPr>
        <p:blipFill>
          <a:blip r:embed="rId3"/>
          <a:srcRect t="7813" b="7813"/>
          <a:stretch>
            <a:fillRect/>
          </a:stretch>
        </p:blipFill>
        <p:spPr/>
      </p:pic>
      <p:sp>
        <p:nvSpPr>
          <p:cNvPr id="285" name="Text Placeholder 284">
            <a:extLst>
              <a:ext uri="{FF2B5EF4-FFF2-40B4-BE49-F238E27FC236}">
                <a16:creationId xmlns:a16="http://schemas.microsoft.com/office/drawing/2014/main" id="{C0BF9B80-F084-4423-8C1C-E79BE829875F}"/>
              </a:ext>
              <a:ext uri="{C183D7F6-B498-43B3-948B-1728B52AA6E4}">
                <adec:decorative xmlns="" xmlns:adec="http://schemas.microsoft.com/office/drawing/2017/decorative" val="1"/>
              </a:ext>
            </a:extLst>
          </p:cNvPr>
          <p:cNvSpPr>
            <a:spLocks noGrp="1"/>
          </p:cNvSpPr>
          <p:nvPr>
            <p:ph type="body" sz="quarter" idx="13"/>
          </p:nvPr>
        </p:nvSpPr>
        <p:spPr/>
        <p:txBody>
          <a:bodyPr/>
          <a:lstStyle/>
          <a:p>
            <a:endParaRPr lang="en-US" dirty="0"/>
          </a:p>
        </p:txBody>
      </p:sp>
      <p:sp>
        <p:nvSpPr>
          <p:cNvPr id="286" name="Text Placeholder 285">
            <a:extLst>
              <a:ext uri="{FF2B5EF4-FFF2-40B4-BE49-F238E27FC236}">
                <a16:creationId xmlns:a16="http://schemas.microsoft.com/office/drawing/2014/main" id="{9626180B-FF05-48CF-BFB3-C95C9B5DAB99}"/>
              </a:ext>
              <a:ext uri="{C183D7F6-B498-43B3-948B-1728B52AA6E4}">
                <adec:decorative xmlns="" xmlns:adec="http://schemas.microsoft.com/office/drawing/2017/decorative" val="1"/>
              </a:ext>
            </a:extLst>
          </p:cNvPr>
          <p:cNvSpPr>
            <a:spLocks noGrp="1"/>
          </p:cNvSpPr>
          <p:nvPr>
            <p:ph type="body" sz="quarter" idx="15"/>
          </p:nvPr>
        </p:nvSpPr>
        <p:spPr/>
        <p:txBody>
          <a:bodyPr/>
          <a:lstStyle/>
          <a:p>
            <a:endParaRPr lang="en-US" dirty="0"/>
          </a:p>
        </p:txBody>
      </p:sp>
      <p:sp>
        <p:nvSpPr>
          <p:cNvPr id="6" name="Title 5">
            <a:extLst>
              <a:ext uri="{FF2B5EF4-FFF2-40B4-BE49-F238E27FC236}">
                <a16:creationId xmlns:a16="http://schemas.microsoft.com/office/drawing/2014/main" id="{3933031D-018B-489E-B613-2113C1CD2360}"/>
              </a:ext>
            </a:extLst>
          </p:cNvPr>
          <p:cNvSpPr>
            <a:spLocks noGrp="1"/>
          </p:cNvSpPr>
          <p:nvPr>
            <p:ph type="ctrTitle"/>
          </p:nvPr>
        </p:nvSpPr>
        <p:spPr>
          <a:xfrm>
            <a:off x="3163809" y="1905000"/>
            <a:ext cx="5751591" cy="756097"/>
          </a:xfrm>
        </p:spPr>
        <p:txBody>
          <a:bodyPr>
            <a:normAutofit fontScale="90000"/>
          </a:bodyPr>
          <a:lstStyle/>
          <a:p>
            <a:r>
              <a:rPr lang="en-US" dirty="0" err="1"/>
              <a:t>Lập</a:t>
            </a:r>
            <a:r>
              <a:rPr lang="en-US" dirty="0"/>
              <a:t> </a:t>
            </a:r>
            <a:r>
              <a:rPr lang="en-US" dirty="0" err="1" smtClean="0"/>
              <a:t>Trình</a:t>
            </a:r>
            <a:r>
              <a:rPr lang="en-US" dirty="0" smtClean="0"/>
              <a:t> C#3</a:t>
            </a:r>
            <a:endParaRPr lang="en-US" dirty="0"/>
          </a:p>
        </p:txBody>
      </p:sp>
      <p:sp>
        <p:nvSpPr>
          <p:cNvPr id="7" name="Subtitle 6">
            <a:extLst>
              <a:ext uri="{FF2B5EF4-FFF2-40B4-BE49-F238E27FC236}">
                <a16:creationId xmlns:a16="http://schemas.microsoft.com/office/drawing/2014/main" id="{606F8B2E-A7F5-4413-BEED-BFF7C3D9FF78}"/>
              </a:ext>
            </a:extLst>
          </p:cNvPr>
          <p:cNvSpPr>
            <a:spLocks noGrp="1"/>
          </p:cNvSpPr>
          <p:nvPr>
            <p:ph type="subTitle" idx="1"/>
          </p:nvPr>
        </p:nvSpPr>
        <p:spPr>
          <a:xfrm>
            <a:off x="2514600" y="3299438"/>
            <a:ext cx="7244861" cy="1196362"/>
          </a:xfrm>
        </p:spPr>
        <p:txBody>
          <a:bodyPr>
            <a:normAutofit/>
          </a:bodyPr>
          <a:lstStyle/>
          <a:p>
            <a:r>
              <a:rPr lang="en-US" sz="3600" dirty="0" err="1">
                <a:solidFill>
                  <a:srgbClr val="FFC000"/>
                </a:solidFill>
              </a:rPr>
              <a:t>Bài</a:t>
            </a:r>
            <a:r>
              <a:rPr lang="en-US" sz="3600" dirty="0">
                <a:solidFill>
                  <a:srgbClr val="FFC000"/>
                </a:solidFill>
              </a:rPr>
              <a:t> 2: Configuration file </a:t>
            </a:r>
            <a:r>
              <a:rPr lang="en-US" sz="3600" dirty="0" err="1">
                <a:solidFill>
                  <a:srgbClr val="FFC000"/>
                </a:solidFill>
              </a:rPr>
              <a:t>và</a:t>
            </a:r>
            <a:r>
              <a:rPr lang="en-US" sz="3600" dirty="0">
                <a:solidFill>
                  <a:srgbClr val="FFC000"/>
                </a:solidFill>
              </a:rPr>
              <a:t> Static File </a:t>
            </a:r>
            <a:endParaRPr lang="en-US" sz="3600" dirty="0">
              <a:solidFill>
                <a:srgbClr val="FFC000"/>
              </a:solidFill>
            </a:endParaRPr>
          </a:p>
        </p:txBody>
      </p:sp>
      <p:pic>
        <p:nvPicPr>
          <p:cNvPr id="8" name="Picture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spTree>
    <p:extLst>
      <p:ext uri="{BB962C8B-B14F-4D97-AF65-F5344CB8AC3E}">
        <p14:creationId xmlns:p14="http://schemas.microsoft.com/office/powerpoint/2010/main" val="225411669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en-US" sz="4800" b="1" dirty="0" err="1" smtClean="0">
                <a:solidFill>
                  <a:srgbClr val="FF0000"/>
                </a:solidFill>
                <a:latin typeface="+mn-lt"/>
              </a:rPr>
              <a:t>Mục</a:t>
            </a:r>
            <a:r>
              <a:rPr lang="en-US" sz="4800" b="1" dirty="0" smtClean="0">
                <a:solidFill>
                  <a:srgbClr val="FF0000"/>
                </a:solidFill>
                <a:latin typeface="+mn-lt"/>
              </a:rPr>
              <a:t> </a:t>
            </a:r>
            <a:r>
              <a:rPr lang="en-US" sz="4800" b="1" dirty="0" err="1" smtClean="0">
                <a:solidFill>
                  <a:srgbClr val="FF0000"/>
                </a:solidFill>
                <a:latin typeface="+mn-lt"/>
              </a:rPr>
              <a:t>tiêu</a:t>
            </a:r>
            <a:endParaRPr lang="en-US" sz="4800" b="1" dirty="0">
              <a:solidFill>
                <a:srgbClr val="FF0000"/>
              </a:solidFill>
              <a:latin typeface="+mn-lt"/>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2</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 typeface="Wingdings" pitchFamily="2" charset="2"/>
              <a:buChar char="¤"/>
            </a:pPr>
            <a:r>
              <a:rPr lang="vi-VN" sz="3200" dirty="0"/>
              <a:t>Kestrel Webserver</a:t>
            </a:r>
            <a:endParaRPr lang="en-US" sz="3200" dirty="0"/>
          </a:p>
          <a:p>
            <a:pPr>
              <a:buFont typeface="Wingdings" pitchFamily="2" charset="2"/>
              <a:buChar char="¤"/>
            </a:pPr>
            <a:r>
              <a:rPr lang="en-US" sz="3200" dirty="0" err="1"/>
              <a:t>appsettings.json</a:t>
            </a:r>
            <a:r>
              <a:rPr lang="en-US" sz="3200" dirty="0"/>
              <a:t> File</a:t>
            </a:r>
            <a:endParaRPr lang="nl-NL" sz="3200" dirty="0"/>
          </a:p>
          <a:p>
            <a:pPr>
              <a:buFont typeface="Wingdings" pitchFamily="2" charset="2"/>
              <a:buChar char="¤"/>
            </a:pPr>
            <a:r>
              <a:rPr lang="en-US" sz="3200" dirty="0" err="1"/>
              <a:t>MiddleWare</a:t>
            </a:r>
            <a:r>
              <a:rPr lang="en-US" sz="3200" dirty="0"/>
              <a:t> / Pipeline</a:t>
            </a:r>
            <a:endParaRPr lang="nl-NL" sz="3200" dirty="0"/>
          </a:p>
          <a:p>
            <a:pPr>
              <a:buFont typeface="Wingdings" pitchFamily="2" charset="2"/>
              <a:buChar char="¤"/>
            </a:pPr>
            <a:r>
              <a:rPr lang="en-US" sz="3200" dirty="0"/>
              <a:t>Static file</a:t>
            </a:r>
            <a:endParaRPr lang="nl-NL" sz="3200" dirty="0"/>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spTree>
    <p:extLst>
      <p:ext uri="{BB962C8B-B14F-4D97-AF65-F5344CB8AC3E}">
        <p14:creationId xmlns:p14="http://schemas.microsoft.com/office/powerpoint/2010/main" val="185945072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vi-VN" sz="4800" b="1" dirty="0">
                <a:solidFill>
                  <a:srgbClr val="FF0000"/>
                </a:solidFill>
                <a:latin typeface="Calibri" panose="020F0502020204030204" pitchFamily="34" charset="0"/>
                <a:ea typeface="Calibri" panose="020F0502020204030204" pitchFamily="34" charset="0"/>
                <a:cs typeface="Calibri" panose="020F0502020204030204" pitchFamily="34" charset="0"/>
              </a:rPr>
              <a:t>Kestrel Webserver</a:t>
            </a:r>
            <a:endParaRPr lang="en-US" sz="4800" b="1" dirty="0">
              <a:solidFill>
                <a:srgbClr val="FF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3</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t>Kestrel </a:t>
            </a:r>
            <a:r>
              <a:rPr lang="en-US" dirty="0" err="1"/>
              <a:t>là</a:t>
            </a:r>
            <a:r>
              <a:rPr lang="en-US" dirty="0"/>
              <a:t> web server </a:t>
            </a:r>
            <a:r>
              <a:rPr lang="en-US" dirty="0" err="1"/>
              <a:t>dành</a:t>
            </a:r>
            <a:r>
              <a:rPr lang="en-US" dirty="0"/>
              <a:t> </a:t>
            </a:r>
            <a:r>
              <a:rPr lang="en-US" dirty="0" err="1"/>
              <a:t>cho</a:t>
            </a:r>
            <a:r>
              <a:rPr lang="en-US" dirty="0"/>
              <a:t> ASP.NET Core</a:t>
            </a:r>
          </a:p>
          <a:p>
            <a:r>
              <a:rPr lang="vi-VN" dirty="0"/>
              <a:t>Kestrel là một HTTP web server mã nguồn mở (open source</a:t>
            </a:r>
            <a:r>
              <a:rPr lang="en-US" dirty="0"/>
              <a:t> - </a:t>
            </a:r>
            <a:r>
              <a:rPr lang="en-US" dirty="0">
                <a:hlinkClick r:id="rId2"/>
              </a:rPr>
              <a:t>https://github.com/aspnet/KestrelHttpServer</a:t>
            </a:r>
            <a:r>
              <a:rPr lang="vi-VN" dirty="0"/>
              <a:t>)</a:t>
            </a:r>
            <a:endParaRPr lang="en-US" dirty="0"/>
          </a:p>
          <a:p>
            <a:r>
              <a:rPr lang="en-US" dirty="0"/>
              <a:t>Đ</a:t>
            </a:r>
            <a:r>
              <a:rPr lang="vi-VN" dirty="0"/>
              <a:t>a nền tảng (cross-platform</a:t>
            </a:r>
            <a:r>
              <a:rPr lang="en-US" dirty="0"/>
              <a:t>-Windows, LINUX and Mac</a:t>
            </a:r>
            <a:r>
              <a:rPr lang="vi-VN" dirty="0"/>
              <a:t>), hướng sự kiện (event-driven) và bất đồng bộ (asynchronous I/O)</a:t>
            </a:r>
            <a:endParaRPr lang="en-US" dirty="0"/>
          </a:p>
          <a:p>
            <a:r>
              <a:rPr lang="en-US" dirty="0"/>
              <a:t>Đ</a:t>
            </a:r>
            <a:r>
              <a:rPr lang="vi-VN" dirty="0"/>
              <a:t>ược thêm vào mặc định trong ứng dụng ASP.NET Core</a:t>
            </a:r>
            <a:endParaRPr lang="en-US" dirty="0"/>
          </a:p>
          <a:p>
            <a:endParaRPr lang="en-US" sz="3200" dirty="0">
              <a:solidFill>
                <a:srgbClr val="0000FF"/>
              </a:solidFill>
            </a:endParaRPr>
          </a:p>
          <a:p>
            <a:endParaRPr lang="en-US" sz="3200" dirty="0"/>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pic>
        <p:nvPicPr>
          <p:cNvPr id="7" name="Picture 2" descr="Kết quả hình ảnh cho Kestrel Webserver">
            <a:extLst>
              <a:ext uri="{FF2B5EF4-FFF2-40B4-BE49-F238E27FC236}">
                <a16:creationId xmlns:a16="http://schemas.microsoft.com/office/drawing/2014/main" id="{F0644857-A2EA-4346-8A02-19D6DBFA572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58208" y="4601786"/>
            <a:ext cx="5105400" cy="1400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2850766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vi-VN" sz="4800" b="1" dirty="0">
                <a:solidFill>
                  <a:srgbClr val="FF0000"/>
                </a:solidFill>
                <a:latin typeface="Calibri" panose="020F0502020204030204" pitchFamily="34" charset="0"/>
                <a:ea typeface="Calibri" panose="020F0502020204030204" pitchFamily="34" charset="0"/>
                <a:cs typeface="Calibri" panose="020F0502020204030204" pitchFamily="34" charset="0"/>
              </a:rPr>
              <a:t>Kestrel Webserver</a:t>
            </a:r>
            <a:endParaRPr lang="en-US" sz="4800" b="1" dirty="0">
              <a:solidFill>
                <a:srgbClr val="FF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4</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err="1"/>
              <a:t>Hiệu</a:t>
            </a:r>
            <a:r>
              <a:rPr lang="en-US" dirty="0"/>
              <a:t> </a:t>
            </a:r>
            <a:r>
              <a:rPr lang="en-US" dirty="0" err="1"/>
              <a:t>năng</a:t>
            </a:r>
            <a:r>
              <a:rPr lang="en-US" dirty="0"/>
              <a:t> </a:t>
            </a:r>
            <a:r>
              <a:rPr lang="en-US" dirty="0" err="1"/>
              <a:t>cao</a:t>
            </a:r>
            <a:r>
              <a:rPr lang="en-US" dirty="0"/>
              <a:t>, </a:t>
            </a:r>
            <a:r>
              <a:rPr lang="en-US" dirty="0" err="1"/>
              <a:t>viết</a:t>
            </a:r>
            <a:r>
              <a:rPr lang="en-US" dirty="0"/>
              <a:t> </a:t>
            </a:r>
            <a:r>
              <a:rPr lang="en-US" dirty="0" err="1"/>
              <a:t>bằng</a:t>
            </a:r>
            <a:r>
              <a:rPr lang="en-US" dirty="0"/>
              <a:t> C#, </a:t>
            </a:r>
            <a:r>
              <a:rPr lang="en-US" dirty="0" err="1"/>
              <a:t>tận</a:t>
            </a:r>
            <a:r>
              <a:rPr lang="en-US" dirty="0"/>
              <a:t> </a:t>
            </a:r>
            <a:r>
              <a:rPr lang="en-US" dirty="0" err="1"/>
              <a:t>dụng</a:t>
            </a:r>
            <a:r>
              <a:rPr lang="en-US" dirty="0"/>
              <a:t> </a:t>
            </a:r>
            <a:r>
              <a:rPr lang="en-US" dirty="0" err="1"/>
              <a:t>tối</a:t>
            </a:r>
            <a:r>
              <a:rPr lang="en-US" dirty="0"/>
              <a:t> </a:t>
            </a:r>
            <a:r>
              <a:rPr lang="en-US" dirty="0" err="1"/>
              <a:t>đa</a:t>
            </a:r>
            <a:r>
              <a:rPr lang="en-US" dirty="0"/>
              <a:t> </a:t>
            </a:r>
            <a:r>
              <a:rPr lang="en-US" dirty="0" err="1"/>
              <a:t>hiệu</a:t>
            </a:r>
            <a:r>
              <a:rPr lang="en-US" dirty="0"/>
              <a:t> </a:t>
            </a:r>
            <a:r>
              <a:rPr lang="en-US" dirty="0" err="1"/>
              <a:t>năng</a:t>
            </a:r>
            <a:r>
              <a:rPr lang="en-US" dirty="0"/>
              <a:t> </a:t>
            </a:r>
            <a:r>
              <a:rPr lang="en-US" dirty="0" err="1"/>
              <a:t>của</a:t>
            </a:r>
            <a:r>
              <a:rPr lang="en-US" dirty="0"/>
              <a:t> .NET runtime</a:t>
            </a:r>
          </a:p>
          <a:p>
            <a:r>
              <a:rPr lang="vi-VN" dirty="0"/>
              <a:t>Sử dụng libuv - một thư viện I/O bất đồng bộ, đa nền tảng giúp xử lý request/response nhanh chóng, hiệu quả.</a:t>
            </a:r>
            <a:endParaRPr lang="en-US" dirty="0"/>
          </a:p>
          <a:p>
            <a:r>
              <a:rPr lang="vi-VN" dirty="0"/>
              <a:t>Hỗ trợ HTTP/2 và HTTP/3 (QUIC) cho kết nối nhanh hơn, giảm độ trễ</a:t>
            </a:r>
            <a:endParaRPr lang="en-US" dirty="0"/>
          </a:p>
          <a:p>
            <a:r>
              <a:rPr lang="vi-VN" dirty="0"/>
              <a:t>Tích hợp với các tính năng bảo mật của ASP.NET Core như middleware và authorization.</a:t>
            </a:r>
            <a:endParaRPr lang="en-US" dirty="0"/>
          </a:p>
          <a:p>
            <a:r>
              <a:rPr lang="en-US" dirty="0" err="1"/>
              <a:t>Hỗ</a:t>
            </a:r>
            <a:r>
              <a:rPr lang="en-US" dirty="0"/>
              <a:t> </a:t>
            </a:r>
            <a:r>
              <a:rPr lang="en-US" dirty="0" err="1"/>
              <a:t>trợ</a:t>
            </a:r>
            <a:r>
              <a:rPr lang="en-US" dirty="0"/>
              <a:t> middleware </a:t>
            </a:r>
            <a:r>
              <a:rPr lang="en-US" dirty="0" err="1"/>
              <a:t>cho</a:t>
            </a:r>
            <a:r>
              <a:rPr lang="en-US" dirty="0"/>
              <a:t> </a:t>
            </a:r>
            <a:r>
              <a:rPr lang="en-US" dirty="0" err="1"/>
              <a:t>phép</a:t>
            </a:r>
            <a:r>
              <a:rPr lang="en-US" dirty="0"/>
              <a:t> </a:t>
            </a:r>
            <a:r>
              <a:rPr lang="en-US" dirty="0" err="1"/>
              <a:t>mở</a:t>
            </a:r>
            <a:r>
              <a:rPr lang="en-US" dirty="0"/>
              <a:t> </a:t>
            </a:r>
            <a:r>
              <a:rPr lang="en-US" dirty="0" err="1"/>
              <a:t>rộng</a:t>
            </a:r>
            <a:r>
              <a:rPr lang="en-US" dirty="0"/>
              <a:t> </a:t>
            </a:r>
            <a:r>
              <a:rPr lang="en-US" dirty="0" err="1"/>
              <a:t>chức</a:t>
            </a:r>
            <a:r>
              <a:rPr lang="en-US" dirty="0"/>
              <a:t> </a:t>
            </a:r>
            <a:r>
              <a:rPr lang="en-US" dirty="0" err="1"/>
              <a:t>năng</a:t>
            </a:r>
            <a:r>
              <a:rPr lang="en-US" dirty="0"/>
              <a:t> </a:t>
            </a:r>
            <a:r>
              <a:rPr lang="en-US" dirty="0" err="1"/>
              <a:t>của</a:t>
            </a:r>
            <a:r>
              <a:rPr lang="en-US" dirty="0"/>
              <a:t> Kestrel, </a:t>
            </a:r>
            <a:r>
              <a:rPr lang="en-US" dirty="0" err="1"/>
              <a:t>ví</a:t>
            </a:r>
            <a:r>
              <a:rPr lang="en-US" dirty="0"/>
              <a:t> </a:t>
            </a:r>
            <a:r>
              <a:rPr lang="en-US" dirty="0" err="1"/>
              <a:t>dụ</a:t>
            </a:r>
            <a:r>
              <a:rPr lang="en-US" dirty="0"/>
              <a:t>: logging, caching, comp</a:t>
            </a:r>
          </a:p>
          <a:p>
            <a:endParaRPr lang="en-US" dirty="0"/>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spTree>
    <p:extLst>
      <p:ext uri="{BB962C8B-B14F-4D97-AF65-F5344CB8AC3E}">
        <p14:creationId xmlns:p14="http://schemas.microsoft.com/office/powerpoint/2010/main" val="236016875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en-US" sz="4800" b="1" dirty="0" err="1" smtClean="0">
                <a:solidFill>
                  <a:srgbClr val="FF0000"/>
                </a:solidFill>
                <a:latin typeface="Calibri" panose="020F0502020204030204" pitchFamily="34" charset="0"/>
                <a:ea typeface="Calibri" panose="020F0502020204030204" pitchFamily="34" charset="0"/>
                <a:cs typeface="Calibri" panose="020F0502020204030204" pitchFamily="34" charset="0"/>
              </a:rPr>
              <a:t>Sử</a:t>
            </a:r>
            <a:r>
              <a:rPr lang="en-US" sz="4800" b="1" dirty="0" smtClean="0">
                <a:solidFill>
                  <a:srgbClr val="FF0000"/>
                </a:solidFill>
                <a:latin typeface="Calibri" panose="020F0502020204030204" pitchFamily="34" charset="0"/>
                <a:ea typeface="Calibri" panose="020F0502020204030204" pitchFamily="34" charset="0"/>
                <a:cs typeface="Calibri" panose="020F0502020204030204" pitchFamily="34" charset="0"/>
              </a:rPr>
              <a:t> </a:t>
            </a:r>
            <a:r>
              <a:rPr lang="en-US" sz="4800" b="1" dirty="0" err="1" smtClean="0">
                <a:solidFill>
                  <a:srgbClr val="FF0000"/>
                </a:solidFill>
                <a:latin typeface="Calibri" panose="020F0502020204030204" pitchFamily="34" charset="0"/>
                <a:ea typeface="Calibri" panose="020F0502020204030204" pitchFamily="34" charset="0"/>
                <a:cs typeface="Calibri" panose="020F0502020204030204" pitchFamily="34" charset="0"/>
              </a:rPr>
              <a:t>dụng</a:t>
            </a:r>
            <a:r>
              <a:rPr lang="en-US" sz="4800" b="1" dirty="0" smtClean="0">
                <a:solidFill>
                  <a:srgbClr val="FF0000"/>
                </a:solidFill>
                <a:latin typeface="Calibri" panose="020F0502020204030204" pitchFamily="34" charset="0"/>
                <a:ea typeface="Calibri" panose="020F0502020204030204" pitchFamily="34" charset="0"/>
                <a:cs typeface="Calibri" panose="020F0502020204030204" pitchFamily="34" charset="0"/>
              </a:rPr>
              <a:t> </a:t>
            </a:r>
            <a:r>
              <a:rPr lang="vi-VN" sz="4800" b="1" dirty="0" smtClean="0">
                <a:solidFill>
                  <a:srgbClr val="FF0000"/>
                </a:solidFill>
                <a:latin typeface="Calibri" panose="020F0502020204030204" pitchFamily="34" charset="0"/>
                <a:ea typeface="Calibri" panose="020F0502020204030204" pitchFamily="34" charset="0"/>
                <a:cs typeface="Calibri" panose="020F0502020204030204" pitchFamily="34" charset="0"/>
              </a:rPr>
              <a:t>Kestrel</a:t>
            </a:r>
            <a:endParaRPr lang="en-US" sz="4800" b="1" dirty="0">
              <a:solidFill>
                <a:srgbClr val="FF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5</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vi-VN" dirty="0"/>
              <a:t>Mặc định: Khi tạo mới ứng dụng ASP.NET Core 8, Kestrel đã được cấu hình sẵn và sẽ tự động chạy khi ứng dụng được khởi động.</a:t>
            </a:r>
            <a:endParaRPr lang="en-US" dirty="0"/>
          </a:p>
          <a:p>
            <a:r>
              <a:rPr lang="vi-VN" dirty="0"/>
              <a:t>Cấu hình: </a:t>
            </a:r>
            <a:endParaRPr lang="en-US" dirty="0"/>
          </a:p>
          <a:p>
            <a:pPr lvl="1"/>
            <a:r>
              <a:rPr lang="en-US" dirty="0"/>
              <a:t>C</a:t>
            </a:r>
            <a:r>
              <a:rPr lang="vi-VN" dirty="0"/>
              <a:t>ó thể cấu hình Kestrel trong file Program.cs bằng cách sử dụng builder.WebHost hoặc builder.Host</a:t>
            </a:r>
            <a:r>
              <a:rPr lang="en-US" dirty="0"/>
              <a:t> </a:t>
            </a:r>
            <a:r>
              <a:rPr lang="en-US" dirty="0" err="1"/>
              <a:t>hoặc</a:t>
            </a:r>
            <a:r>
              <a:rPr lang="en-US" dirty="0"/>
              <a:t> </a:t>
            </a:r>
            <a:r>
              <a:rPr lang="vi-VN" dirty="0"/>
              <a:t>biến môi trường hoặc file cấu hình JSON</a:t>
            </a:r>
            <a:endParaRPr lang="en-US" dirty="0"/>
          </a:p>
          <a:p>
            <a:pPr lvl="1"/>
            <a:r>
              <a:rPr lang="en-US" dirty="0"/>
              <a:t>Cho </a:t>
            </a:r>
            <a:r>
              <a:rPr lang="en-US" dirty="0" err="1"/>
              <a:t>phép</a:t>
            </a:r>
            <a:r>
              <a:rPr lang="en-US" dirty="0"/>
              <a:t> </a:t>
            </a:r>
            <a:r>
              <a:rPr lang="en-US" dirty="0" err="1"/>
              <a:t>tùy</a:t>
            </a:r>
            <a:r>
              <a:rPr lang="en-US" dirty="0"/>
              <a:t> </a:t>
            </a:r>
            <a:r>
              <a:rPr lang="en-US" dirty="0" err="1"/>
              <a:t>chỉnh</a:t>
            </a:r>
            <a:r>
              <a:rPr lang="en-US" dirty="0"/>
              <a:t> </a:t>
            </a:r>
            <a:r>
              <a:rPr lang="en-US" dirty="0" err="1"/>
              <a:t>các</a:t>
            </a:r>
            <a:r>
              <a:rPr lang="en-US" dirty="0"/>
              <a:t> endpoint, </a:t>
            </a:r>
            <a:r>
              <a:rPr lang="en-US" dirty="0" err="1"/>
              <a:t>chứng</a:t>
            </a:r>
            <a:r>
              <a:rPr lang="en-US" dirty="0"/>
              <a:t> </a:t>
            </a:r>
            <a:r>
              <a:rPr lang="en-US" dirty="0" err="1"/>
              <a:t>chỉ</a:t>
            </a:r>
            <a:r>
              <a:rPr lang="en-US" dirty="0"/>
              <a:t> SSL, </a:t>
            </a:r>
            <a:r>
              <a:rPr lang="en-US" dirty="0" err="1"/>
              <a:t>giới</a:t>
            </a:r>
            <a:r>
              <a:rPr lang="en-US" dirty="0"/>
              <a:t> </a:t>
            </a:r>
            <a:r>
              <a:rPr lang="en-US" dirty="0" err="1"/>
              <a:t>hạn</a:t>
            </a:r>
            <a:r>
              <a:rPr lang="en-US" dirty="0"/>
              <a:t> </a:t>
            </a:r>
            <a:r>
              <a:rPr lang="en-US" dirty="0" err="1"/>
              <a:t>kết</a:t>
            </a:r>
            <a:r>
              <a:rPr lang="en-US" dirty="0"/>
              <a:t> </a:t>
            </a:r>
            <a:r>
              <a:rPr lang="en-US" dirty="0" err="1"/>
              <a:t>nối</a:t>
            </a:r>
            <a:r>
              <a:rPr lang="en-US" dirty="0"/>
              <a:t> </a:t>
            </a:r>
            <a:r>
              <a:rPr lang="en-US" dirty="0" err="1"/>
              <a:t>và</a:t>
            </a:r>
            <a:r>
              <a:rPr lang="en-US" dirty="0"/>
              <a:t> </a:t>
            </a:r>
            <a:r>
              <a:rPr lang="en-US" dirty="0" err="1"/>
              <a:t>nhiều</a:t>
            </a:r>
            <a:r>
              <a:rPr lang="en-US" dirty="0"/>
              <a:t> </a:t>
            </a:r>
            <a:r>
              <a:rPr lang="en-US" dirty="0" err="1"/>
              <a:t>tùy</a:t>
            </a:r>
            <a:r>
              <a:rPr lang="en-US" dirty="0"/>
              <a:t> </a:t>
            </a:r>
            <a:r>
              <a:rPr lang="en-US" dirty="0" err="1"/>
              <a:t>chọn</a:t>
            </a:r>
            <a:r>
              <a:rPr lang="en-US" dirty="0"/>
              <a:t> </a:t>
            </a:r>
            <a:r>
              <a:rPr lang="en-US" dirty="0" err="1"/>
              <a:t>khác</a:t>
            </a:r>
            <a:endParaRPr lang="en-US" dirty="0"/>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pic>
        <p:nvPicPr>
          <p:cNvPr id="7" name="Picture 6">
            <a:extLst>
              <a:ext uri="{FF2B5EF4-FFF2-40B4-BE49-F238E27FC236}">
                <a16:creationId xmlns:a16="http://schemas.microsoft.com/office/drawing/2014/main" id="{0D62DDFD-5116-225D-58F4-B457AED66031}"/>
              </a:ext>
            </a:extLst>
          </p:cNvPr>
          <p:cNvPicPr>
            <a:picLocks noChangeAspect="1"/>
          </p:cNvPicPr>
          <p:nvPr/>
        </p:nvPicPr>
        <p:blipFill>
          <a:blip r:embed="rId3"/>
          <a:stretch>
            <a:fillRect/>
          </a:stretch>
        </p:blipFill>
        <p:spPr>
          <a:xfrm>
            <a:off x="3710354" y="4376730"/>
            <a:ext cx="4377161" cy="1979620"/>
          </a:xfrm>
          <a:prstGeom prst="rect">
            <a:avLst/>
          </a:prstGeom>
        </p:spPr>
      </p:pic>
    </p:spTree>
    <p:extLst>
      <p:ext uri="{BB962C8B-B14F-4D97-AF65-F5344CB8AC3E}">
        <p14:creationId xmlns:p14="http://schemas.microsoft.com/office/powerpoint/2010/main" val="346066714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en-US" sz="4800" b="1" dirty="0" err="1" smtClean="0">
                <a:solidFill>
                  <a:srgbClr val="FF0000"/>
                </a:solidFill>
                <a:latin typeface="Calibri" panose="020F0502020204030204" pitchFamily="34" charset="0"/>
                <a:ea typeface="Calibri" panose="020F0502020204030204" pitchFamily="34" charset="0"/>
                <a:cs typeface="Calibri" panose="020F0502020204030204" pitchFamily="34" charset="0"/>
              </a:rPr>
              <a:t>Sử</a:t>
            </a:r>
            <a:r>
              <a:rPr lang="en-US" sz="4800" b="1" dirty="0" smtClean="0">
                <a:solidFill>
                  <a:srgbClr val="FF0000"/>
                </a:solidFill>
                <a:latin typeface="Calibri" panose="020F0502020204030204" pitchFamily="34" charset="0"/>
                <a:ea typeface="Calibri" panose="020F0502020204030204" pitchFamily="34" charset="0"/>
                <a:cs typeface="Calibri" panose="020F0502020204030204" pitchFamily="34" charset="0"/>
              </a:rPr>
              <a:t> </a:t>
            </a:r>
            <a:r>
              <a:rPr lang="en-US" sz="4800" b="1" dirty="0" err="1" smtClean="0">
                <a:solidFill>
                  <a:srgbClr val="FF0000"/>
                </a:solidFill>
                <a:latin typeface="Calibri" panose="020F0502020204030204" pitchFamily="34" charset="0"/>
                <a:ea typeface="Calibri" panose="020F0502020204030204" pitchFamily="34" charset="0"/>
                <a:cs typeface="Calibri" panose="020F0502020204030204" pitchFamily="34" charset="0"/>
              </a:rPr>
              <a:t>dụng</a:t>
            </a:r>
            <a:r>
              <a:rPr lang="en-US" sz="4800" b="1" dirty="0" smtClean="0">
                <a:solidFill>
                  <a:srgbClr val="FF0000"/>
                </a:solidFill>
                <a:latin typeface="Calibri" panose="020F0502020204030204" pitchFamily="34" charset="0"/>
                <a:ea typeface="Calibri" panose="020F0502020204030204" pitchFamily="34" charset="0"/>
                <a:cs typeface="Calibri" panose="020F0502020204030204" pitchFamily="34" charset="0"/>
              </a:rPr>
              <a:t> </a:t>
            </a:r>
            <a:r>
              <a:rPr lang="vi-VN" sz="4800" b="1" dirty="0" smtClean="0">
                <a:solidFill>
                  <a:srgbClr val="FF0000"/>
                </a:solidFill>
                <a:latin typeface="Calibri" panose="020F0502020204030204" pitchFamily="34" charset="0"/>
                <a:ea typeface="Calibri" panose="020F0502020204030204" pitchFamily="34" charset="0"/>
                <a:cs typeface="Calibri" panose="020F0502020204030204" pitchFamily="34" charset="0"/>
              </a:rPr>
              <a:t>Kestrel</a:t>
            </a:r>
            <a:endParaRPr lang="en-US" sz="4800" b="1" dirty="0">
              <a:solidFill>
                <a:srgbClr val="FF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6</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err="1"/>
              <a:t>Mặc</a:t>
            </a:r>
            <a:r>
              <a:rPr lang="en-US" dirty="0"/>
              <a:t> </a:t>
            </a:r>
            <a:r>
              <a:rPr lang="en-US" dirty="0" err="1"/>
              <a:t>định</a:t>
            </a:r>
            <a:r>
              <a:rPr lang="en-US" dirty="0"/>
              <a:t> </a:t>
            </a:r>
            <a:r>
              <a:rPr lang="en-US" dirty="0" err="1"/>
              <a:t>ứng</a:t>
            </a:r>
            <a:r>
              <a:rPr lang="en-US" dirty="0"/>
              <a:t> </a:t>
            </a:r>
            <a:r>
              <a:rPr lang="en-US" dirty="0" err="1"/>
              <a:t>dụng</a:t>
            </a:r>
            <a:r>
              <a:rPr lang="en-US" dirty="0"/>
              <a:t> Asp.net core </a:t>
            </a:r>
            <a:r>
              <a:rPr lang="en-US" dirty="0" err="1"/>
              <a:t>chạy</a:t>
            </a:r>
            <a:r>
              <a:rPr lang="en-US" dirty="0"/>
              <a:t> </a:t>
            </a:r>
            <a:r>
              <a:rPr lang="en-US" dirty="0" err="1"/>
              <a:t>với</a:t>
            </a:r>
            <a:r>
              <a:rPr lang="en-US" dirty="0"/>
              <a:t> server IIS, </a:t>
            </a:r>
            <a:r>
              <a:rPr lang="en-US" dirty="0" err="1"/>
              <a:t>để</a:t>
            </a:r>
            <a:r>
              <a:rPr lang="en-US" dirty="0"/>
              <a:t> </a:t>
            </a:r>
            <a:r>
              <a:rPr lang="en-US" dirty="0" err="1"/>
              <a:t>chạy</a:t>
            </a:r>
            <a:r>
              <a:rPr lang="en-US" dirty="0"/>
              <a:t> </a:t>
            </a:r>
            <a:r>
              <a:rPr lang="en-US" dirty="0" err="1"/>
              <a:t>với</a:t>
            </a:r>
            <a:r>
              <a:rPr lang="en-US" dirty="0"/>
              <a:t> </a:t>
            </a:r>
            <a:r>
              <a:rPr lang="vi-VN" dirty="0"/>
              <a:t>Kestrel</a:t>
            </a:r>
            <a:r>
              <a:rPr lang="en-US" dirty="0"/>
              <a:t> </a:t>
            </a:r>
            <a:r>
              <a:rPr lang="en-US" dirty="0" err="1"/>
              <a:t>cần</a:t>
            </a:r>
            <a:r>
              <a:rPr lang="en-US" dirty="0"/>
              <a:t> </a:t>
            </a:r>
            <a:r>
              <a:rPr lang="en-US" dirty="0" err="1"/>
              <a:t>chọn</a:t>
            </a:r>
            <a:r>
              <a:rPr lang="en-US" dirty="0"/>
              <a:t> </a:t>
            </a:r>
            <a:r>
              <a:rPr lang="en-US" dirty="0" err="1"/>
              <a:t>lại</a:t>
            </a:r>
            <a:r>
              <a:rPr lang="en-US" dirty="0"/>
              <a:t> server</a:t>
            </a:r>
          </a:p>
          <a:p>
            <a:endParaRPr lang="en-US" dirty="0"/>
          </a:p>
          <a:p>
            <a:endParaRPr lang="en-US" dirty="0"/>
          </a:p>
          <a:p>
            <a:endParaRPr lang="en-US" dirty="0"/>
          </a:p>
          <a:p>
            <a:endParaRPr lang="en-US" dirty="0"/>
          </a:p>
          <a:p>
            <a:r>
              <a:rPr lang="en-US" dirty="0" err="1"/>
              <a:t>Có</a:t>
            </a:r>
            <a:r>
              <a:rPr lang="en-US" dirty="0"/>
              <a:t> </a:t>
            </a:r>
            <a:r>
              <a:rPr lang="en-US" dirty="0" err="1"/>
              <a:t>thể</a:t>
            </a:r>
            <a:r>
              <a:rPr lang="en-US" dirty="0"/>
              <a:t> </a:t>
            </a:r>
            <a:r>
              <a:rPr lang="en-US" dirty="0" err="1"/>
              <a:t>dùng</a:t>
            </a:r>
            <a:r>
              <a:rPr lang="en-US" dirty="0"/>
              <a:t> Kestrel </a:t>
            </a:r>
            <a:r>
              <a:rPr lang="en-US" dirty="0" err="1"/>
              <a:t>kết</a:t>
            </a:r>
            <a:r>
              <a:rPr lang="en-US" dirty="0"/>
              <a:t> </a:t>
            </a:r>
            <a:r>
              <a:rPr lang="en-US" dirty="0" err="1"/>
              <a:t>hợp</a:t>
            </a:r>
            <a:r>
              <a:rPr lang="en-US" dirty="0"/>
              <a:t> </a:t>
            </a:r>
            <a:r>
              <a:rPr lang="en-US" dirty="0" err="1"/>
              <a:t>với</a:t>
            </a:r>
            <a:r>
              <a:rPr lang="en-US" dirty="0"/>
              <a:t> </a:t>
            </a:r>
            <a:r>
              <a:rPr lang="en-US" dirty="0" err="1"/>
              <a:t>các</a:t>
            </a:r>
            <a:r>
              <a:rPr lang="en-US" dirty="0"/>
              <a:t> server </a:t>
            </a:r>
            <a:r>
              <a:rPr lang="en-US" dirty="0" err="1"/>
              <a:t>khác</a:t>
            </a:r>
            <a:r>
              <a:rPr lang="en-US" dirty="0"/>
              <a:t> </a:t>
            </a:r>
            <a:r>
              <a:rPr lang="en-US" dirty="0" err="1"/>
              <a:t>tăng</a:t>
            </a:r>
            <a:r>
              <a:rPr lang="en-US" dirty="0"/>
              <a:t> </a:t>
            </a:r>
            <a:r>
              <a:rPr lang="en-US" dirty="0" err="1"/>
              <a:t>bảo</a:t>
            </a:r>
            <a:r>
              <a:rPr lang="en-US" dirty="0"/>
              <a:t> </a:t>
            </a:r>
            <a:r>
              <a:rPr lang="en-US" dirty="0" err="1"/>
              <a:t>mật</a:t>
            </a:r>
            <a:endParaRPr lang="en-US" dirty="0"/>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pic>
        <p:nvPicPr>
          <p:cNvPr id="8" name="Picture 7">
            <a:extLst>
              <a:ext uri="{FF2B5EF4-FFF2-40B4-BE49-F238E27FC236}">
                <a16:creationId xmlns:a16="http://schemas.microsoft.com/office/drawing/2014/main" id="{B11A4DC9-92E8-6EC2-282C-DC416DBA0336}"/>
              </a:ext>
            </a:extLst>
          </p:cNvPr>
          <p:cNvPicPr>
            <a:picLocks noChangeAspect="1"/>
          </p:cNvPicPr>
          <p:nvPr/>
        </p:nvPicPr>
        <p:blipFill>
          <a:blip r:embed="rId3"/>
          <a:stretch>
            <a:fillRect/>
          </a:stretch>
        </p:blipFill>
        <p:spPr>
          <a:xfrm>
            <a:off x="4553578" y="1837592"/>
            <a:ext cx="1542422" cy="2127688"/>
          </a:xfrm>
          <a:prstGeom prst="rect">
            <a:avLst/>
          </a:prstGeom>
        </p:spPr>
      </p:pic>
      <p:pic>
        <p:nvPicPr>
          <p:cNvPr id="9" name="Picture 8">
            <a:extLst>
              <a:ext uri="{FF2B5EF4-FFF2-40B4-BE49-F238E27FC236}">
                <a16:creationId xmlns:a16="http://schemas.microsoft.com/office/drawing/2014/main" id="{A67FB155-4714-4422-9B1A-6671F1A1F149}"/>
              </a:ext>
            </a:extLst>
          </p:cNvPr>
          <p:cNvPicPr>
            <a:picLocks noChangeAspect="1"/>
          </p:cNvPicPr>
          <p:nvPr/>
        </p:nvPicPr>
        <p:blipFill>
          <a:blip r:embed="rId4"/>
          <a:stretch>
            <a:fillRect/>
          </a:stretch>
        </p:blipFill>
        <p:spPr>
          <a:xfrm>
            <a:off x="3176953" y="4706827"/>
            <a:ext cx="4094285" cy="2014648"/>
          </a:xfrm>
          <a:prstGeom prst="rect">
            <a:avLst/>
          </a:prstGeom>
        </p:spPr>
      </p:pic>
    </p:spTree>
    <p:extLst>
      <p:ext uri="{BB962C8B-B14F-4D97-AF65-F5344CB8AC3E}">
        <p14:creationId xmlns:p14="http://schemas.microsoft.com/office/powerpoint/2010/main" val="286638060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en-US" sz="4800" b="1" dirty="0" err="1" smtClean="0">
                <a:solidFill>
                  <a:srgbClr val="FF0000"/>
                </a:solidFill>
                <a:latin typeface="Calibri" panose="020F0502020204030204" pitchFamily="34" charset="0"/>
                <a:ea typeface="Calibri" panose="020F0502020204030204" pitchFamily="34" charset="0"/>
                <a:cs typeface="Calibri" panose="020F0502020204030204" pitchFamily="34" charset="0"/>
              </a:rPr>
              <a:t>Sử</a:t>
            </a:r>
            <a:r>
              <a:rPr lang="en-US" sz="4800" b="1" dirty="0" smtClean="0">
                <a:solidFill>
                  <a:srgbClr val="FF0000"/>
                </a:solidFill>
                <a:latin typeface="Calibri" panose="020F0502020204030204" pitchFamily="34" charset="0"/>
                <a:ea typeface="Calibri" panose="020F0502020204030204" pitchFamily="34" charset="0"/>
                <a:cs typeface="Calibri" panose="020F0502020204030204" pitchFamily="34" charset="0"/>
              </a:rPr>
              <a:t> </a:t>
            </a:r>
            <a:r>
              <a:rPr lang="en-US" sz="4800" b="1" dirty="0" err="1" smtClean="0">
                <a:solidFill>
                  <a:srgbClr val="FF0000"/>
                </a:solidFill>
                <a:latin typeface="Calibri" panose="020F0502020204030204" pitchFamily="34" charset="0"/>
                <a:ea typeface="Calibri" panose="020F0502020204030204" pitchFamily="34" charset="0"/>
                <a:cs typeface="Calibri" panose="020F0502020204030204" pitchFamily="34" charset="0"/>
              </a:rPr>
              <a:t>dụng</a:t>
            </a:r>
            <a:r>
              <a:rPr lang="en-US" sz="4800" b="1" dirty="0" smtClean="0">
                <a:solidFill>
                  <a:srgbClr val="FF0000"/>
                </a:solidFill>
                <a:latin typeface="Calibri" panose="020F0502020204030204" pitchFamily="34" charset="0"/>
                <a:ea typeface="Calibri" panose="020F0502020204030204" pitchFamily="34" charset="0"/>
                <a:cs typeface="Calibri" panose="020F0502020204030204" pitchFamily="34" charset="0"/>
              </a:rPr>
              <a:t> </a:t>
            </a:r>
            <a:r>
              <a:rPr lang="vi-VN" sz="4800" b="1" dirty="0" smtClean="0">
                <a:solidFill>
                  <a:srgbClr val="FF0000"/>
                </a:solidFill>
                <a:latin typeface="Calibri" panose="020F0502020204030204" pitchFamily="34" charset="0"/>
                <a:ea typeface="Calibri" panose="020F0502020204030204" pitchFamily="34" charset="0"/>
                <a:cs typeface="Calibri" panose="020F0502020204030204" pitchFamily="34" charset="0"/>
              </a:rPr>
              <a:t>Kestrel</a:t>
            </a:r>
            <a:endParaRPr lang="en-US" sz="4800" b="1" dirty="0">
              <a:solidFill>
                <a:srgbClr val="FF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7</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err="1"/>
              <a:t>Có</a:t>
            </a:r>
            <a:r>
              <a:rPr lang="en-US" dirty="0"/>
              <a:t> </a:t>
            </a:r>
            <a:r>
              <a:rPr lang="en-US" dirty="0" err="1"/>
              <a:t>thể</a:t>
            </a:r>
            <a:r>
              <a:rPr lang="en-US" dirty="0"/>
              <a:t> </a:t>
            </a:r>
            <a:r>
              <a:rPr lang="en-US" dirty="0" err="1"/>
              <a:t>kiểm</a:t>
            </a:r>
            <a:r>
              <a:rPr lang="en-US" dirty="0"/>
              <a:t> </a:t>
            </a:r>
            <a:r>
              <a:rPr lang="en-US" dirty="0" err="1"/>
              <a:t>tra</a:t>
            </a:r>
            <a:r>
              <a:rPr lang="en-US" dirty="0"/>
              <a:t> </a:t>
            </a:r>
            <a:r>
              <a:rPr lang="en-US" dirty="0">
                <a:solidFill>
                  <a:srgbClr val="000000"/>
                </a:solidFill>
                <a:highlight>
                  <a:srgbClr val="FFFFFF"/>
                </a:highlight>
                <a:latin typeface="arial" panose="020B0604020202020204" pitchFamily="34" charset="0"/>
              </a:rPr>
              <a:t>Kestrel Web Server </a:t>
            </a:r>
            <a:r>
              <a:rPr lang="en-US" dirty="0" err="1">
                <a:solidFill>
                  <a:srgbClr val="000000"/>
                </a:solidFill>
                <a:highlight>
                  <a:srgbClr val="FFFFFF"/>
                </a:highlight>
                <a:latin typeface="arial" panose="020B0604020202020204" pitchFamily="34" charset="0"/>
              </a:rPr>
              <a:t>thông</a:t>
            </a:r>
            <a:r>
              <a:rPr lang="en-US" dirty="0">
                <a:solidFill>
                  <a:srgbClr val="000000"/>
                </a:solidFill>
                <a:highlight>
                  <a:srgbClr val="FFFFFF"/>
                </a:highlight>
                <a:latin typeface="arial" panose="020B0604020202020204" pitchFamily="34" charset="0"/>
              </a:rPr>
              <a:t> qua browser developer tool</a:t>
            </a:r>
            <a:endParaRPr lang="en-US" dirty="0"/>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pic>
        <p:nvPicPr>
          <p:cNvPr id="10" name="Picture 9">
            <a:extLst>
              <a:ext uri="{FF2B5EF4-FFF2-40B4-BE49-F238E27FC236}">
                <a16:creationId xmlns:a16="http://schemas.microsoft.com/office/drawing/2014/main" id="{B9F6AF4F-1CFC-E697-6D03-B13C88D81BEB}"/>
              </a:ext>
            </a:extLst>
          </p:cNvPr>
          <p:cNvPicPr>
            <a:picLocks noChangeAspect="1"/>
          </p:cNvPicPr>
          <p:nvPr/>
        </p:nvPicPr>
        <p:blipFill>
          <a:blip r:embed="rId3"/>
          <a:stretch>
            <a:fillRect/>
          </a:stretch>
        </p:blipFill>
        <p:spPr>
          <a:xfrm>
            <a:off x="2181225" y="1892544"/>
            <a:ext cx="7829550" cy="4410075"/>
          </a:xfrm>
          <a:prstGeom prst="rect">
            <a:avLst/>
          </a:prstGeom>
        </p:spPr>
      </p:pic>
    </p:spTree>
    <p:extLst>
      <p:ext uri="{BB962C8B-B14F-4D97-AF65-F5344CB8AC3E}">
        <p14:creationId xmlns:p14="http://schemas.microsoft.com/office/powerpoint/2010/main" val="229469209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en-US" sz="4800" b="1" dirty="0" smtClean="0">
                <a:solidFill>
                  <a:srgbClr val="FF0000"/>
                </a:solidFill>
              </a:rPr>
              <a:t>F</a:t>
            </a:r>
            <a:r>
              <a:rPr lang="vi-VN" sz="4800" b="1" dirty="0" smtClean="0">
                <a:solidFill>
                  <a:srgbClr val="FF0000"/>
                </a:solidFill>
              </a:rPr>
              <a:t>ile </a:t>
            </a:r>
            <a:r>
              <a:rPr lang="vi-VN" sz="4800" b="1" dirty="0">
                <a:solidFill>
                  <a:srgbClr val="FF0000"/>
                </a:solidFill>
              </a:rPr>
              <a:t>cấu hình trong ASP.NET Core</a:t>
            </a:r>
            <a:endParaRPr lang="en-US" sz="4800" b="1" dirty="0">
              <a:solidFill>
                <a:srgbClr val="FF0000"/>
              </a:solidFill>
              <a:latin typeface="+mn-lt"/>
              <a:ea typeface="Calibri" panose="020F0502020204030204" pitchFamily="34" charset="0"/>
              <a:cs typeface="Calibri" panose="020F0502020204030204" pitchFamily="34" charset="0"/>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8</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err="1"/>
              <a:t>Cấu</a:t>
            </a:r>
            <a:r>
              <a:rPr lang="en-US" dirty="0"/>
              <a:t> </a:t>
            </a:r>
            <a:r>
              <a:rPr lang="en-US" dirty="0" err="1"/>
              <a:t>hình</a:t>
            </a:r>
            <a:r>
              <a:rPr lang="en-US" dirty="0"/>
              <a:t> </a:t>
            </a:r>
            <a:r>
              <a:rPr lang="en-US" dirty="0" err="1"/>
              <a:t>là</a:t>
            </a:r>
            <a:r>
              <a:rPr lang="en-US" dirty="0"/>
              <a:t> </a:t>
            </a:r>
            <a:r>
              <a:rPr lang="en-US" dirty="0" err="1"/>
              <a:t>các</a:t>
            </a:r>
            <a:r>
              <a:rPr lang="en-US" dirty="0"/>
              <a:t> </a:t>
            </a:r>
            <a:r>
              <a:rPr lang="en-US" dirty="0" err="1"/>
              <a:t>tham</a:t>
            </a:r>
            <a:r>
              <a:rPr lang="en-US" dirty="0"/>
              <a:t> </a:t>
            </a:r>
            <a:r>
              <a:rPr lang="en-US" dirty="0" err="1"/>
              <a:t>số</a:t>
            </a:r>
            <a:r>
              <a:rPr lang="en-US" dirty="0"/>
              <a:t> </a:t>
            </a:r>
            <a:r>
              <a:rPr lang="en-US" dirty="0" err="1"/>
              <a:t>hoặc</a:t>
            </a:r>
            <a:r>
              <a:rPr lang="en-US" dirty="0"/>
              <a:t> </a:t>
            </a:r>
            <a:r>
              <a:rPr lang="en-US" dirty="0" err="1"/>
              <a:t>các</a:t>
            </a:r>
            <a:r>
              <a:rPr lang="en-US" dirty="0"/>
              <a:t> </a:t>
            </a:r>
            <a:r>
              <a:rPr lang="en-US" dirty="0" err="1"/>
              <a:t>cài</a:t>
            </a:r>
            <a:r>
              <a:rPr lang="en-US" dirty="0"/>
              <a:t> </a:t>
            </a:r>
            <a:r>
              <a:rPr lang="en-US" dirty="0" err="1"/>
              <a:t>đặt</a:t>
            </a:r>
            <a:r>
              <a:rPr lang="en-US" dirty="0"/>
              <a:t> </a:t>
            </a:r>
            <a:r>
              <a:rPr lang="en-US" dirty="0" err="1"/>
              <a:t>cụ</a:t>
            </a:r>
            <a:r>
              <a:rPr lang="en-US" dirty="0"/>
              <a:t> </a:t>
            </a:r>
            <a:r>
              <a:rPr lang="en-US" dirty="0" err="1"/>
              <a:t>thể</a:t>
            </a:r>
            <a:r>
              <a:rPr lang="en-US" dirty="0"/>
              <a:t> </a:t>
            </a:r>
            <a:r>
              <a:rPr lang="en-US" dirty="0" err="1"/>
              <a:t>cung</a:t>
            </a:r>
            <a:r>
              <a:rPr lang="en-US" dirty="0"/>
              <a:t> </a:t>
            </a:r>
            <a:r>
              <a:rPr lang="en-US" dirty="0" err="1"/>
              <a:t>cấp</a:t>
            </a:r>
            <a:r>
              <a:rPr lang="en-US" dirty="0"/>
              <a:t> </a:t>
            </a:r>
            <a:r>
              <a:rPr lang="en-US" dirty="0" err="1"/>
              <a:t>cho</a:t>
            </a:r>
            <a:r>
              <a:rPr lang="en-US" dirty="0"/>
              <a:t> </a:t>
            </a:r>
            <a:r>
              <a:rPr lang="en-US" dirty="0" err="1"/>
              <a:t>ứng</a:t>
            </a:r>
            <a:r>
              <a:rPr lang="en-US" dirty="0"/>
              <a:t> </a:t>
            </a:r>
            <a:r>
              <a:rPr lang="en-US" dirty="0" err="1"/>
              <a:t>dụng</a:t>
            </a:r>
            <a:r>
              <a:rPr lang="en-US" dirty="0"/>
              <a:t> </a:t>
            </a:r>
            <a:r>
              <a:rPr lang="en-US" dirty="0" err="1"/>
              <a:t>khi</a:t>
            </a:r>
            <a:r>
              <a:rPr lang="en-US" dirty="0"/>
              <a:t> </a:t>
            </a:r>
            <a:r>
              <a:rPr lang="en-US" dirty="0" err="1"/>
              <a:t>nó</a:t>
            </a:r>
            <a:r>
              <a:rPr lang="en-US" dirty="0"/>
              <a:t> </a:t>
            </a:r>
            <a:r>
              <a:rPr lang="en-US" dirty="0" err="1"/>
              <a:t>chạy</a:t>
            </a:r>
            <a:endParaRPr lang="en-US" dirty="0"/>
          </a:p>
          <a:p>
            <a:r>
              <a:rPr lang="vi-VN" dirty="0"/>
              <a:t>Các cài đặt này được lưu trữ riêng biệt trong code và trong các file độc lập</a:t>
            </a:r>
            <a:endParaRPr lang="en-US" dirty="0"/>
          </a:p>
          <a:p>
            <a:r>
              <a:rPr lang="en-US" dirty="0" err="1"/>
              <a:t>Giúp</a:t>
            </a:r>
            <a:r>
              <a:rPr lang="en-US" dirty="0"/>
              <a:t> </a:t>
            </a:r>
            <a:r>
              <a:rPr lang="en-US" dirty="0" err="1"/>
              <a:t>các</a:t>
            </a:r>
            <a:r>
              <a:rPr lang="en-US" dirty="0"/>
              <a:t> developer </a:t>
            </a:r>
            <a:r>
              <a:rPr lang="en-US" dirty="0" err="1"/>
              <a:t>và</a:t>
            </a:r>
            <a:r>
              <a:rPr lang="en-US" dirty="0"/>
              <a:t> </a:t>
            </a:r>
            <a:r>
              <a:rPr lang="en-US" dirty="0" err="1"/>
              <a:t>quản</a:t>
            </a:r>
            <a:r>
              <a:rPr lang="en-US" dirty="0"/>
              <a:t> </a:t>
            </a:r>
            <a:r>
              <a:rPr lang="en-US" dirty="0" err="1"/>
              <a:t>trị</a:t>
            </a:r>
            <a:r>
              <a:rPr lang="en-US" dirty="0"/>
              <a:t> </a:t>
            </a:r>
            <a:r>
              <a:rPr lang="en-US" dirty="0" err="1"/>
              <a:t>kiểm</a:t>
            </a:r>
            <a:r>
              <a:rPr lang="en-US" dirty="0"/>
              <a:t> </a:t>
            </a:r>
            <a:r>
              <a:rPr lang="en-US" dirty="0" err="1"/>
              <a:t>soát</a:t>
            </a:r>
            <a:r>
              <a:rPr lang="en-US" dirty="0"/>
              <a:t> </a:t>
            </a:r>
            <a:r>
              <a:rPr lang="en-US" dirty="0" err="1"/>
              <a:t>và</a:t>
            </a:r>
            <a:r>
              <a:rPr lang="en-US" dirty="0"/>
              <a:t> </a:t>
            </a:r>
            <a:r>
              <a:rPr lang="en-US" dirty="0" err="1"/>
              <a:t>dễ</a:t>
            </a:r>
            <a:r>
              <a:rPr lang="en-US" dirty="0"/>
              <a:t> </a:t>
            </a:r>
            <a:r>
              <a:rPr lang="en-US" dirty="0" err="1"/>
              <a:t>dàng</a:t>
            </a:r>
            <a:r>
              <a:rPr lang="en-US" dirty="0"/>
              <a:t> </a:t>
            </a:r>
            <a:r>
              <a:rPr lang="en-US" dirty="0" err="1"/>
              <a:t>thay</a:t>
            </a:r>
            <a:r>
              <a:rPr lang="en-US" dirty="0"/>
              <a:t> </a:t>
            </a:r>
            <a:r>
              <a:rPr lang="en-US" dirty="0" err="1"/>
              <a:t>đổi</a:t>
            </a:r>
            <a:r>
              <a:rPr lang="en-US" dirty="0"/>
              <a:t> </a:t>
            </a:r>
            <a:r>
              <a:rPr lang="en-US" dirty="0" err="1"/>
              <a:t>cách</a:t>
            </a:r>
            <a:r>
              <a:rPr lang="en-US" dirty="0"/>
              <a:t> </a:t>
            </a:r>
            <a:r>
              <a:rPr lang="en-US" dirty="0" err="1"/>
              <a:t>mà</a:t>
            </a:r>
            <a:r>
              <a:rPr lang="en-US" dirty="0"/>
              <a:t> </a:t>
            </a:r>
            <a:r>
              <a:rPr lang="en-US" dirty="0" err="1"/>
              <a:t>ứng</a:t>
            </a:r>
            <a:r>
              <a:rPr lang="en-US" dirty="0"/>
              <a:t> </a:t>
            </a:r>
            <a:r>
              <a:rPr lang="en-US" dirty="0" err="1"/>
              <a:t>dụng</a:t>
            </a:r>
            <a:r>
              <a:rPr lang="en-US" dirty="0"/>
              <a:t> </a:t>
            </a:r>
            <a:r>
              <a:rPr lang="en-US" dirty="0" err="1"/>
              <a:t>chạy</a:t>
            </a:r>
            <a:endParaRPr lang="en-US" dirty="0"/>
          </a:p>
          <a:p>
            <a:r>
              <a:rPr lang="vi-VN" dirty="0"/>
              <a:t>Ví dụ: Connection Strings cần để kết nối đến cơ sở dữ liệu được lưu trong một file cấu hình. Bằng cách thay đổi chuỗi connection mà bạn có thể thay đổi tên cơ sở dữ liệu, vị trí… mà không cần thay đổi mã nguồn.</a:t>
            </a:r>
            <a:endParaRPr lang="en-US" dirty="0"/>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spTree>
    <p:extLst>
      <p:ext uri="{BB962C8B-B14F-4D97-AF65-F5344CB8AC3E}">
        <p14:creationId xmlns:p14="http://schemas.microsoft.com/office/powerpoint/2010/main" val="118763950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en-US" sz="4800" b="1" dirty="0" smtClean="0">
                <a:solidFill>
                  <a:srgbClr val="FF0000"/>
                </a:solidFill>
              </a:rPr>
              <a:t>F</a:t>
            </a:r>
            <a:r>
              <a:rPr lang="vi-VN" sz="4800" b="1" dirty="0" smtClean="0">
                <a:solidFill>
                  <a:srgbClr val="FF0000"/>
                </a:solidFill>
              </a:rPr>
              <a:t>ile </a:t>
            </a:r>
            <a:r>
              <a:rPr lang="vi-VN" sz="4800" b="1" dirty="0">
                <a:solidFill>
                  <a:srgbClr val="FF0000"/>
                </a:solidFill>
              </a:rPr>
              <a:t>cấu hình trong ASP.NET Core</a:t>
            </a:r>
            <a:endParaRPr lang="en-US" sz="4800" b="1" dirty="0">
              <a:solidFill>
                <a:srgbClr val="FF0000"/>
              </a:solidFill>
              <a:latin typeface="+mn-lt"/>
              <a:ea typeface="Calibri" panose="020F0502020204030204" pitchFamily="34" charset="0"/>
              <a:cs typeface="Calibri" panose="020F0502020204030204" pitchFamily="34" charset="0"/>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9</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3600" dirty="0"/>
              <a:t>ASP.NET Core </a:t>
            </a:r>
            <a:r>
              <a:rPr lang="en-US" sz="3600" dirty="0" err="1"/>
              <a:t>hỗ</a:t>
            </a:r>
            <a:r>
              <a:rPr lang="en-US" sz="3600" dirty="0"/>
              <a:t> </a:t>
            </a:r>
            <a:r>
              <a:rPr lang="en-US" sz="3600" dirty="0" err="1"/>
              <a:t>trợ</a:t>
            </a:r>
            <a:r>
              <a:rPr lang="en-US" sz="3600" dirty="0"/>
              <a:t> </a:t>
            </a:r>
            <a:r>
              <a:rPr lang="en-US" sz="3600" dirty="0" err="1"/>
              <a:t>đọc</a:t>
            </a:r>
            <a:r>
              <a:rPr lang="en-US" sz="3600" dirty="0"/>
              <a:t> </a:t>
            </a:r>
            <a:r>
              <a:rPr lang="en-US" sz="3600" dirty="0" err="1"/>
              <a:t>cấu</a:t>
            </a:r>
            <a:r>
              <a:rPr lang="en-US" sz="3600" dirty="0"/>
              <a:t> </a:t>
            </a:r>
            <a:r>
              <a:rPr lang="en-US" sz="3600" dirty="0" err="1"/>
              <a:t>hình</a:t>
            </a:r>
            <a:r>
              <a:rPr lang="en-US" sz="3600" dirty="0"/>
              <a:t> </a:t>
            </a:r>
            <a:r>
              <a:rPr lang="en-US" sz="3600" dirty="0" err="1"/>
              <a:t>từ</a:t>
            </a:r>
            <a:r>
              <a:rPr lang="en-US" sz="3600" dirty="0"/>
              <a:t> </a:t>
            </a:r>
            <a:r>
              <a:rPr lang="en-US" sz="3600" dirty="0" err="1"/>
              <a:t>các</a:t>
            </a:r>
            <a:r>
              <a:rPr lang="en-US" sz="3600" dirty="0"/>
              <a:t> </a:t>
            </a:r>
            <a:r>
              <a:rPr lang="en-US" sz="3600" dirty="0" err="1"/>
              <a:t>nguồn</a:t>
            </a:r>
            <a:r>
              <a:rPr lang="en-US" sz="3600" dirty="0"/>
              <a:t> </a:t>
            </a:r>
            <a:r>
              <a:rPr lang="en-US" sz="3600" dirty="0" err="1"/>
              <a:t>khác</a:t>
            </a:r>
            <a:r>
              <a:rPr lang="en-US" sz="3600" dirty="0"/>
              <a:t> </a:t>
            </a:r>
            <a:r>
              <a:rPr lang="en-US" sz="3600" dirty="0" err="1"/>
              <a:t>nhau</a:t>
            </a:r>
            <a:r>
              <a:rPr lang="en-US" sz="3600" dirty="0"/>
              <a:t> </a:t>
            </a:r>
            <a:r>
              <a:rPr lang="en-US" sz="3600" dirty="0" err="1"/>
              <a:t>và</a:t>
            </a:r>
            <a:r>
              <a:rPr lang="en-US" sz="3600" dirty="0"/>
              <a:t> </a:t>
            </a:r>
            <a:r>
              <a:rPr lang="en-US" sz="3600" dirty="0" err="1"/>
              <a:t>các</a:t>
            </a:r>
            <a:r>
              <a:rPr lang="en-US" sz="3600" dirty="0"/>
              <a:t> </a:t>
            </a:r>
            <a:r>
              <a:rPr lang="en-US" sz="3600" dirty="0" err="1"/>
              <a:t>định</a:t>
            </a:r>
            <a:r>
              <a:rPr lang="en-US" sz="3600" dirty="0"/>
              <a:t> </a:t>
            </a:r>
            <a:r>
              <a:rPr lang="en-US" sz="3600" dirty="0" err="1"/>
              <a:t>dạng</a:t>
            </a:r>
            <a:r>
              <a:rPr lang="en-US" sz="3600" dirty="0"/>
              <a:t> </a:t>
            </a:r>
            <a:r>
              <a:rPr lang="en-US" sz="3600" dirty="0" err="1"/>
              <a:t>khác</a:t>
            </a:r>
            <a:r>
              <a:rPr lang="en-US" sz="3600" dirty="0"/>
              <a:t> </a:t>
            </a:r>
            <a:r>
              <a:rPr lang="en-US" sz="3600" dirty="0" err="1"/>
              <a:t>nhau</a:t>
            </a:r>
            <a:r>
              <a:rPr lang="en-US" sz="3600" dirty="0"/>
              <a:t>:</a:t>
            </a:r>
          </a:p>
          <a:p>
            <a:pPr lvl="1"/>
            <a:r>
              <a:rPr lang="en-US" sz="3200" dirty="0" err="1"/>
              <a:t>Từ</a:t>
            </a:r>
            <a:r>
              <a:rPr lang="en-US" sz="3200" dirty="0"/>
              <a:t> file (JSON, INI </a:t>
            </a:r>
            <a:r>
              <a:rPr lang="en-US" sz="3200" dirty="0" err="1"/>
              <a:t>hoặc</a:t>
            </a:r>
            <a:r>
              <a:rPr lang="en-US" sz="3200" dirty="0"/>
              <a:t> XML)</a:t>
            </a:r>
          </a:p>
          <a:p>
            <a:pPr lvl="1"/>
            <a:r>
              <a:rPr lang="en-US" sz="3200" dirty="0"/>
              <a:t>Command line Arguments (</a:t>
            </a:r>
            <a:r>
              <a:rPr lang="en-US" sz="3200" dirty="0" err="1"/>
              <a:t>tham</a:t>
            </a:r>
            <a:r>
              <a:rPr lang="en-US" sz="3200" dirty="0"/>
              <a:t> </a:t>
            </a:r>
            <a:r>
              <a:rPr lang="en-US" sz="3200" dirty="0" err="1"/>
              <a:t>số</a:t>
            </a:r>
            <a:r>
              <a:rPr lang="en-US" sz="3200" dirty="0"/>
              <a:t> </a:t>
            </a:r>
            <a:r>
              <a:rPr lang="en-US" sz="3200" dirty="0" err="1"/>
              <a:t>dòng</a:t>
            </a:r>
            <a:r>
              <a:rPr lang="en-US" sz="3200" dirty="0"/>
              <a:t> </a:t>
            </a:r>
            <a:r>
              <a:rPr lang="en-US" sz="3200" dirty="0" err="1"/>
              <a:t>lệnh</a:t>
            </a:r>
            <a:r>
              <a:rPr lang="en-US" sz="3200" dirty="0"/>
              <a:t>)</a:t>
            </a:r>
          </a:p>
          <a:p>
            <a:pPr lvl="1"/>
            <a:r>
              <a:rPr lang="vi-VN" sz="3200" dirty="0"/>
              <a:t>Environment variables (biến môi trường)</a:t>
            </a:r>
            <a:endParaRPr lang="en-US" sz="3200" dirty="0"/>
          </a:p>
          <a:p>
            <a:pPr lvl="1"/>
            <a:r>
              <a:rPr lang="en-US" sz="3200" dirty="0"/>
              <a:t>Custom Provider (</a:t>
            </a:r>
            <a:r>
              <a:rPr lang="en-US" sz="3200" dirty="0" err="1"/>
              <a:t>cái</a:t>
            </a:r>
            <a:r>
              <a:rPr lang="en-US" sz="3200" dirty="0"/>
              <a:t> </a:t>
            </a:r>
            <a:r>
              <a:rPr lang="en-US" sz="3200" dirty="0" err="1"/>
              <a:t>này</a:t>
            </a:r>
            <a:r>
              <a:rPr lang="en-US" sz="3200" dirty="0"/>
              <a:t> </a:t>
            </a:r>
            <a:r>
              <a:rPr lang="en-US" sz="3200" dirty="0" err="1"/>
              <a:t>là</a:t>
            </a:r>
            <a:r>
              <a:rPr lang="en-US" sz="3200" dirty="0"/>
              <a:t> </a:t>
            </a:r>
            <a:r>
              <a:rPr lang="en-US" sz="3200" dirty="0" err="1"/>
              <a:t>tự</a:t>
            </a:r>
            <a:r>
              <a:rPr lang="en-US" sz="3200" dirty="0"/>
              <a:t> </a:t>
            </a:r>
            <a:r>
              <a:rPr lang="en-US" sz="3200" dirty="0" err="1"/>
              <a:t>tạo</a:t>
            </a:r>
            <a:r>
              <a:rPr lang="en-US" sz="3200" dirty="0"/>
              <a:t> </a:t>
            </a:r>
            <a:r>
              <a:rPr lang="en-US" sz="3200" dirty="0" err="1"/>
              <a:t>ra</a:t>
            </a:r>
            <a:r>
              <a:rPr lang="en-US" sz="3200" dirty="0"/>
              <a:t> provider </a:t>
            </a:r>
            <a:r>
              <a:rPr lang="en-US" sz="3200" dirty="0" err="1"/>
              <a:t>riêng</a:t>
            </a:r>
            <a:r>
              <a:rPr lang="en-US" sz="3200" dirty="0"/>
              <a:t> </a:t>
            </a:r>
            <a:r>
              <a:rPr lang="en-US" sz="3200" dirty="0" err="1"/>
              <a:t>theo</a:t>
            </a:r>
            <a:r>
              <a:rPr lang="en-US" sz="3200" dirty="0"/>
              <a:t> ý </a:t>
            </a:r>
            <a:r>
              <a:rPr lang="en-US" sz="3200" dirty="0" err="1"/>
              <a:t>muốn</a:t>
            </a:r>
            <a:r>
              <a:rPr lang="en-US" sz="3200" dirty="0"/>
              <a:t>)</a:t>
            </a:r>
          </a:p>
          <a:p>
            <a:pPr lvl="1"/>
            <a:r>
              <a:rPr lang="en-US" sz="3200" dirty="0"/>
              <a:t>User secrets</a:t>
            </a:r>
          </a:p>
          <a:p>
            <a:endParaRPr lang="en-US" dirty="0"/>
          </a:p>
          <a:p>
            <a:endParaRPr lang="en-US" dirty="0"/>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spTree>
    <p:extLst>
      <p:ext uri="{BB962C8B-B14F-4D97-AF65-F5344CB8AC3E}">
        <p14:creationId xmlns:p14="http://schemas.microsoft.com/office/powerpoint/2010/main" val="92973918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en-US" sz="4800" b="1" dirty="0" smtClean="0">
                <a:solidFill>
                  <a:srgbClr val="FF0000"/>
                </a:solidFill>
              </a:rPr>
              <a:t>F</a:t>
            </a:r>
            <a:r>
              <a:rPr lang="vi-VN" sz="4800" b="1" dirty="0" smtClean="0">
                <a:solidFill>
                  <a:srgbClr val="FF0000"/>
                </a:solidFill>
              </a:rPr>
              <a:t>ile </a:t>
            </a:r>
            <a:r>
              <a:rPr lang="vi-VN" sz="4800" b="1" dirty="0">
                <a:solidFill>
                  <a:srgbClr val="FF0000"/>
                </a:solidFill>
              </a:rPr>
              <a:t>cấu hình trong ASP.NET Core</a:t>
            </a:r>
            <a:endParaRPr lang="en-US" sz="4800" b="1" dirty="0">
              <a:solidFill>
                <a:srgbClr val="FF0000"/>
              </a:solidFill>
              <a:latin typeface="+mn-lt"/>
              <a:ea typeface="Calibri" panose="020F0502020204030204" pitchFamily="34" charset="0"/>
              <a:cs typeface="Calibri" panose="020F0502020204030204" pitchFamily="34" charset="0"/>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10</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t>Ứ</a:t>
            </a:r>
            <a:r>
              <a:rPr lang="vi-VN" dirty="0"/>
              <a:t>ng dụng ASP.NET</a:t>
            </a:r>
            <a:r>
              <a:rPr lang="en-US" dirty="0"/>
              <a:t> core</a:t>
            </a:r>
            <a:r>
              <a:rPr lang="vi-VN" dirty="0"/>
              <a:t> </a:t>
            </a:r>
            <a:r>
              <a:rPr lang="en-US" dirty="0" err="1"/>
              <a:t>có</a:t>
            </a:r>
            <a:r>
              <a:rPr lang="en-US" dirty="0"/>
              <a:t> </a:t>
            </a:r>
            <a:r>
              <a:rPr lang="vi-VN" dirty="0"/>
              <a:t>các file cấu hình có thể lưu ở các định dạng XML, JSON, INI</a:t>
            </a:r>
            <a:r>
              <a:rPr lang="en-US" dirty="0"/>
              <a:t>…</a:t>
            </a:r>
          </a:p>
          <a:p>
            <a:r>
              <a:rPr lang="en-US" dirty="0"/>
              <a:t>M</a:t>
            </a:r>
            <a:r>
              <a:rPr lang="vi-VN" dirty="0"/>
              <a:t>ặc định ASP.NET core sẽ nạp file cấu hình </a:t>
            </a:r>
            <a:endParaRPr lang="en-US" dirty="0" smtClean="0"/>
          </a:p>
          <a:p>
            <a:pPr marL="0" indent="0">
              <a:buNone/>
            </a:pPr>
            <a:r>
              <a:rPr lang="en-US" dirty="0" smtClean="0"/>
              <a:t>    </a:t>
            </a:r>
            <a:r>
              <a:rPr lang="vi-VN" dirty="0" smtClean="0"/>
              <a:t>JSON </a:t>
            </a:r>
            <a:r>
              <a:rPr lang="vi-VN" dirty="0"/>
              <a:t>lưu ở appsettings .json</a:t>
            </a:r>
            <a:endParaRPr lang="en-US" dirty="0"/>
          </a:p>
          <a:p>
            <a:r>
              <a:rPr lang="vi-VN" dirty="0"/>
              <a:t> </a:t>
            </a:r>
            <a:r>
              <a:rPr lang="en-US" dirty="0" err="1"/>
              <a:t>Sinh</a:t>
            </a:r>
            <a:r>
              <a:rPr lang="en-US" dirty="0"/>
              <a:t> </a:t>
            </a:r>
            <a:r>
              <a:rPr lang="en-US" dirty="0" err="1"/>
              <a:t>viên</a:t>
            </a:r>
            <a:r>
              <a:rPr lang="en-US" dirty="0"/>
              <a:t> </a:t>
            </a:r>
            <a:r>
              <a:rPr lang="en-US" dirty="0" err="1"/>
              <a:t>cần</a:t>
            </a:r>
            <a:r>
              <a:rPr lang="en-US" dirty="0"/>
              <a:t> </a:t>
            </a:r>
            <a:r>
              <a:rPr lang="en-US" dirty="0" err="1"/>
              <a:t>tìm</a:t>
            </a:r>
            <a:r>
              <a:rPr lang="en-US" dirty="0"/>
              <a:t> </a:t>
            </a:r>
            <a:r>
              <a:rPr lang="en-US" dirty="0" err="1"/>
              <a:t>hiểu</a:t>
            </a:r>
            <a:r>
              <a:rPr lang="en-US" dirty="0"/>
              <a:t> </a:t>
            </a:r>
            <a:r>
              <a:rPr lang="en-US" dirty="0" err="1"/>
              <a:t>định</a:t>
            </a:r>
            <a:r>
              <a:rPr lang="en-US" dirty="0"/>
              <a:t> </a:t>
            </a:r>
          </a:p>
          <a:p>
            <a:pPr marL="0" indent="0">
              <a:buNone/>
            </a:pPr>
            <a:r>
              <a:rPr lang="en-US" dirty="0" err="1"/>
              <a:t>dạng</a:t>
            </a:r>
            <a:r>
              <a:rPr lang="en-US" dirty="0"/>
              <a:t> </a:t>
            </a:r>
            <a:r>
              <a:rPr lang="en-US" dirty="0" err="1"/>
              <a:t>của</a:t>
            </a:r>
            <a:r>
              <a:rPr lang="en-US" dirty="0"/>
              <a:t> </a:t>
            </a:r>
            <a:r>
              <a:rPr lang="en-US" dirty="0" err="1"/>
              <a:t>Json</a:t>
            </a:r>
            <a:r>
              <a:rPr lang="en-US" dirty="0"/>
              <a:t> (</a:t>
            </a:r>
            <a:r>
              <a:rPr lang="en-US" dirty="0">
                <a:hlinkClick r:id="rId2"/>
              </a:rPr>
              <a:t>https://www.w3schools.com/js/js_json_intro.asp</a:t>
            </a:r>
            <a:r>
              <a:rPr lang="en-US" dirty="0"/>
              <a:t>), </a:t>
            </a:r>
            <a:r>
              <a:rPr lang="en-US" dirty="0" err="1"/>
              <a:t>ví</a:t>
            </a:r>
            <a:r>
              <a:rPr lang="en-US" dirty="0"/>
              <a:t> </a:t>
            </a:r>
            <a:r>
              <a:rPr lang="en-US" dirty="0" err="1"/>
              <a:t>dụ</a:t>
            </a:r>
            <a:r>
              <a:rPr lang="en-US" dirty="0"/>
              <a:t>:</a:t>
            </a:r>
            <a:endParaRPr lang="en-US" dirty="0"/>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pic>
        <p:nvPicPr>
          <p:cNvPr id="7" name="Picture 6">
            <a:extLst>
              <a:ext uri="{FF2B5EF4-FFF2-40B4-BE49-F238E27FC236}">
                <a16:creationId xmlns:a16="http://schemas.microsoft.com/office/drawing/2014/main" id="{3124FA2D-6DFC-54A7-E46F-E7ACE877D3C6}"/>
              </a:ext>
            </a:extLst>
          </p:cNvPr>
          <p:cNvPicPr>
            <a:picLocks noChangeAspect="1"/>
          </p:cNvPicPr>
          <p:nvPr/>
        </p:nvPicPr>
        <p:blipFill>
          <a:blip r:embed="rId4"/>
          <a:stretch>
            <a:fillRect/>
          </a:stretch>
        </p:blipFill>
        <p:spPr>
          <a:xfrm>
            <a:off x="8331549" y="1799493"/>
            <a:ext cx="3301302" cy="1524000"/>
          </a:xfrm>
          <a:prstGeom prst="rect">
            <a:avLst/>
          </a:prstGeom>
        </p:spPr>
      </p:pic>
      <p:pic>
        <p:nvPicPr>
          <p:cNvPr id="8" name="Picture 7">
            <a:extLst>
              <a:ext uri="{FF2B5EF4-FFF2-40B4-BE49-F238E27FC236}">
                <a16:creationId xmlns:a16="http://schemas.microsoft.com/office/drawing/2014/main" id="{8C5A325C-93FD-4657-8AB8-0FEE82AE8B63}"/>
              </a:ext>
            </a:extLst>
          </p:cNvPr>
          <p:cNvPicPr>
            <a:picLocks noChangeAspect="1"/>
          </p:cNvPicPr>
          <p:nvPr/>
        </p:nvPicPr>
        <p:blipFill>
          <a:blip r:embed="rId5"/>
          <a:stretch>
            <a:fillRect/>
          </a:stretch>
        </p:blipFill>
        <p:spPr>
          <a:xfrm>
            <a:off x="3677830" y="4431651"/>
            <a:ext cx="2761356" cy="1568450"/>
          </a:xfrm>
          <a:prstGeom prst="rect">
            <a:avLst/>
          </a:prstGeom>
        </p:spPr>
      </p:pic>
    </p:spTree>
    <p:extLst>
      <p:ext uri="{BB962C8B-B14F-4D97-AF65-F5344CB8AC3E}">
        <p14:creationId xmlns:p14="http://schemas.microsoft.com/office/powerpoint/2010/main" val="302946715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en-US" sz="4800" b="1" dirty="0" smtClean="0">
                <a:solidFill>
                  <a:srgbClr val="FF0000"/>
                </a:solidFill>
              </a:rPr>
              <a:t>F</a:t>
            </a:r>
            <a:r>
              <a:rPr lang="vi-VN" sz="4800" b="1" dirty="0" smtClean="0">
                <a:solidFill>
                  <a:srgbClr val="FF0000"/>
                </a:solidFill>
              </a:rPr>
              <a:t>ile </a:t>
            </a:r>
            <a:r>
              <a:rPr lang="vi-VN" sz="4800" b="1" dirty="0">
                <a:solidFill>
                  <a:srgbClr val="FF0000"/>
                </a:solidFill>
              </a:rPr>
              <a:t>cấu hình trong ASP.NET Core</a:t>
            </a:r>
            <a:endParaRPr lang="en-US" sz="4800" b="1" dirty="0">
              <a:solidFill>
                <a:srgbClr val="FF0000"/>
              </a:solidFill>
              <a:latin typeface="+mn-lt"/>
              <a:ea typeface="Calibri" panose="020F0502020204030204" pitchFamily="34" charset="0"/>
              <a:cs typeface="Calibri" panose="020F0502020204030204" pitchFamily="34" charset="0"/>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11</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vi-VN" sz="3200" dirty="0"/>
              <a:t>appsettings.json là file cấu hình dùng để lưu trữ các thiết lập cho ứng dụng ASP.NET Core</a:t>
            </a:r>
            <a:r>
              <a:rPr lang="en-US" sz="3200" dirty="0"/>
              <a:t>,</a:t>
            </a:r>
            <a:r>
              <a:rPr lang="vi-VN" sz="3200" dirty="0"/>
              <a:t> thay thế web.config trong ASP.NET truyền thống</a:t>
            </a:r>
            <a:endParaRPr lang="en-US" sz="3200" dirty="0"/>
          </a:p>
          <a:p>
            <a:r>
              <a:rPr lang="en-US" sz="3200" dirty="0"/>
              <a:t>ASP.NET Core </a:t>
            </a:r>
            <a:r>
              <a:rPr lang="en-US" sz="3200" dirty="0" err="1"/>
              <a:t>tự</a:t>
            </a:r>
            <a:r>
              <a:rPr lang="en-US" sz="3200" dirty="0"/>
              <a:t> </a:t>
            </a:r>
            <a:r>
              <a:rPr lang="en-US" sz="3200" dirty="0" err="1"/>
              <a:t>động</a:t>
            </a:r>
            <a:r>
              <a:rPr lang="en-US" sz="3200" dirty="0"/>
              <a:t> load file </a:t>
            </a:r>
            <a:r>
              <a:rPr lang="en-US" sz="3200" dirty="0" err="1"/>
              <a:t>này</a:t>
            </a:r>
            <a:r>
              <a:rPr lang="en-US" sz="3200" dirty="0"/>
              <a:t> </a:t>
            </a:r>
            <a:r>
              <a:rPr lang="en-US" sz="3200" dirty="0" err="1"/>
              <a:t>khi</a:t>
            </a:r>
            <a:r>
              <a:rPr lang="en-US" sz="3200" dirty="0"/>
              <a:t> </a:t>
            </a:r>
            <a:r>
              <a:rPr lang="en-US" sz="3200" dirty="0" err="1"/>
              <a:t>ứng</a:t>
            </a:r>
            <a:r>
              <a:rPr lang="en-US" sz="3200" dirty="0"/>
              <a:t> </a:t>
            </a:r>
            <a:r>
              <a:rPr lang="en-US" sz="3200" dirty="0" err="1"/>
              <a:t>dụng</a:t>
            </a:r>
            <a:r>
              <a:rPr lang="en-US" sz="3200" dirty="0"/>
              <a:t> </a:t>
            </a:r>
            <a:r>
              <a:rPr lang="en-US" sz="3200" dirty="0" err="1"/>
              <a:t>khởi</a:t>
            </a:r>
            <a:r>
              <a:rPr lang="en-US" sz="3200" dirty="0"/>
              <a:t> </a:t>
            </a:r>
            <a:r>
              <a:rPr lang="en-US" sz="3200" dirty="0" err="1"/>
              <a:t>động</a:t>
            </a:r>
            <a:r>
              <a:rPr lang="en-US" sz="3200" dirty="0"/>
              <a:t>, </a:t>
            </a:r>
            <a:r>
              <a:rPr lang="en-US" sz="3200" dirty="0" err="1"/>
              <a:t>truy</a:t>
            </a:r>
            <a:r>
              <a:rPr lang="en-US" sz="3200" dirty="0"/>
              <a:t> </a:t>
            </a:r>
            <a:r>
              <a:rPr lang="en-US" sz="3200" dirty="0" err="1"/>
              <a:t>cập</a:t>
            </a:r>
            <a:r>
              <a:rPr lang="en-US" sz="3200" dirty="0"/>
              <a:t> </a:t>
            </a:r>
            <a:r>
              <a:rPr lang="en-US" sz="3200" dirty="0" err="1"/>
              <a:t>các</a:t>
            </a:r>
            <a:r>
              <a:rPr lang="en-US" sz="3200" dirty="0"/>
              <a:t> </a:t>
            </a:r>
            <a:r>
              <a:rPr lang="en-US" sz="3200" dirty="0" err="1"/>
              <a:t>giá</a:t>
            </a:r>
            <a:r>
              <a:rPr lang="en-US" sz="3200" dirty="0"/>
              <a:t> </a:t>
            </a:r>
            <a:r>
              <a:rPr lang="en-US" sz="3200" dirty="0" err="1"/>
              <a:t>trị</a:t>
            </a:r>
            <a:r>
              <a:rPr lang="en-US" sz="3200" dirty="0"/>
              <a:t> </a:t>
            </a:r>
            <a:r>
              <a:rPr lang="en-US" sz="3200" dirty="0" err="1"/>
              <a:t>cấu</a:t>
            </a:r>
            <a:r>
              <a:rPr lang="en-US" sz="3200" dirty="0"/>
              <a:t> </a:t>
            </a:r>
            <a:r>
              <a:rPr lang="en-US" sz="3200" dirty="0" err="1"/>
              <a:t>hình</a:t>
            </a:r>
            <a:r>
              <a:rPr lang="en-US" sz="3200" dirty="0"/>
              <a:t> </a:t>
            </a:r>
            <a:r>
              <a:rPr lang="en-US" sz="3200" dirty="0" err="1"/>
              <a:t>trong</a:t>
            </a:r>
            <a:r>
              <a:rPr lang="en-US" sz="3200" dirty="0"/>
              <a:t> code </a:t>
            </a:r>
            <a:r>
              <a:rPr lang="en-US" sz="3200" dirty="0" err="1"/>
              <a:t>thông</a:t>
            </a:r>
            <a:r>
              <a:rPr lang="en-US" sz="3200" dirty="0"/>
              <a:t> qua </a:t>
            </a:r>
            <a:r>
              <a:rPr lang="en-US" sz="3200" dirty="0" err="1"/>
              <a:t>IConfiguration</a:t>
            </a:r>
            <a:endParaRPr lang="en-US" sz="3200" dirty="0"/>
          </a:p>
          <a:p>
            <a:r>
              <a:rPr lang="en-US" sz="3200" dirty="0"/>
              <a:t>C</a:t>
            </a:r>
            <a:r>
              <a:rPr lang="vi-VN" sz="3200" dirty="0"/>
              <a:t>ó thể tạo các file appsettings.{Môi trường}.json riêng biệt cho từng môi trường (ví dụ: appsettings.Development.json, appsettings.Production.json)</a:t>
            </a:r>
            <a:endParaRPr lang="en-US" sz="3200" dirty="0"/>
          </a:p>
          <a:p>
            <a:endParaRPr lang="en-US" dirty="0"/>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spTree>
    <p:extLst>
      <p:ext uri="{BB962C8B-B14F-4D97-AF65-F5344CB8AC3E}">
        <p14:creationId xmlns:p14="http://schemas.microsoft.com/office/powerpoint/2010/main" val="75404996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en-US" sz="4800" b="1" dirty="0">
                <a:solidFill>
                  <a:srgbClr val="FF0000"/>
                </a:solidFill>
              </a:rPr>
              <a:t>ASP.NET Core </a:t>
            </a:r>
            <a:r>
              <a:rPr lang="en-US" sz="4800" b="1" dirty="0" err="1">
                <a:solidFill>
                  <a:srgbClr val="FF0000"/>
                </a:solidFill>
              </a:rPr>
              <a:t>appsettings.json</a:t>
            </a:r>
            <a:r>
              <a:rPr lang="en-US" sz="4800" b="1" dirty="0">
                <a:solidFill>
                  <a:srgbClr val="FF0000"/>
                </a:solidFill>
              </a:rPr>
              <a:t> File</a:t>
            </a:r>
            <a:endParaRPr lang="en-US" sz="4800" b="1" dirty="0">
              <a:solidFill>
                <a:srgbClr val="FF0000"/>
              </a:solidFill>
              <a:latin typeface="+mn-lt"/>
              <a:ea typeface="Calibri" panose="020F0502020204030204" pitchFamily="34" charset="0"/>
              <a:cs typeface="Calibri" panose="020F0502020204030204" pitchFamily="34" charset="0"/>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12</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400" dirty="0" err="1"/>
              <a:t>Ví</a:t>
            </a:r>
            <a:r>
              <a:rPr lang="en-US" sz="2400" dirty="0"/>
              <a:t> </a:t>
            </a:r>
            <a:r>
              <a:rPr lang="en-US" sz="2400" dirty="0" err="1"/>
              <a:t>dụ</a:t>
            </a:r>
            <a:r>
              <a:rPr lang="en-US" sz="2400" dirty="0"/>
              <a:t> </a:t>
            </a:r>
            <a:r>
              <a:rPr lang="en-US" sz="2400" dirty="0" err="1"/>
              <a:t>cấu</a:t>
            </a:r>
            <a:r>
              <a:rPr lang="en-US" sz="2400" dirty="0"/>
              <a:t> </a:t>
            </a:r>
            <a:r>
              <a:rPr lang="en-US" sz="2400" dirty="0" err="1"/>
              <a:t>hình</a:t>
            </a:r>
            <a:r>
              <a:rPr lang="en-US" sz="2400" dirty="0"/>
              <a:t> logging level </a:t>
            </a:r>
            <a:r>
              <a:rPr lang="en-US" sz="2400" dirty="0" err="1"/>
              <a:t>và</a:t>
            </a:r>
            <a:r>
              <a:rPr lang="en-US" sz="2400" dirty="0"/>
              <a:t> </a:t>
            </a:r>
            <a:r>
              <a:rPr lang="en-US" sz="2400" dirty="0" err="1"/>
              <a:t>một</a:t>
            </a:r>
            <a:r>
              <a:rPr lang="en-US" sz="2400" dirty="0"/>
              <a:t> key </a:t>
            </a:r>
            <a:r>
              <a:rPr lang="en-US" sz="2400" dirty="0" err="1"/>
              <a:t>tùy</a:t>
            </a:r>
            <a:r>
              <a:rPr lang="en-US" sz="2400" dirty="0"/>
              <a:t> </a:t>
            </a:r>
            <a:r>
              <a:rPr lang="en-US" sz="2400" dirty="0" err="1"/>
              <a:t>chỉnh</a:t>
            </a:r>
            <a:r>
              <a:rPr lang="en-US" sz="2400" dirty="0"/>
              <a:t> "</a:t>
            </a:r>
            <a:r>
              <a:rPr lang="en-US" sz="2400" dirty="0" err="1"/>
              <a:t>MyCustomKey</a:t>
            </a:r>
            <a:r>
              <a:rPr lang="en-US" sz="2400" dirty="0"/>
              <a:t>"</a:t>
            </a:r>
          </a:p>
          <a:p>
            <a:pPr lvl="1"/>
            <a:endParaRPr lang="en-US" dirty="0"/>
          </a:p>
          <a:p>
            <a:pPr lvl="1"/>
            <a:endParaRPr lang="en-US" dirty="0"/>
          </a:p>
          <a:p>
            <a:pPr lvl="1"/>
            <a:endParaRPr lang="en-US" dirty="0"/>
          </a:p>
          <a:p>
            <a:pPr marL="457200" lvl="1" indent="0">
              <a:buNone/>
            </a:pPr>
            <a:endParaRPr lang="en-US" dirty="0"/>
          </a:p>
          <a:p>
            <a:pPr marL="342900" lvl="1" indent="-342900">
              <a:buFont typeface="Wingdings" pitchFamily="2" charset="2"/>
              <a:buChar char="q"/>
            </a:pPr>
            <a:r>
              <a:rPr lang="en-US" dirty="0"/>
              <a:t>C</a:t>
            </a:r>
            <a:r>
              <a:rPr lang="vi-VN" dirty="0"/>
              <a:t>ó thể truy cập </a:t>
            </a:r>
            <a:endParaRPr lang="en-US" dirty="0" smtClean="0"/>
          </a:p>
          <a:p>
            <a:pPr marL="0" lvl="1" indent="0">
              <a:buNone/>
            </a:pPr>
            <a:r>
              <a:rPr lang="vi-VN" dirty="0" smtClean="0"/>
              <a:t>các </a:t>
            </a:r>
            <a:r>
              <a:rPr lang="vi-VN" dirty="0"/>
              <a:t>giá trị </a:t>
            </a:r>
            <a:r>
              <a:rPr lang="vi-VN" dirty="0" smtClean="0"/>
              <a:t>MyCustomKey </a:t>
            </a:r>
            <a:endParaRPr lang="en-US" dirty="0" smtClean="0"/>
          </a:p>
          <a:p>
            <a:pPr marL="0" lvl="1" indent="0">
              <a:buNone/>
            </a:pPr>
            <a:r>
              <a:rPr lang="vi-VN" dirty="0" smtClean="0"/>
              <a:t>trong </a:t>
            </a:r>
            <a:r>
              <a:rPr lang="vi-VN" dirty="0"/>
              <a:t>code như sau:</a:t>
            </a:r>
            <a:endParaRPr lang="en-US" dirty="0"/>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pic>
        <p:nvPicPr>
          <p:cNvPr id="9" name="Picture 8">
            <a:extLst>
              <a:ext uri="{FF2B5EF4-FFF2-40B4-BE49-F238E27FC236}">
                <a16:creationId xmlns:a16="http://schemas.microsoft.com/office/drawing/2014/main" id="{7B78943D-629C-3BB0-B7A8-7FFDCB234737}"/>
              </a:ext>
            </a:extLst>
          </p:cNvPr>
          <p:cNvPicPr>
            <a:picLocks noChangeAspect="1"/>
          </p:cNvPicPr>
          <p:nvPr/>
        </p:nvPicPr>
        <p:blipFill>
          <a:blip r:embed="rId3"/>
          <a:stretch>
            <a:fillRect/>
          </a:stretch>
        </p:blipFill>
        <p:spPr>
          <a:xfrm>
            <a:off x="8153400" y="1558136"/>
            <a:ext cx="2693324" cy="2057400"/>
          </a:xfrm>
          <a:prstGeom prst="rect">
            <a:avLst/>
          </a:prstGeom>
        </p:spPr>
      </p:pic>
      <p:pic>
        <p:nvPicPr>
          <p:cNvPr id="10" name="Picture 9">
            <a:extLst>
              <a:ext uri="{FF2B5EF4-FFF2-40B4-BE49-F238E27FC236}">
                <a16:creationId xmlns:a16="http://schemas.microsoft.com/office/drawing/2014/main" id="{22893D33-BCAF-F5AB-030C-4439745507D8}"/>
              </a:ext>
            </a:extLst>
          </p:cNvPr>
          <p:cNvPicPr>
            <a:picLocks noChangeAspect="1"/>
          </p:cNvPicPr>
          <p:nvPr/>
        </p:nvPicPr>
        <p:blipFill>
          <a:blip r:embed="rId4"/>
          <a:stretch>
            <a:fillRect/>
          </a:stretch>
        </p:blipFill>
        <p:spPr>
          <a:xfrm>
            <a:off x="4370156" y="3156138"/>
            <a:ext cx="3451687" cy="2725427"/>
          </a:xfrm>
          <a:prstGeom prst="rect">
            <a:avLst/>
          </a:prstGeom>
        </p:spPr>
      </p:pic>
    </p:spTree>
    <p:extLst>
      <p:ext uri="{BB962C8B-B14F-4D97-AF65-F5344CB8AC3E}">
        <p14:creationId xmlns:p14="http://schemas.microsoft.com/office/powerpoint/2010/main" val="12884929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en-US" sz="4800" b="1" dirty="0">
                <a:solidFill>
                  <a:srgbClr val="FF0000"/>
                </a:solidFill>
              </a:rPr>
              <a:t>ASP.NET Core </a:t>
            </a:r>
            <a:r>
              <a:rPr lang="en-US" sz="4800" b="1" dirty="0" err="1">
                <a:solidFill>
                  <a:srgbClr val="FF0000"/>
                </a:solidFill>
              </a:rPr>
              <a:t>appsettings.json</a:t>
            </a:r>
            <a:r>
              <a:rPr lang="en-US" sz="4800" b="1" dirty="0">
                <a:solidFill>
                  <a:srgbClr val="FF0000"/>
                </a:solidFill>
              </a:rPr>
              <a:t> File</a:t>
            </a:r>
            <a:endParaRPr lang="en-US" sz="4800" b="1" dirty="0">
              <a:solidFill>
                <a:srgbClr val="FF0000"/>
              </a:solidFill>
              <a:latin typeface="+mn-lt"/>
              <a:ea typeface="Calibri" panose="020F0502020204030204" pitchFamily="34" charset="0"/>
              <a:cs typeface="Calibri" panose="020F0502020204030204" pitchFamily="34" charset="0"/>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13</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err="1"/>
              <a:t>Ví</a:t>
            </a:r>
            <a:r>
              <a:rPr lang="en-US" sz="2000" dirty="0"/>
              <a:t> </a:t>
            </a:r>
            <a:r>
              <a:rPr lang="en-US" sz="2000" dirty="0" err="1"/>
              <a:t>dụ</a:t>
            </a:r>
            <a:r>
              <a:rPr lang="en-US" sz="2000" dirty="0"/>
              <a:t> </a:t>
            </a:r>
            <a:r>
              <a:rPr lang="en-US" sz="2000" dirty="0" err="1"/>
              <a:t>Sử</a:t>
            </a:r>
            <a:r>
              <a:rPr lang="en-US" sz="2000" dirty="0"/>
              <a:t> </a:t>
            </a:r>
            <a:r>
              <a:rPr lang="en-US" sz="2000" dirty="0" err="1"/>
              <a:t>dụng</a:t>
            </a:r>
            <a:r>
              <a:rPr lang="en-US" sz="2000" dirty="0"/>
              <a:t> </a:t>
            </a:r>
            <a:r>
              <a:rPr lang="en-US" sz="2000" dirty="0" err="1"/>
              <a:t>appsettings.Development.json</a:t>
            </a:r>
            <a:endParaRPr lang="en-US" sz="2000" dirty="0"/>
          </a:p>
          <a:p>
            <a:pPr lvl="1"/>
            <a:r>
              <a:rPr lang="en-US" sz="2000" dirty="0"/>
              <a:t>C</a:t>
            </a:r>
            <a:r>
              <a:rPr lang="vi-VN" sz="2000" dirty="0"/>
              <a:t>hạy ứng dụng ở môi trường Development, ASP.NET Core sẽ ghi log với mức độ chi tiết hơn (Debug) so với cấu hình mặc định trong </a:t>
            </a:r>
            <a:r>
              <a:rPr lang="vi-VN" sz="2000" dirty="0" smtClean="0"/>
              <a:t>appsettings.json</a:t>
            </a:r>
            <a:endParaRPr lang="en-US" sz="2000" dirty="0" smtClean="0"/>
          </a:p>
          <a:p>
            <a:pPr lvl="1"/>
            <a:endParaRPr lang="en-US" sz="2000" dirty="0"/>
          </a:p>
          <a:p>
            <a:pPr lvl="1"/>
            <a:endParaRPr lang="en-US" sz="2000" dirty="0" smtClean="0"/>
          </a:p>
          <a:p>
            <a:pPr lvl="1"/>
            <a:endParaRPr lang="en-US" sz="2000" dirty="0"/>
          </a:p>
          <a:p>
            <a:pPr lvl="1"/>
            <a:endParaRPr lang="en-US" sz="2000" dirty="0" smtClean="0"/>
          </a:p>
          <a:p>
            <a:pPr lvl="1"/>
            <a:endParaRPr lang="en-US" sz="2000" dirty="0"/>
          </a:p>
          <a:p>
            <a:pPr lvl="1"/>
            <a:r>
              <a:rPr lang="en-US" sz="2000" dirty="0" err="1"/>
              <a:t>Ví</a:t>
            </a:r>
            <a:r>
              <a:rPr lang="en-US" sz="2000" dirty="0"/>
              <a:t> </a:t>
            </a:r>
            <a:r>
              <a:rPr lang="en-US" sz="2000" dirty="0" err="1"/>
              <a:t>dụ</a:t>
            </a:r>
            <a:r>
              <a:rPr lang="en-US" sz="2000" dirty="0"/>
              <a:t> </a:t>
            </a:r>
            <a:r>
              <a:rPr lang="en-US" sz="2000" dirty="0" err="1"/>
              <a:t>cấu</a:t>
            </a:r>
            <a:r>
              <a:rPr lang="en-US" sz="2000" dirty="0"/>
              <a:t> </a:t>
            </a:r>
            <a:r>
              <a:rPr lang="en-US" sz="2000" dirty="0" err="1"/>
              <a:t>hình</a:t>
            </a:r>
            <a:r>
              <a:rPr lang="en-US" sz="2000" dirty="0"/>
              <a:t> Connection String,</a:t>
            </a:r>
            <a:r>
              <a:rPr lang="vi-VN" sz="2000" dirty="0"/>
              <a:t> Nên lưu trữ connection string trong file riêng biệt (như secrets.json) và không commit lên repository để bảo mật.</a:t>
            </a:r>
            <a:endParaRPr lang="en-US" sz="2000" dirty="0"/>
          </a:p>
          <a:p>
            <a:pPr lvl="1"/>
            <a:endParaRPr lang="en-US" sz="2000" dirty="0"/>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pic>
        <p:nvPicPr>
          <p:cNvPr id="11" name="Picture 10">
            <a:extLst>
              <a:ext uri="{FF2B5EF4-FFF2-40B4-BE49-F238E27FC236}">
                <a16:creationId xmlns:a16="http://schemas.microsoft.com/office/drawing/2014/main" id="{C9628CE7-F693-9183-3A3F-5049708F404B}"/>
              </a:ext>
            </a:extLst>
          </p:cNvPr>
          <p:cNvPicPr>
            <a:picLocks noChangeAspect="1"/>
          </p:cNvPicPr>
          <p:nvPr/>
        </p:nvPicPr>
        <p:blipFill>
          <a:blip r:embed="rId3"/>
          <a:stretch>
            <a:fillRect/>
          </a:stretch>
        </p:blipFill>
        <p:spPr>
          <a:xfrm>
            <a:off x="4038600" y="2394439"/>
            <a:ext cx="3097481" cy="1524000"/>
          </a:xfrm>
          <a:prstGeom prst="rect">
            <a:avLst/>
          </a:prstGeom>
        </p:spPr>
      </p:pic>
      <p:pic>
        <p:nvPicPr>
          <p:cNvPr id="13" name="Picture 12">
            <a:extLst>
              <a:ext uri="{FF2B5EF4-FFF2-40B4-BE49-F238E27FC236}">
                <a16:creationId xmlns:a16="http://schemas.microsoft.com/office/drawing/2014/main" id="{E3198689-E6F4-7A49-A169-E0280E96D546}"/>
              </a:ext>
            </a:extLst>
          </p:cNvPr>
          <p:cNvPicPr>
            <a:picLocks noChangeAspect="1"/>
          </p:cNvPicPr>
          <p:nvPr/>
        </p:nvPicPr>
        <p:blipFill>
          <a:blip r:embed="rId4"/>
          <a:stretch>
            <a:fillRect/>
          </a:stretch>
        </p:blipFill>
        <p:spPr>
          <a:xfrm>
            <a:off x="2649415" y="4835769"/>
            <a:ext cx="5593734" cy="1466850"/>
          </a:xfrm>
          <a:prstGeom prst="rect">
            <a:avLst/>
          </a:prstGeom>
        </p:spPr>
      </p:pic>
    </p:spTree>
    <p:extLst>
      <p:ext uri="{BB962C8B-B14F-4D97-AF65-F5344CB8AC3E}">
        <p14:creationId xmlns:p14="http://schemas.microsoft.com/office/powerpoint/2010/main" val="359420172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en-US" sz="4800" b="1" dirty="0">
                <a:solidFill>
                  <a:srgbClr val="FF0000"/>
                </a:solidFill>
              </a:rPr>
              <a:t>ASP.NET Core </a:t>
            </a:r>
            <a:r>
              <a:rPr lang="en-US" sz="4800" b="1" dirty="0" err="1">
                <a:solidFill>
                  <a:srgbClr val="FF0000"/>
                </a:solidFill>
              </a:rPr>
              <a:t>launchSettings.json</a:t>
            </a:r>
            <a:r>
              <a:rPr lang="en-US" sz="4800" b="1" dirty="0">
                <a:solidFill>
                  <a:srgbClr val="FF0000"/>
                </a:solidFill>
              </a:rPr>
              <a:t> File</a:t>
            </a:r>
            <a:endParaRPr lang="en-US" sz="4800" b="1" dirty="0">
              <a:solidFill>
                <a:srgbClr val="FF0000"/>
              </a:solidFill>
              <a:latin typeface="+mn-lt"/>
              <a:ea typeface="Calibri" panose="020F0502020204030204" pitchFamily="34" charset="0"/>
              <a:cs typeface="Calibri" panose="020F0502020204030204" pitchFamily="34" charset="0"/>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14</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t>L</a:t>
            </a:r>
            <a:r>
              <a:rPr lang="vi-VN" dirty="0"/>
              <a:t>à file cấu hình dành cho môi trường development, giúp bạn chạy và debug ứng dụng ASP.NET Core</a:t>
            </a:r>
            <a:endParaRPr lang="en-US" dirty="0"/>
          </a:p>
          <a:p>
            <a:r>
              <a:rPr lang="en-US" dirty="0" err="1"/>
              <a:t>Chứa</a:t>
            </a:r>
            <a:r>
              <a:rPr lang="en-US" dirty="0"/>
              <a:t> </a:t>
            </a:r>
            <a:r>
              <a:rPr lang="en-US" dirty="0" err="1"/>
              <a:t>thông</a:t>
            </a:r>
            <a:r>
              <a:rPr lang="en-US" dirty="0"/>
              <a:t> tin </a:t>
            </a:r>
            <a:r>
              <a:rPr lang="en-US" dirty="0" err="1"/>
              <a:t>cấu</a:t>
            </a:r>
            <a:r>
              <a:rPr lang="en-US" dirty="0"/>
              <a:t> </a:t>
            </a:r>
            <a:r>
              <a:rPr lang="en-US" dirty="0" err="1"/>
              <a:t>hình</a:t>
            </a:r>
            <a:r>
              <a:rPr lang="en-US" dirty="0"/>
              <a:t> </a:t>
            </a:r>
            <a:r>
              <a:rPr lang="en-US" dirty="0" err="1"/>
              <a:t>cho</a:t>
            </a:r>
            <a:r>
              <a:rPr lang="en-US" dirty="0"/>
              <a:t> </a:t>
            </a:r>
            <a:r>
              <a:rPr lang="en-US" dirty="0" err="1"/>
              <a:t>các</a:t>
            </a:r>
            <a:r>
              <a:rPr lang="en-US" dirty="0"/>
              <a:t> profile </a:t>
            </a:r>
            <a:r>
              <a:rPr lang="en-US" dirty="0" err="1"/>
              <a:t>khác</a:t>
            </a:r>
            <a:r>
              <a:rPr lang="en-US" dirty="0"/>
              <a:t> </a:t>
            </a:r>
            <a:r>
              <a:rPr lang="en-US" dirty="0" err="1"/>
              <a:t>nhau</a:t>
            </a:r>
            <a:r>
              <a:rPr lang="en-US" dirty="0"/>
              <a:t>, </a:t>
            </a:r>
            <a:r>
              <a:rPr lang="en-US" dirty="0" err="1"/>
              <a:t>ví</a:t>
            </a:r>
            <a:r>
              <a:rPr lang="en-US" dirty="0"/>
              <a:t> </a:t>
            </a:r>
            <a:r>
              <a:rPr lang="en-US" dirty="0" err="1"/>
              <a:t>dụ</a:t>
            </a:r>
            <a:r>
              <a:rPr lang="en-US" dirty="0"/>
              <a:t>: "IIS Express", "</a:t>
            </a:r>
            <a:r>
              <a:rPr lang="en-US" dirty="0" err="1"/>
              <a:t>YourProjectName</a:t>
            </a:r>
            <a:r>
              <a:rPr lang="en-US" dirty="0"/>
              <a:t>", "Docker",...</a:t>
            </a:r>
          </a:p>
          <a:p>
            <a:r>
              <a:rPr lang="en-US" dirty="0"/>
              <a:t>C</a:t>
            </a:r>
            <a:r>
              <a:rPr lang="vi-VN" dirty="0"/>
              <a:t>ó thể thiết lập các biến môi trường khác nhau cho từng profile, ví dụ: "Development", "Staging", "Production“</a:t>
            </a:r>
            <a:endParaRPr lang="en-US" dirty="0"/>
          </a:p>
          <a:p>
            <a:r>
              <a:rPr lang="vi-VN" dirty="0"/>
              <a:t>Không nên lưu trữ thông tin nhạy cảm (như connection string) trong file này</a:t>
            </a:r>
            <a:r>
              <a:rPr lang="en-US" dirty="0"/>
              <a:t>, </a:t>
            </a:r>
            <a:r>
              <a:rPr lang="vi-VN" dirty="0"/>
              <a:t>Nên sử dụng Secret Manager hoặc biến môi trường để lưu trữ thông tin nhạy cảm trong quá trình development.</a:t>
            </a:r>
            <a:endParaRPr lang="en-US" dirty="0"/>
          </a:p>
          <a:p>
            <a:pPr lvl="1"/>
            <a:endParaRPr lang="en-US" dirty="0"/>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spTree>
    <p:extLst>
      <p:ext uri="{BB962C8B-B14F-4D97-AF65-F5344CB8AC3E}">
        <p14:creationId xmlns:p14="http://schemas.microsoft.com/office/powerpoint/2010/main" val="298367618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Text Placeholder 29"/>
          <p:cNvSpPr>
            <a:spLocks noGrp="1"/>
          </p:cNvSpPr>
          <p:nvPr>
            <p:ph type="body" sz="quarter" idx="13"/>
          </p:nvPr>
        </p:nvSpPr>
        <p:spPr/>
        <p:txBody>
          <a:bodyPr/>
          <a:lstStyle/>
          <a:p>
            <a:endParaRPr lang="en-US"/>
          </a:p>
        </p:txBody>
      </p:sp>
      <p:sp>
        <p:nvSpPr>
          <p:cNvPr id="31" name="Text Placeholder 30"/>
          <p:cNvSpPr>
            <a:spLocks noGrp="1"/>
          </p:cNvSpPr>
          <p:nvPr>
            <p:ph type="body" sz="quarter" idx="22"/>
          </p:nvPr>
        </p:nvSpPr>
        <p:spPr/>
        <p:txBody>
          <a:bodyPr/>
          <a:lstStyle/>
          <a:p>
            <a:endParaRPr lang="en-US" dirty="0"/>
          </a:p>
        </p:txBody>
      </p:sp>
      <p:sp>
        <p:nvSpPr>
          <p:cNvPr id="2" name="Title 1"/>
          <p:cNvSpPr>
            <a:spLocks noGrp="1"/>
          </p:cNvSpPr>
          <p:nvPr>
            <p:ph type="title"/>
          </p:nvPr>
        </p:nvSpPr>
        <p:spPr/>
        <p:txBody>
          <a:bodyPr>
            <a:noAutofit/>
          </a:bodyPr>
          <a:lstStyle/>
          <a:p>
            <a:r>
              <a:rPr lang="en-US" sz="4800" dirty="0">
                <a:solidFill>
                  <a:srgbClr val="FFC000"/>
                </a:solidFill>
              </a:rPr>
              <a:t>Demo </a:t>
            </a:r>
            <a:r>
              <a:rPr lang="en-US" sz="4800" dirty="0" err="1">
                <a:solidFill>
                  <a:srgbClr val="FFC000"/>
                </a:solidFill>
              </a:rPr>
              <a:t>cấu</a:t>
            </a:r>
            <a:r>
              <a:rPr lang="en-US" sz="4800" dirty="0">
                <a:solidFill>
                  <a:srgbClr val="FFC000"/>
                </a:solidFill>
              </a:rPr>
              <a:t> </a:t>
            </a:r>
            <a:r>
              <a:rPr lang="en-US" sz="4800" dirty="0" err="1">
                <a:solidFill>
                  <a:srgbClr val="FFC000"/>
                </a:solidFill>
              </a:rPr>
              <a:t>hình</a:t>
            </a:r>
            <a:r>
              <a:rPr lang="en-US" sz="4800" dirty="0">
                <a:solidFill>
                  <a:srgbClr val="FFC000"/>
                </a:solidFill>
              </a:rPr>
              <a:t> </a:t>
            </a:r>
            <a:r>
              <a:rPr lang="en-US" sz="4800" dirty="0" err="1">
                <a:solidFill>
                  <a:srgbClr val="FFC000"/>
                </a:solidFill>
              </a:rPr>
              <a:t>và</a:t>
            </a:r>
            <a:r>
              <a:rPr lang="en-US" sz="4800" dirty="0">
                <a:solidFill>
                  <a:srgbClr val="FFC000"/>
                </a:solidFill>
              </a:rPr>
              <a:t> </a:t>
            </a:r>
            <a:r>
              <a:rPr lang="en-US" sz="4800" dirty="0" err="1">
                <a:solidFill>
                  <a:srgbClr val="FFC000"/>
                </a:solidFill>
              </a:rPr>
              <a:t>dùng</a:t>
            </a:r>
            <a:r>
              <a:rPr lang="en-US" sz="4800" dirty="0">
                <a:solidFill>
                  <a:srgbClr val="FFC000"/>
                </a:solidFill>
              </a:rPr>
              <a:t> </a:t>
            </a:r>
            <a:r>
              <a:rPr lang="en-US" sz="4800" dirty="0" smtClean="0">
                <a:solidFill>
                  <a:srgbClr val="FFC000"/>
                </a:solidFill>
              </a:rPr>
              <a:t>file </a:t>
            </a:r>
            <a:r>
              <a:rPr lang="en-US" sz="4800" dirty="0" err="1">
                <a:solidFill>
                  <a:srgbClr val="FFC000"/>
                </a:solidFill>
              </a:rPr>
              <a:t>appsettings.json</a:t>
            </a:r>
            <a:r>
              <a:rPr lang="en-US" sz="4800" dirty="0">
                <a:solidFill>
                  <a:srgbClr val="FFC000"/>
                </a:solidFill>
              </a:rPr>
              <a:t>, </a:t>
            </a:r>
            <a:r>
              <a:rPr lang="en-US" sz="4800" dirty="0" err="1">
                <a:solidFill>
                  <a:srgbClr val="FFC000"/>
                </a:solidFill>
              </a:rPr>
              <a:t>launchSettings.json</a:t>
            </a:r>
            <a:r>
              <a:rPr lang="en-US" sz="4800" dirty="0">
                <a:solidFill>
                  <a:srgbClr val="FFC000"/>
                </a:solidFill>
              </a:rPr>
              <a:t> </a:t>
            </a:r>
            <a:endParaRPr lang="en-US" sz="4800" dirty="0">
              <a:solidFill>
                <a:srgbClr val="FFC000"/>
              </a:solidFill>
            </a:endParaRPr>
          </a:p>
        </p:txBody>
      </p:sp>
      <p:sp>
        <p:nvSpPr>
          <p:cNvPr id="32" name="Text Placeholder 31"/>
          <p:cNvSpPr>
            <a:spLocks noGrp="1"/>
          </p:cNvSpPr>
          <p:nvPr>
            <p:ph type="body" sz="quarter" idx="23"/>
          </p:nvPr>
        </p:nvSpPr>
        <p:spPr/>
        <p:txBody>
          <a:bodyPr/>
          <a:lstStyle/>
          <a:p>
            <a:endParaRPr lang="en-US"/>
          </a:p>
        </p:txBody>
      </p:sp>
      <p:sp>
        <p:nvSpPr>
          <p:cNvPr id="4" name="Footer Placeholder 3"/>
          <p:cNvSpPr>
            <a:spLocks noGrp="1"/>
          </p:cNvSpPr>
          <p:nvPr>
            <p:ph type="ftr" sz="quarter" idx="4294967295"/>
          </p:nvPr>
        </p:nvSpPr>
        <p:spPr>
          <a:xfrm>
            <a:off x="0" y="6432550"/>
            <a:ext cx="4114800" cy="365125"/>
          </a:xfrm>
          <a:prstGeom prst="rect">
            <a:avLst/>
          </a:prstGeom>
        </p:spPr>
        <p:txBody>
          <a:bodyPr/>
          <a:lstStyle/>
          <a:p>
            <a:r>
              <a:rPr lang="vi-VN" dirty="0"/>
              <a:t>Lập trình C#3</a:t>
            </a:r>
            <a:endParaRPr lang="en-US" dirty="0"/>
          </a:p>
        </p:txBody>
      </p:sp>
      <p:sp>
        <p:nvSpPr>
          <p:cNvPr id="5" name="Slide Number Placeholder 4"/>
          <p:cNvSpPr>
            <a:spLocks noGrp="1"/>
          </p:cNvSpPr>
          <p:nvPr>
            <p:ph type="sldNum" sz="quarter" idx="4294967295"/>
          </p:nvPr>
        </p:nvSpPr>
        <p:spPr>
          <a:xfrm>
            <a:off x="0" y="6340475"/>
            <a:ext cx="303213" cy="365125"/>
          </a:xfrm>
          <a:prstGeom prst="rect">
            <a:avLst/>
          </a:prstGeom>
        </p:spPr>
        <p:txBody>
          <a:bodyPr/>
          <a:lstStyle/>
          <a:p>
            <a:fld id="{8AACEE26-D979-411F-B229-D9F26BAEDF07}" type="slidenum">
              <a:rPr lang="en-US" smtClean="0"/>
              <a:t>15</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6000" dirty="0" smtClean="0">
                <a:solidFill>
                  <a:srgbClr val="FF0000"/>
                </a:solidFill>
              </a:rPr>
              <a:t>				  </a:t>
            </a:r>
            <a:r>
              <a:rPr lang="en-US" sz="6000" dirty="0" smtClean="0">
                <a:solidFill>
                  <a:schemeClr val="bg1"/>
                </a:solidFill>
              </a:rPr>
              <a:t>DEMO</a:t>
            </a:r>
            <a:endParaRPr lang="en-US" sz="6000" dirty="0">
              <a:solidFill>
                <a:schemeClr val="bg1"/>
              </a:solidFill>
            </a:endParaRP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104322" y="0"/>
            <a:ext cx="1828919" cy="1312750"/>
          </a:xfrm>
          <a:prstGeom prst="rect">
            <a:avLst/>
          </a:prstGeom>
        </p:spPr>
      </p:pic>
    </p:spTree>
    <p:extLst>
      <p:ext uri="{BB962C8B-B14F-4D97-AF65-F5344CB8AC3E}">
        <p14:creationId xmlns:p14="http://schemas.microsoft.com/office/powerpoint/2010/main" val="310018686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en-US" sz="4800" b="1" dirty="0" err="1">
                <a:solidFill>
                  <a:srgbClr val="FF0000"/>
                </a:solidFill>
              </a:rPr>
              <a:t>Giới</a:t>
            </a:r>
            <a:r>
              <a:rPr lang="en-US" sz="4800" b="1" dirty="0">
                <a:solidFill>
                  <a:srgbClr val="FF0000"/>
                </a:solidFill>
              </a:rPr>
              <a:t> </a:t>
            </a:r>
            <a:r>
              <a:rPr lang="en-US" sz="4800" b="1" dirty="0" err="1">
                <a:solidFill>
                  <a:srgbClr val="FF0000"/>
                </a:solidFill>
              </a:rPr>
              <a:t>thiệu</a:t>
            </a:r>
            <a:r>
              <a:rPr lang="en-US" sz="4800" b="1" dirty="0">
                <a:solidFill>
                  <a:srgbClr val="FF0000"/>
                </a:solidFill>
              </a:rPr>
              <a:t> </a:t>
            </a:r>
            <a:r>
              <a:rPr lang="en-US" sz="4800" b="1" dirty="0" err="1">
                <a:solidFill>
                  <a:srgbClr val="FF0000"/>
                </a:solidFill>
              </a:rPr>
              <a:t>về</a:t>
            </a:r>
            <a:r>
              <a:rPr lang="en-US" sz="4800" b="1" dirty="0">
                <a:solidFill>
                  <a:srgbClr val="FF0000"/>
                </a:solidFill>
              </a:rPr>
              <a:t> </a:t>
            </a:r>
            <a:r>
              <a:rPr lang="en-US" sz="4800" b="1" dirty="0" err="1">
                <a:solidFill>
                  <a:srgbClr val="FF0000"/>
                </a:solidFill>
              </a:rPr>
              <a:t>MiddleWare</a:t>
            </a:r>
            <a:r>
              <a:rPr lang="en-US" sz="4800" b="1" dirty="0">
                <a:solidFill>
                  <a:srgbClr val="FF0000"/>
                </a:solidFill>
              </a:rPr>
              <a:t> / Pipeline</a:t>
            </a:r>
            <a:endParaRPr lang="en-US" sz="4800" b="1" dirty="0">
              <a:solidFill>
                <a:srgbClr val="FF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16</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dirty="0"/>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pic>
        <p:nvPicPr>
          <p:cNvPr id="8" name="Picture 2">
            <a:extLst>
              <a:ext uri="{FF2B5EF4-FFF2-40B4-BE49-F238E27FC236}">
                <a16:creationId xmlns:a16="http://schemas.microsoft.com/office/drawing/2014/main" id="{9D7BFDA3-59C3-4DA9-ADE1-3A5A1606ED3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5608" y="1142512"/>
            <a:ext cx="8610600" cy="52133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2569937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en-US" sz="4800" b="1" dirty="0" err="1">
                <a:solidFill>
                  <a:srgbClr val="FF0000"/>
                </a:solidFill>
              </a:rPr>
              <a:t>Giới</a:t>
            </a:r>
            <a:r>
              <a:rPr lang="en-US" sz="4800" b="1" dirty="0">
                <a:solidFill>
                  <a:srgbClr val="FF0000"/>
                </a:solidFill>
              </a:rPr>
              <a:t> </a:t>
            </a:r>
            <a:r>
              <a:rPr lang="en-US" sz="4800" b="1" dirty="0" err="1">
                <a:solidFill>
                  <a:srgbClr val="FF0000"/>
                </a:solidFill>
              </a:rPr>
              <a:t>thiệu</a:t>
            </a:r>
            <a:r>
              <a:rPr lang="en-US" sz="4800" b="1" dirty="0">
                <a:solidFill>
                  <a:srgbClr val="FF0000"/>
                </a:solidFill>
              </a:rPr>
              <a:t> </a:t>
            </a:r>
            <a:r>
              <a:rPr lang="en-US" sz="4800" b="1" dirty="0" err="1">
                <a:solidFill>
                  <a:srgbClr val="FF0000"/>
                </a:solidFill>
              </a:rPr>
              <a:t>về</a:t>
            </a:r>
            <a:r>
              <a:rPr lang="en-US" sz="4800" b="1" dirty="0">
                <a:solidFill>
                  <a:srgbClr val="FF0000"/>
                </a:solidFill>
              </a:rPr>
              <a:t> </a:t>
            </a:r>
            <a:r>
              <a:rPr lang="en-US" sz="4800" b="1" dirty="0" err="1">
                <a:solidFill>
                  <a:srgbClr val="FF0000"/>
                </a:solidFill>
              </a:rPr>
              <a:t>MiddleWare</a:t>
            </a:r>
            <a:r>
              <a:rPr lang="en-US" sz="4800" b="1" dirty="0">
                <a:solidFill>
                  <a:srgbClr val="FF0000"/>
                </a:solidFill>
              </a:rPr>
              <a:t> / Pipeline</a:t>
            </a:r>
            <a:endParaRPr lang="en-US" sz="4800" b="1" dirty="0">
              <a:solidFill>
                <a:srgbClr val="FF0000"/>
              </a:solidFill>
              <a:latin typeface="+mn-lt"/>
              <a:ea typeface="Calibri" panose="020F0502020204030204" pitchFamily="34" charset="0"/>
              <a:cs typeface="Calibri" panose="020F0502020204030204" pitchFamily="34" charset="0"/>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17</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3200" dirty="0" err="1"/>
              <a:t>Một</a:t>
            </a:r>
            <a:r>
              <a:rPr lang="en-US" sz="3200" dirty="0"/>
              <a:t> Middleware </a:t>
            </a:r>
            <a:r>
              <a:rPr lang="en-US" sz="3200" dirty="0" err="1"/>
              <a:t>là</a:t>
            </a:r>
            <a:r>
              <a:rPr lang="en-US" sz="3200" dirty="0"/>
              <a:t> </a:t>
            </a:r>
            <a:r>
              <a:rPr lang="en-US" sz="3200" dirty="0" err="1"/>
              <a:t>một</a:t>
            </a:r>
            <a:r>
              <a:rPr lang="en-US" sz="3200" dirty="0"/>
              <a:t> module code </a:t>
            </a:r>
            <a:r>
              <a:rPr lang="en-US" sz="3200" dirty="0" err="1"/>
              <a:t>nhận</a:t>
            </a:r>
            <a:r>
              <a:rPr lang="en-US" sz="3200" dirty="0"/>
              <a:t> </a:t>
            </a:r>
            <a:r>
              <a:rPr lang="en-US" sz="3200" dirty="0" err="1"/>
              <a:t>yêu</a:t>
            </a:r>
            <a:r>
              <a:rPr lang="en-US" sz="3200" dirty="0"/>
              <a:t> </a:t>
            </a:r>
            <a:r>
              <a:rPr lang="en-US" sz="3200" dirty="0" err="1"/>
              <a:t>cầu</a:t>
            </a:r>
            <a:r>
              <a:rPr lang="en-US" sz="3200" dirty="0"/>
              <a:t> </a:t>
            </a:r>
            <a:r>
              <a:rPr lang="en-US" sz="3200" dirty="0" err="1"/>
              <a:t>gửi</a:t>
            </a:r>
            <a:r>
              <a:rPr lang="en-US" sz="3200" dirty="0"/>
              <a:t> </a:t>
            </a:r>
            <a:r>
              <a:rPr lang="en-US" sz="3200" dirty="0" err="1"/>
              <a:t>đến</a:t>
            </a:r>
            <a:r>
              <a:rPr lang="en-US" sz="3200" dirty="0"/>
              <a:t> </a:t>
            </a:r>
            <a:r>
              <a:rPr lang="en-US" sz="3200" dirty="0" err="1"/>
              <a:t>từ</a:t>
            </a:r>
            <a:r>
              <a:rPr lang="en-US" sz="3200" dirty="0"/>
              <a:t> Request </a:t>
            </a:r>
            <a:r>
              <a:rPr lang="en-US" sz="3200" dirty="0" err="1"/>
              <a:t>và</a:t>
            </a:r>
            <a:r>
              <a:rPr lang="en-US" sz="3200" dirty="0"/>
              <a:t> </a:t>
            </a:r>
            <a:r>
              <a:rPr lang="en-US" sz="3200" dirty="0" err="1"/>
              <a:t>trả</a:t>
            </a:r>
            <a:r>
              <a:rPr lang="en-US" sz="3200" dirty="0"/>
              <a:t> </a:t>
            </a:r>
            <a:r>
              <a:rPr lang="en-US" sz="3200" dirty="0" err="1"/>
              <a:t>về</a:t>
            </a:r>
            <a:r>
              <a:rPr lang="en-US" sz="3200" dirty="0"/>
              <a:t> Response. </a:t>
            </a:r>
            <a:r>
              <a:rPr lang="en-US" sz="3200" dirty="0" err="1"/>
              <a:t>Cụ</a:t>
            </a:r>
            <a:r>
              <a:rPr lang="en-US" sz="3200" dirty="0"/>
              <a:t> </a:t>
            </a:r>
            <a:r>
              <a:rPr lang="en-US" sz="3200" dirty="0" err="1"/>
              <a:t>thể</a:t>
            </a:r>
            <a:r>
              <a:rPr lang="en-US" sz="3200" dirty="0"/>
              <a:t> </a:t>
            </a:r>
            <a:r>
              <a:rPr lang="en-US" sz="3200" dirty="0" err="1"/>
              <a:t>trong</a:t>
            </a:r>
            <a:r>
              <a:rPr lang="en-US" sz="3200" dirty="0"/>
              <a:t> ASP.NET Core, </a:t>
            </a:r>
            <a:r>
              <a:rPr lang="en-US" sz="3200" dirty="0" err="1"/>
              <a:t>middlewarre</a:t>
            </a:r>
            <a:r>
              <a:rPr lang="en-US" sz="3200" dirty="0"/>
              <a:t> </a:t>
            </a:r>
            <a:r>
              <a:rPr lang="en-US" sz="3200" dirty="0" err="1"/>
              <a:t>có</a:t>
            </a:r>
            <a:r>
              <a:rPr lang="en-US" sz="3200" dirty="0"/>
              <a:t> </a:t>
            </a:r>
            <a:r>
              <a:rPr lang="en-US" sz="3200" dirty="0" err="1"/>
              <a:t>thể</a:t>
            </a:r>
            <a:r>
              <a:rPr lang="en-US" sz="3200" dirty="0"/>
              <a:t>:</a:t>
            </a:r>
          </a:p>
          <a:p>
            <a:pPr lvl="1"/>
            <a:r>
              <a:rPr lang="en-US" sz="2800" dirty="0" err="1"/>
              <a:t>Nhận</a:t>
            </a:r>
            <a:r>
              <a:rPr lang="en-US" sz="2800" dirty="0"/>
              <a:t> </a:t>
            </a:r>
            <a:r>
              <a:rPr lang="en-US" sz="2800" dirty="0" err="1"/>
              <a:t>một</a:t>
            </a:r>
            <a:r>
              <a:rPr lang="en-US" sz="2800" dirty="0"/>
              <a:t> HTTP Request </a:t>
            </a:r>
            <a:r>
              <a:rPr lang="en-US" sz="2800" dirty="0" err="1"/>
              <a:t>gửi</a:t>
            </a:r>
            <a:r>
              <a:rPr lang="en-US" sz="2800" dirty="0"/>
              <a:t> </a:t>
            </a:r>
            <a:r>
              <a:rPr lang="en-US" sz="2800" dirty="0" err="1"/>
              <a:t>đến</a:t>
            </a:r>
            <a:r>
              <a:rPr lang="en-US" sz="2800" dirty="0"/>
              <a:t> </a:t>
            </a:r>
            <a:r>
              <a:rPr lang="en-US" sz="2800" dirty="0" err="1"/>
              <a:t>và</a:t>
            </a:r>
            <a:r>
              <a:rPr lang="en-US" sz="2800" dirty="0"/>
              <a:t> </a:t>
            </a:r>
            <a:r>
              <a:rPr lang="en-US" sz="2800" dirty="0" err="1"/>
              <a:t>phát</a:t>
            </a:r>
            <a:r>
              <a:rPr lang="en-US" sz="2800" dirty="0"/>
              <a:t> </a:t>
            </a:r>
            <a:r>
              <a:rPr lang="en-US" sz="2800" dirty="0" err="1"/>
              <a:t>sinh</a:t>
            </a:r>
            <a:r>
              <a:rPr lang="en-US" sz="2800" dirty="0"/>
              <a:t> </a:t>
            </a:r>
            <a:r>
              <a:rPr lang="en-US" sz="2800" dirty="0" err="1"/>
              <a:t>ra</a:t>
            </a:r>
            <a:r>
              <a:rPr lang="en-US" sz="2800" dirty="0"/>
              <a:t> HTTP Response </a:t>
            </a:r>
            <a:r>
              <a:rPr lang="en-US" sz="2800" dirty="0" err="1"/>
              <a:t>để</a:t>
            </a:r>
            <a:r>
              <a:rPr lang="en-US" sz="2800" dirty="0"/>
              <a:t> </a:t>
            </a:r>
            <a:r>
              <a:rPr lang="en-US" sz="2800" dirty="0" err="1"/>
              <a:t>trả</a:t>
            </a:r>
            <a:r>
              <a:rPr lang="en-US" sz="2800" dirty="0"/>
              <a:t> </a:t>
            </a:r>
            <a:r>
              <a:rPr lang="en-US" sz="2800" dirty="0" err="1"/>
              <a:t>về</a:t>
            </a:r>
            <a:endParaRPr lang="en-US" sz="2800" dirty="0"/>
          </a:p>
          <a:p>
            <a:pPr lvl="1"/>
            <a:r>
              <a:rPr lang="en-US" sz="2800" dirty="0" err="1"/>
              <a:t>Nhận</a:t>
            </a:r>
            <a:r>
              <a:rPr lang="en-US" sz="2800" dirty="0"/>
              <a:t> </a:t>
            </a:r>
            <a:r>
              <a:rPr lang="en-US" sz="2800" dirty="0" err="1"/>
              <a:t>một</a:t>
            </a:r>
            <a:r>
              <a:rPr lang="en-US" sz="2800" dirty="0"/>
              <a:t> HTTP Request </a:t>
            </a:r>
            <a:r>
              <a:rPr lang="en-US" sz="2800" dirty="0" err="1"/>
              <a:t>gửi</a:t>
            </a:r>
            <a:r>
              <a:rPr lang="en-US" sz="2800" dirty="0"/>
              <a:t> </a:t>
            </a:r>
            <a:r>
              <a:rPr lang="en-US" sz="2800" dirty="0" err="1"/>
              <a:t>đến</a:t>
            </a:r>
            <a:r>
              <a:rPr lang="en-US" sz="2800" dirty="0"/>
              <a:t>, </a:t>
            </a:r>
            <a:r>
              <a:rPr lang="en-US" sz="2800" dirty="0" err="1"/>
              <a:t>thi</a:t>
            </a:r>
            <a:r>
              <a:rPr lang="en-US" sz="2800" dirty="0"/>
              <a:t> </a:t>
            </a:r>
            <a:r>
              <a:rPr lang="en-US" sz="2800" dirty="0" err="1"/>
              <a:t>hành</a:t>
            </a:r>
            <a:r>
              <a:rPr lang="en-US" sz="2800" dirty="0"/>
              <a:t> </a:t>
            </a:r>
            <a:r>
              <a:rPr lang="en-US" sz="2800" dirty="0" err="1"/>
              <a:t>một</a:t>
            </a:r>
            <a:r>
              <a:rPr lang="en-US" sz="2800" dirty="0"/>
              <a:t> </a:t>
            </a:r>
            <a:r>
              <a:rPr lang="en-US" sz="2800" dirty="0" err="1"/>
              <a:t>số</a:t>
            </a:r>
            <a:r>
              <a:rPr lang="en-US" sz="2800" dirty="0"/>
              <a:t> </a:t>
            </a:r>
            <a:r>
              <a:rPr lang="en-US" sz="2800" dirty="0" err="1"/>
              <a:t>tác</a:t>
            </a:r>
            <a:r>
              <a:rPr lang="en-US" sz="2800" dirty="0"/>
              <a:t> </a:t>
            </a:r>
            <a:r>
              <a:rPr lang="en-US" sz="2800" dirty="0" err="1"/>
              <a:t>vụ</a:t>
            </a:r>
            <a:r>
              <a:rPr lang="en-US" sz="2800" dirty="0"/>
              <a:t> (</a:t>
            </a:r>
            <a:r>
              <a:rPr lang="en-US" sz="2800" dirty="0" err="1"/>
              <a:t>có</a:t>
            </a:r>
            <a:r>
              <a:rPr lang="en-US" sz="2800" dirty="0"/>
              <a:t> </a:t>
            </a:r>
            <a:r>
              <a:rPr lang="en-US" sz="2800" dirty="0" err="1"/>
              <a:t>thể</a:t>
            </a:r>
            <a:r>
              <a:rPr lang="en-US" sz="2800" dirty="0"/>
              <a:t> </a:t>
            </a:r>
            <a:r>
              <a:rPr lang="en-US" sz="2800" dirty="0" err="1"/>
              <a:t>là</a:t>
            </a:r>
            <a:r>
              <a:rPr lang="en-US" sz="2800" dirty="0"/>
              <a:t> </a:t>
            </a:r>
            <a:r>
              <a:rPr lang="en-US" sz="2800" dirty="0" err="1"/>
              <a:t>sửa</a:t>
            </a:r>
            <a:r>
              <a:rPr lang="en-US" sz="2800" dirty="0"/>
              <a:t> </a:t>
            </a:r>
            <a:r>
              <a:rPr lang="en-US" sz="2800" dirty="0" err="1"/>
              <a:t>đổi</a:t>
            </a:r>
            <a:r>
              <a:rPr lang="en-US" sz="2800" dirty="0"/>
              <a:t> HTTP Request), </a:t>
            </a:r>
            <a:r>
              <a:rPr lang="en-US" sz="2800" dirty="0" err="1"/>
              <a:t>sau</a:t>
            </a:r>
            <a:r>
              <a:rPr lang="en-US" sz="2800" dirty="0"/>
              <a:t> </a:t>
            </a:r>
            <a:r>
              <a:rPr lang="en-US" sz="2800" dirty="0" err="1"/>
              <a:t>đó</a:t>
            </a:r>
            <a:r>
              <a:rPr lang="en-US" sz="2800" dirty="0"/>
              <a:t> </a:t>
            </a:r>
            <a:r>
              <a:rPr lang="en-US" sz="2800" dirty="0" err="1"/>
              <a:t>chuyển</a:t>
            </a:r>
            <a:r>
              <a:rPr lang="en-US" sz="2800" dirty="0"/>
              <a:t> </a:t>
            </a:r>
            <a:r>
              <a:rPr lang="en-US" sz="2800" dirty="0" err="1"/>
              <a:t>đến</a:t>
            </a:r>
            <a:r>
              <a:rPr lang="en-US" sz="2800" dirty="0"/>
              <a:t> </a:t>
            </a:r>
            <a:r>
              <a:rPr lang="en-US" sz="2800" dirty="0" err="1"/>
              <a:t>một</a:t>
            </a:r>
            <a:r>
              <a:rPr lang="en-US" sz="2800" dirty="0"/>
              <a:t> middleware </a:t>
            </a:r>
            <a:r>
              <a:rPr lang="en-US" sz="2800" dirty="0" err="1"/>
              <a:t>khác</a:t>
            </a:r>
            <a:endParaRPr lang="en-US" sz="2800" dirty="0"/>
          </a:p>
          <a:p>
            <a:pPr lvl="1"/>
            <a:r>
              <a:rPr lang="en-US" sz="2800" dirty="0" err="1"/>
              <a:t>Nhận</a:t>
            </a:r>
            <a:r>
              <a:rPr lang="en-US" sz="2800" dirty="0"/>
              <a:t> HTTP Response, </a:t>
            </a:r>
            <a:r>
              <a:rPr lang="en-US" sz="2800" dirty="0" err="1"/>
              <a:t>sửa</a:t>
            </a:r>
            <a:r>
              <a:rPr lang="en-US" sz="2800" dirty="0"/>
              <a:t> </a:t>
            </a:r>
            <a:r>
              <a:rPr lang="en-US" sz="2800" dirty="0" err="1"/>
              <a:t>nó</a:t>
            </a:r>
            <a:r>
              <a:rPr lang="en-US" sz="2800" dirty="0"/>
              <a:t> </a:t>
            </a:r>
            <a:r>
              <a:rPr lang="en-US" sz="2800" dirty="0" err="1"/>
              <a:t>và</a:t>
            </a:r>
            <a:r>
              <a:rPr lang="en-US" sz="2800" dirty="0"/>
              <a:t> </a:t>
            </a:r>
            <a:r>
              <a:rPr lang="en-US" sz="2800" dirty="0" err="1"/>
              <a:t>chuyển</a:t>
            </a:r>
            <a:r>
              <a:rPr lang="en-US" sz="2800" dirty="0"/>
              <a:t> </a:t>
            </a:r>
            <a:r>
              <a:rPr lang="en-US" sz="2800" dirty="0" err="1"/>
              <a:t>đến</a:t>
            </a:r>
            <a:r>
              <a:rPr lang="en-US" sz="2800" dirty="0"/>
              <a:t> </a:t>
            </a:r>
            <a:r>
              <a:rPr lang="en-US" sz="2800" dirty="0" err="1"/>
              <a:t>một</a:t>
            </a:r>
            <a:r>
              <a:rPr lang="en-US" sz="2800" dirty="0"/>
              <a:t> Middleware </a:t>
            </a:r>
            <a:r>
              <a:rPr lang="en-US" sz="2800" dirty="0" err="1"/>
              <a:t>khác</a:t>
            </a:r>
            <a:endParaRPr lang="en-US" sz="2800" dirty="0"/>
          </a:p>
          <a:p>
            <a:pPr lvl="1"/>
            <a:r>
              <a:rPr lang="en-US" sz="2800" dirty="0"/>
              <a:t>T</a:t>
            </a:r>
            <a:r>
              <a:rPr lang="vi-VN" sz="2800" dirty="0"/>
              <a:t>hêm các chức năng chung vào ứng dụng, ví dụ như xử lý lỗi, logging, authentication, authorization, caching,...</a:t>
            </a:r>
            <a:endParaRPr lang="en-US" sz="2800" dirty="0"/>
          </a:p>
          <a:p>
            <a:pPr marL="457200" lvl="1" indent="0">
              <a:buNone/>
            </a:pPr>
            <a:endParaRPr lang="en-US" dirty="0"/>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spTree>
    <p:extLst>
      <p:ext uri="{BB962C8B-B14F-4D97-AF65-F5344CB8AC3E}">
        <p14:creationId xmlns:p14="http://schemas.microsoft.com/office/powerpoint/2010/main" val="56834562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en-US" sz="4800" b="1" dirty="0" err="1">
                <a:solidFill>
                  <a:srgbClr val="FF0000"/>
                </a:solidFill>
              </a:rPr>
              <a:t>Giới</a:t>
            </a:r>
            <a:r>
              <a:rPr lang="en-US" sz="4800" b="1" dirty="0">
                <a:solidFill>
                  <a:srgbClr val="FF0000"/>
                </a:solidFill>
              </a:rPr>
              <a:t> </a:t>
            </a:r>
            <a:r>
              <a:rPr lang="en-US" sz="4800" b="1" dirty="0" err="1">
                <a:solidFill>
                  <a:srgbClr val="FF0000"/>
                </a:solidFill>
              </a:rPr>
              <a:t>thiệu</a:t>
            </a:r>
            <a:r>
              <a:rPr lang="en-US" sz="4800" b="1" dirty="0">
                <a:solidFill>
                  <a:srgbClr val="FF0000"/>
                </a:solidFill>
              </a:rPr>
              <a:t> </a:t>
            </a:r>
            <a:r>
              <a:rPr lang="en-US" sz="4800" b="1" dirty="0" err="1">
                <a:solidFill>
                  <a:srgbClr val="FF0000"/>
                </a:solidFill>
              </a:rPr>
              <a:t>về</a:t>
            </a:r>
            <a:r>
              <a:rPr lang="en-US" sz="4800" b="1" dirty="0">
                <a:solidFill>
                  <a:srgbClr val="FF0000"/>
                </a:solidFill>
              </a:rPr>
              <a:t> </a:t>
            </a:r>
            <a:r>
              <a:rPr lang="en-US" sz="4800" b="1" dirty="0" err="1">
                <a:solidFill>
                  <a:srgbClr val="FF0000"/>
                </a:solidFill>
              </a:rPr>
              <a:t>MiddleWare</a:t>
            </a:r>
            <a:r>
              <a:rPr lang="en-US" sz="4800" b="1" dirty="0">
                <a:solidFill>
                  <a:srgbClr val="FF0000"/>
                </a:solidFill>
              </a:rPr>
              <a:t> / Pipeline</a:t>
            </a:r>
            <a:endParaRPr lang="en-US" sz="4800" b="1" dirty="0">
              <a:solidFill>
                <a:srgbClr val="FF0000"/>
              </a:solidFill>
              <a:latin typeface="+mn-lt"/>
              <a:ea typeface="Calibri" panose="020F0502020204030204" pitchFamily="34" charset="0"/>
              <a:cs typeface="Calibri" panose="020F0502020204030204" pitchFamily="34" charset="0"/>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18</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t>Pipeline:</a:t>
            </a:r>
            <a:r>
              <a:rPr lang="vi-VN" dirty="0"/>
              <a:t>Trong ứng dụng ASP.NET Core, các middlware kết nối lại với nhau thành một xích, middleware đầu tiên nhận HTTP Request, xử lý nó và có thể chuyển cho middleware tiếp theo hoặc trả về ngay HTTP Response. Chuỗi các middleware theo thứ tự như vậy gọi là pipeline</a:t>
            </a:r>
            <a:endParaRPr lang="en-US" dirty="0"/>
          </a:p>
          <a:p>
            <a:r>
              <a:rPr lang="vi-VN" dirty="0"/>
              <a:t>Mỗi Middleware trong pipeline sẽ tuần tự có cơ hội thứ hai để kiểm tra lại request và điểm chỉnh response trước khi được trả lại.</a:t>
            </a:r>
            <a:endParaRPr lang="en-US" dirty="0"/>
          </a:p>
          <a:p>
            <a:r>
              <a:rPr lang="vi-VN" dirty="0"/>
              <a:t>Bất cứ middleware nào trong request pipeline đều có thể ngắt request pipeline tại chỗ đó với chỉ một bước đơn giản là không gán request đó đi tiếp</a:t>
            </a:r>
            <a:endParaRPr lang="en-US" dirty="0"/>
          </a:p>
          <a:p>
            <a:r>
              <a:rPr lang="vi-VN" dirty="0"/>
              <a:t>Thứ tự khai báo middleware trong Program.cs ảnh hưởng đến thứ tự chúng được thực thi.</a:t>
            </a:r>
            <a:endParaRPr lang="en-US" dirty="0"/>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spTree>
    <p:extLst>
      <p:ext uri="{BB962C8B-B14F-4D97-AF65-F5344CB8AC3E}">
        <p14:creationId xmlns:p14="http://schemas.microsoft.com/office/powerpoint/2010/main" val="139689414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en-US" sz="4800" b="1" dirty="0" err="1">
                <a:solidFill>
                  <a:srgbClr val="FF0000"/>
                </a:solidFill>
              </a:rPr>
              <a:t>Giới</a:t>
            </a:r>
            <a:r>
              <a:rPr lang="en-US" sz="4800" b="1" dirty="0">
                <a:solidFill>
                  <a:srgbClr val="FF0000"/>
                </a:solidFill>
              </a:rPr>
              <a:t> </a:t>
            </a:r>
            <a:r>
              <a:rPr lang="en-US" sz="4800" b="1" dirty="0" err="1">
                <a:solidFill>
                  <a:srgbClr val="FF0000"/>
                </a:solidFill>
              </a:rPr>
              <a:t>thiệu</a:t>
            </a:r>
            <a:r>
              <a:rPr lang="en-US" sz="4800" b="1" dirty="0">
                <a:solidFill>
                  <a:srgbClr val="FF0000"/>
                </a:solidFill>
              </a:rPr>
              <a:t> </a:t>
            </a:r>
            <a:r>
              <a:rPr lang="en-US" sz="4800" b="1" dirty="0" err="1">
                <a:solidFill>
                  <a:srgbClr val="FF0000"/>
                </a:solidFill>
              </a:rPr>
              <a:t>về</a:t>
            </a:r>
            <a:r>
              <a:rPr lang="en-US" sz="4800" b="1" dirty="0">
                <a:solidFill>
                  <a:srgbClr val="FF0000"/>
                </a:solidFill>
              </a:rPr>
              <a:t> </a:t>
            </a:r>
            <a:r>
              <a:rPr lang="en-US" sz="4800" b="1" dirty="0" err="1">
                <a:solidFill>
                  <a:srgbClr val="FF0000"/>
                </a:solidFill>
              </a:rPr>
              <a:t>MiddleWare</a:t>
            </a:r>
            <a:r>
              <a:rPr lang="en-US" sz="4800" b="1" dirty="0">
                <a:solidFill>
                  <a:srgbClr val="FF0000"/>
                </a:solidFill>
              </a:rPr>
              <a:t> / Pipeline</a:t>
            </a:r>
            <a:endParaRPr lang="en-US" sz="4800" b="1" dirty="0">
              <a:solidFill>
                <a:srgbClr val="FF0000"/>
              </a:solidFill>
              <a:latin typeface="+mn-lt"/>
              <a:ea typeface="Calibri" panose="020F0502020204030204" pitchFamily="34" charset="0"/>
              <a:cs typeface="Calibri" panose="020F0502020204030204" pitchFamily="34" charset="0"/>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19</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err="1"/>
              <a:t>Ví</a:t>
            </a:r>
            <a:r>
              <a:rPr lang="en-US" dirty="0"/>
              <a:t> </a:t>
            </a:r>
            <a:r>
              <a:rPr lang="en-US" dirty="0" err="1"/>
              <a:t>dụ</a:t>
            </a:r>
            <a:r>
              <a:rPr lang="en-US" dirty="0"/>
              <a:t> </a:t>
            </a:r>
            <a:r>
              <a:rPr lang="en-US" dirty="0" err="1"/>
              <a:t>trong</a:t>
            </a:r>
            <a:r>
              <a:rPr lang="en-US" dirty="0"/>
              <a:t> </a:t>
            </a:r>
            <a:r>
              <a:rPr lang="en-US" dirty="0" err="1"/>
              <a:t>Program.cs</a:t>
            </a:r>
            <a:r>
              <a:rPr lang="en-US" dirty="0"/>
              <a:t> </a:t>
            </a:r>
            <a:r>
              <a:rPr lang="en-US" dirty="0" err="1"/>
              <a:t>thì</a:t>
            </a:r>
            <a:endParaRPr lang="en-US" dirty="0"/>
          </a:p>
          <a:p>
            <a:pPr lvl="1"/>
            <a:r>
              <a:rPr lang="en-US" dirty="0"/>
              <a:t> </a:t>
            </a:r>
            <a:r>
              <a:rPr lang="en-US" dirty="0" err="1"/>
              <a:t>UseDeveloperExceptionPage</a:t>
            </a:r>
            <a:r>
              <a:rPr lang="en-US" dirty="0"/>
              <a:t>() </a:t>
            </a:r>
            <a:r>
              <a:rPr lang="en-US" dirty="0" err="1"/>
              <a:t>là</a:t>
            </a:r>
            <a:r>
              <a:rPr lang="en-US" dirty="0"/>
              <a:t> Middleware</a:t>
            </a:r>
          </a:p>
          <a:p>
            <a:pPr lvl="1"/>
            <a:r>
              <a:rPr lang="en-US" dirty="0"/>
              <a:t> Run() </a:t>
            </a:r>
            <a:r>
              <a:rPr lang="en-US" dirty="0" err="1"/>
              <a:t>là</a:t>
            </a:r>
            <a:r>
              <a:rPr lang="en-US" dirty="0"/>
              <a:t> Middleware</a:t>
            </a:r>
            <a:endParaRPr lang="en-US" dirty="0"/>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pic>
        <p:nvPicPr>
          <p:cNvPr id="7" name="Picture 2" descr="ASP.NET Core Middleware Components Configure Method">
            <a:extLst>
              <a:ext uri="{FF2B5EF4-FFF2-40B4-BE49-F238E27FC236}">
                <a16:creationId xmlns:a16="http://schemas.microsoft.com/office/drawing/2014/main" id="{F1F44664-0FED-4324-AF20-4BEA15602F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83044" y="3095731"/>
            <a:ext cx="7562850" cy="29622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8013580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en-US" sz="4800" b="1" dirty="0" err="1">
                <a:solidFill>
                  <a:srgbClr val="FF0000"/>
                </a:solidFill>
              </a:rPr>
              <a:t>Giới</a:t>
            </a:r>
            <a:r>
              <a:rPr lang="en-US" sz="4800" b="1" dirty="0">
                <a:solidFill>
                  <a:srgbClr val="FF0000"/>
                </a:solidFill>
              </a:rPr>
              <a:t> </a:t>
            </a:r>
            <a:r>
              <a:rPr lang="en-US" sz="4800" b="1" dirty="0" err="1">
                <a:solidFill>
                  <a:srgbClr val="FF0000"/>
                </a:solidFill>
              </a:rPr>
              <a:t>thiệu</a:t>
            </a:r>
            <a:r>
              <a:rPr lang="en-US" sz="4800" b="1" dirty="0">
                <a:solidFill>
                  <a:srgbClr val="FF0000"/>
                </a:solidFill>
              </a:rPr>
              <a:t> </a:t>
            </a:r>
            <a:r>
              <a:rPr lang="en-US" sz="4800" b="1" dirty="0" err="1">
                <a:solidFill>
                  <a:srgbClr val="FF0000"/>
                </a:solidFill>
              </a:rPr>
              <a:t>về</a:t>
            </a:r>
            <a:r>
              <a:rPr lang="en-US" sz="4800" b="1" dirty="0">
                <a:solidFill>
                  <a:srgbClr val="FF0000"/>
                </a:solidFill>
              </a:rPr>
              <a:t> </a:t>
            </a:r>
            <a:r>
              <a:rPr lang="en-US" sz="4800" b="1" dirty="0" err="1">
                <a:solidFill>
                  <a:srgbClr val="FF0000"/>
                </a:solidFill>
              </a:rPr>
              <a:t>MiddleWare</a:t>
            </a:r>
            <a:r>
              <a:rPr lang="en-US" sz="4800" b="1" dirty="0">
                <a:solidFill>
                  <a:srgbClr val="FF0000"/>
                </a:solidFill>
              </a:rPr>
              <a:t> / Pipeline</a:t>
            </a:r>
            <a:endParaRPr lang="en-US" sz="4800" b="1" dirty="0">
              <a:solidFill>
                <a:srgbClr val="FF0000"/>
              </a:solidFill>
              <a:latin typeface="+mn-lt"/>
              <a:ea typeface="Calibri" panose="020F0502020204030204" pitchFamily="34" charset="0"/>
              <a:cs typeface="Calibri" panose="020F0502020204030204" pitchFamily="34" charset="0"/>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20</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3200" dirty="0" err="1"/>
              <a:t>Cách</a:t>
            </a:r>
            <a:r>
              <a:rPr lang="en-US" sz="3200" dirty="0"/>
              <a:t> </a:t>
            </a:r>
            <a:r>
              <a:rPr lang="en-US" sz="3200" dirty="0" err="1"/>
              <a:t>tạo</a:t>
            </a:r>
            <a:r>
              <a:rPr lang="en-US" sz="3200" dirty="0"/>
              <a:t> Middleware</a:t>
            </a:r>
          </a:p>
          <a:p>
            <a:pPr lvl="1"/>
            <a:r>
              <a:rPr lang="vi-VN" sz="2800" dirty="0"/>
              <a:t>Phương thức Inline: Viết trực tiếp mã middleware trong Program class. Cách này phù hợp cho middleware đơn giản</a:t>
            </a:r>
            <a:endParaRPr lang="en-US" sz="2800" dirty="0"/>
          </a:p>
          <a:p>
            <a:pPr lvl="1"/>
            <a:r>
              <a:rPr lang="vi-VN" sz="2800" dirty="0"/>
              <a:t>Lớp Middleware riêng biệt: Tạo một lớp riêng biệt kế thừa từ IMiddleware hoặc sử dụng delegate RequestDelegate. Cách này giúp tổ chức code tốt hơn cho middleware phức tạp</a:t>
            </a:r>
            <a:endParaRPr lang="en-US" sz="2800" dirty="0"/>
          </a:p>
          <a:p>
            <a:pPr lvl="1"/>
            <a:r>
              <a:rPr lang="vi-VN" sz="2800" dirty="0"/>
              <a:t>Phương thức mở rộng IApplicationBuilder: Tạo phương thức mở rộng cho IApplicationBuilder để thêm middleware vào pipeline một cách dễ dàng. Cách này giúp tái sử dụng middleware trong nhiều dự án</a:t>
            </a:r>
            <a:endParaRPr lang="en-US" sz="2800" dirty="0"/>
          </a:p>
          <a:p>
            <a:pPr marL="457200" lvl="1" indent="0">
              <a:buNone/>
            </a:pPr>
            <a:endParaRPr lang="en-US" dirty="0"/>
          </a:p>
          <a:p>
            <a:pPr lvl="1"/>
            <a:endParaRPr lang="en-US" dirty="0"/>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spTree>
    <p:extLst>
      <p:ext uri="{BB962C8B-B14F-4D97-AF65-F5344CB8AC3E}">
        <p14:creationId xmlns:p14="http://schemas.microsoft.com/office/powerpoint/2010/main" val="283965459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en-US" sz="4800" b="1" dirty="0" err="1">
                <a:solidFill>
                  <a:srgbClr val="FF0000"/>
                </a:solidFill>
              </a:rPr>
              <a:t>Cấu</a:t>
            </a:r>
            <a:r>
              <a:rPr lang="en-US" sz="4800" b="1" dirty="0">
                <a:solidFill>
                  <a:srgbClr val="FF0000"/>
                </a:solidFill>
              </a:rPr>
              <a:t> </a:t>
            </a:r>
            <a:r>
              <a:rPr lang="en-US" sz="4800" b="1" dirty="0" err="1">
                <a:solidFill>
                  <a:srgbClr val="FF0000"/>
                </a:solidFill>
              </a:rPr>
              <a:t>hình</a:t>
            </a:r>
            <a:r>
              <a:rPr lang="en-US" sz="4800" b="1" dirty="0">
                <a:solidFill>
                  <a:srgbClr val="FF0000"/>
                </a:solidFill>
              </a:rPr>
              <a:t> Middleware </a:t>
            </a:r>
            <a:r>
              <a:rPr lang="en-US" sz="4800" b="1" dirty="0" err="1">
                <a:solidFill>
                  <a:srgbClr val="FF0000"/>
                </a:solidFill>
              </a:rPr>
              <a:t>với</a:t>
            </a:r>
            <a:r>
              <a:rPr lang="en-US" sz="4800" b="1" dirty="0">
                <a:solidFill>
                  <a:srgbClr val="FF0000"/>
                </a:solidFill>
              </a:rPr>
              <a:t> Use </a:t>
            </a:r>
            <a:r>
              <a:rPr lang="en-US" sz="4800" b="1" dirty="0" err="1">
                <a:solidFill>
                  <a:srgbClr val="FF0000"/>
                </a:solidFill>
              </a:rPr>
              <a:t>và</a:t>
            </a:r>
            <a:r>
              <a:rPr lang="en-US" sz="4800" b="1" dirty="0">
                <a:solidFill>
                  <a:srgbClr val="FF0000"/>
                </a:solidFill>
              </a:rPr>
              <a:t> Run	</a:t>
            </a:r>
            <a:endParaRPr lang="en-US" sz="4800" b="1" dirty="0">
              <a:solidFill>
                <a:srgbClr val="FF0000"/>
              </a:solidFill>
              <a:latin typeface="+mn-lt"/>
              <a:ea typeface="Calibri" panose="020F0502020204030204" pitchFamily="34" charset="0"/>
              <a:cs typeface="Calibri" panose="020F0502020204030204" pitchFamily="34" charset="0"/>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21</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vi-VN" sz="3200" dirty="0"/>
              <a:t>Phương thức Run thêm vào một middleware ngắt.</a:t>
            </a:r>
            <a:endParaRPr lang="en-US" sz="3200" dirty="0"/>
          </a:p>
          <a:p>
            <a:r>
              <a:rPr lang="vi-VN" sz="3200" dirty="0"/>
              <a:t>Phương thức Use thêm vào middleware, nó sẽ gọi middleware tiếp theo trong pipeline.</a:t>
            </a:r>
            <a:endParaRPr lang="en-US" sz="3200" dirty="0"/>
          </a:p>
          <a:p>
            <a:r>
              <a:rPr lang="vi-VN" sz="3200" dirty="0"/>
              <a:t>Chúng ta có thể gọi middleware tiếp theo bằng cách gọi phương thức </a:t>
            </a:r>
            <a:r>
              <a:rPr lang="vi-VN" sz="3200" b="1" dirty="0"/>
              <a:t>Invoke </a:t>
            </a:r>
            <a:r>
              <a:rPr lang="vi-VN" sz="3200" dirty="0"/>
              <a:t>của middleware tiếp theo</a:t>
            </a:r>
            <a:endParaRPr lang="en-US" sz="3200" dirty="0"/>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pic>
        <p:nvPicPr>
          <p:cNvPr id="7" name="Picture 6"/>
          <p:cNvPicPr>
            <a:picLocks noChangeAspect="1"/>
          </p:cNvPicPr>
          <p:nvPr/>
        </p:nvPicPr>
        <p:blipFill>
          <a:blip r:embed="rId3"/>
          <a:stretch>
            <a:fillRect/>
          </a:stretch>
        </p:blipFill>
        <p:spPr>
          <a:xfrm>
            <a:off x="828460" y="3987289"/>
            <a:ext cx="7324940" cy="1551769"/>
          </a:xfrm>
          <a:prstGeom prst="rect">
            <a:avLst/>
          </a:prstGeom>
        </p:spPr>
      </p:pic>
      <p:pic>
        <p:nvPicPr>
          <p:cNvPr id="8" name="Picture 7"/>
          <p:cNvPicPr>
            <a:picLocks noChangeAspect="1"/>
          </p:cNvPicPr>
          <p:nvPr/>
        </p:nvPicPr>
        <p:blipFill>
          <a:blip r:embed="rId4"/>
          <a:stretch>
            <a:fillRect/>
          </a:stretch>
        </p:blipFill>
        <p:spPr>
          <a:xfrm>
            <a:off x="8638960" y="4384970"/>
            <a:ext cx="2722457" cy="653022"/>
          </a:xfrm>
          <a:prstGeom prst="rect">
            <a:avLst/>
          </a:prstGeom>
        </p:spPr>
      </p:pic>
    </p:spTree>
    <p:extLst>
      <p:ext uri="{BB962C8B-B14F-4D97-AF65-F5344CB8AC3E}">
        <p14:creationId xmlns:p14="http://schemas.microsoft.com/office/powerpoint/2010/main" val="298747520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en-US" sz="4800" b="1" dirty="0" err="1">
                <a:solidFill>
                  <a:srgbClr val="FF0000"/>
                </a:solidFill>
              </a:rPr>
              <a:t>Cấu</a:t>
            </a:r>
            <a:r>
              <a:rPr lang="en-US" sz="4800" b="1" dirty="0">
                <a:solidFill>
                  <a:srgbClr val="FF0000"/>
                </a:solidFill>
              </a:rPr>
              <a:t> </a:t>
            </a:r>
            <a:r>
              <a:rPr lang="en-US" sz="4800" b="1" dirty="0" err="1">
                <a:solidFill>
                  <a:srgbClr val="FF0000"/>
                </a:solidFill>
              </a:rPr>
              <a:t>hình</a:t>
            </a:r>
            <a:r>
              <a:rPr lang="en-US" sz="4800" b="1" dirty="0">
                <a:solidFill>
                  <a:srgbClr val="FF0000"/>
                </a:solidFill>
              </a:rPr>
              <a:t> Middleware </a:t>
            </a:r>
            <a:r>
              <a:rPr lang="en-US" sz="4800" b="1" dirty="0" err="1">
                <a:solidFill>
                  <a:srgbClr val="FF0000"/>
                </a:solidFill>
              </a:rPr>
              <a:t>với</a:t>
            </a:r>
            <a:r>
              <a:rPr lang="en-US" sz="4800" b="1" dirty="0">
                <a:solidFill>
                  <a:srgbClr val="FF0000"/>
                </a:solidFill>
              </a:rPr>
              <a:t> Use </a:t>
            </a:r>
            <a:r>
              <a:rPr lang="en-US" sz="4800" b="1" dirty="0" err="1">
                <a:solidFill>
                  <a:srgbClr val="FF0000"/>
                </a:solidFill>
              </a:rPr>
              <a:t>và</a:t>
            </a:r>
            <a:r>
              <a:rPr lang="en-US" sz="4800" b="1" dirty="0">
                <a:solidFill>
                  <a:srgbClr val="FF0000"/>
                </a:solidFill>
              </a:rPr>
              <a:t> Run	</a:t>
            </a:r>
            <a:endParaRPr lang="en-US" sz="4800" b="1" dirty="0">
              <a:solidFill>
                <a:srgbClr val="FF0000"/>
              </a:solidFill>
              <a:latin typeface="+mn-lt"/>
              <a:ea typeface="Calibri" panose="020F0502020204030204" pitchFamily="34" charset="0"/>
              <a:cs typeface="Calibri" panose="020F0502020204030204" pitchFamily="34" charset="0"/>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22</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vi-VN" dirty="0"/>
              <a:t>Middleware cuối cùng sẽ trả request ngược lại cho middleware trước đó, và sẽ ngắt quá trình trong request pipeline</a:t>
            </a:r>
            <a:r>
              <a:rPr lang="en-US" dirty="0"/>
              <a:t>(</a:t>
            </a:r>
            <a:r>
              <a:rPr lang="en-US" dirty="0" err="1"/>
              <a:t>chạy</a:t>
            </a:r>
            <a:r>
              <a:rPr lang="en-US" dirty="0"/>
              <a:t> </a:t>
            </a:r>
            <a:r>
              <a:rPr lang="en-US" dirty="0" err="1"/>
              <a:t>ngược</a:t>
            </a:r>
            <a:r>
              <a:rPr lang="en-US" dirty="0"/>
              <a:t> </a:t>
            </a:r>
            <a:r>
              <a:rPr lang="en-US" dirty="0" err="1"/>
              <a:t>lại</a:t>
            </a:r>
            <a:r>
              <a:rPr lang="en-US" dirty="0" smtClean="0"/>
              <a:t>)</a:t>
            </a:r>
          </a:p>
          <a:p>
            <a:endParaRPr lang="en-US" dirty="0"/>
          </a:p>
          <a:p>
            <a:endParaRPr lang="en-US" dirty="0" smtClean="0"/>
          </a:p>
          <a:p>
            <a:endParaRPr lang="en-US" dirty="0"/>
          </a:p>
          <a:p>
            <a:endParaRPr lang="en-US" dirty="0" smtClean="0"/>
          </a:p>
          <a:p>
            <a:endParaRPr lang="en-US" dirty="0" smtClean="0"/>
          </a:p>
          <a:p>
            <a:r>
              <a:rPr lang="en-US" dirty="0" err="1" smtClean="0"/>
              <a:t>Thứ</a:t>
            </a:r>
            <a:r>
              <a:rPr lang="en-US" dirty="0" smtClean="0"/>
              <a:t> </a:t>
            </a:r>
            <a:r>
              <a:rPr lang="en-US" dirty="0" err="1"/>
              <a:t>tự</a:t>
            </a:r>
            <a:r>
              <a:rPr lang="en-US" dirty="0"/>
              <a:t> </a:t>
            </a:r>
            <a:r>
              <a:rPr lang="en-US" dirty="0" err="1"/>
              <a:t>chạy</a:t>
            </a:r>
            <a:r>
              <a:rPr lang="en-US" dirty="0"/>
              <a:t> </a:t>
            </a:r>
            <a:r>
              <a:rPr lang="en-US" dirty="0" err="1"/>
              <a:t>các</a:t>
            </a:r>
            <a:r>
              <a:rPr lang="en-US" dirty="0"/>
              <a:t> middleware 1,2,3 </a:t>
            </a:r>
          </a:p>
          <a:p>
            <a:pPr marL="0" indent="0">
              <a:buNone/>
            </a:pPr>
            <a:r>
              <a:rPr lang="en-US" dirty="0" err="1"/>
              <a:t>và</a:t>
            </a:r>
            <a:r>
              <a:rPr lang="en-US" dirty="0"/>
              <a:t> quay </a:t>
            </a:r>
            <a:r>
              <a:rPr lang="en-US" dirty="0" err="1"/>
              <a:t>lại</a:t>
            </a:r>
            <a:r>
              <a:rPr lang="en-US" dirty="0"/>
              <a:t> middleware 2,1</a:t>
            </a:r>
          </a:p>
          <a:p>
            <a:endParaRPr lang="en-US" dirty="0"/>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pic>
        <p:nvPicPr>
          <p:cNvPr id="9" name="Picture 8"/>
          <p:cNvPicPr>
            <a:picLocks noChangeAspect="1"/>
          </p:cNvPicPr>
          <p:nvPr/>
        </p:nvPicPr>
        <p:blipFill>
          <a:blip r:embed="rId3"/>
          <a:stretch>
            <a:fillRect/>
          </a:stretch>
        </p:blipFill>
        <p:spPr>
          <a:xfrm>
            <a:off x="3298997" y="2004600"/>
            <a:ext cx="4992149" cy="2622741"/>
          </a:xfrm>
          <a:prstGeom prst="rect">
            <a:avLst/>
          </a:prstGeom>
        </p:spPr>
      </p:pic>
      <p:pic>
        <p:nvPicPr>
          <p:cNvPr id="10" name="Picture 9"/>
          <p:cNvPicPr>
            <a:picLocks noChangeAspect="1"/>
          </p:cNvPicPr>
          <p:nvPr/>
        </p:nvPicPr>
        <p:blipFill>
          <a:blip r:embed="rId4"/>
          <a:stretch>
            <a:fillRect/>
          </a:stretch>
        </p:blipFill>
        <p:spPr>
          <a:xfrm>
            <a:off x="6897586" y="4415661"/>
            <a:ext cx="3891803" cy="1685979"/>
          </a:xfrm>
          <a:prstGeom prst="rect">
            <a:avLst/>
          </a:prstGeom>
        </p:spPr>
      </p:pic>
    </p:spTree>
    <p:extLst>
      <p:ext uri="{BB962C8B-B14F-4D97-AF65-F5344CB8AC3E}">
        <p14:creationId xmlns:p14="http://schemas.microsoft.com/office/powerpoint/2010/main" val="295972289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en-US" sz="4800" b="1" dirty="0" err="1">
                <a:solidFill>
                  <a:srgbClr val="FF0000"/>
                </a:solidFill>
              </a:rPr>
              <a:t>Tạo</a:t>
            </a:r>
            <a:r>
              <a:rPr lang="en-US" sz="4800" b="1" dirty="0">
                <a:solidFill>
                  <a:srgbClr val="FF0000"/>
                </a:solidFill>
              </a:rPr>
              <a:t> custom middleware</a:t>
            </a:r>
            <a:endParaRPr lang="en-US" sz="4800" b="1" dirty="0">
              <a:solidFill>
                <a:srgbClr val="FF0000"/>
              </a:solidFill>
              <a:latin typeface="+mn-lt"/>
              <a:ea typeface="Calibri" panose="020F0502020204030204" pitchFamily="34" charset="0"/>
              <a:cs typeface="Calibri" panose="020F0502020204030204" pitchFamily="34" charset="0"/>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23</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err="1"/>
              <a:t>Khai</a:t>
            </a:r>
            <a:r>
              <a:rPr lang="en-US" dirty="0"/>
              <a:t> </a:t>
            </a:r>
            <a:r>
              <a:rPr lang="en-US" dirty="0" err="1"/>
              <a:t>báo</a:t>
            </a:r>
            <a:r>
              <a:rPr lang="en-US" dirty="0"/>
              <a:t> class </a:t>
            </a:r>
            <a:r>
              <a:rPr lang="en-US" dirty="0" err="1"/>
              <a:t>chứa</a:t>
            </a:r>
            <a:r>
              <a:rPr lang="en-US" dirty="0"/>
              <a:t> </a:t>
            </a:r>
            <a:r>
              <a:rPr lang="en-US" dirty="0" err="1"/>
              <a:t>các</a:t>
            </a:r>
            <a:r>
              <a:rPr lang="en-US" dirty="0"/>
              <a:t> middleware, </a:t>
            </a:r>
            <a:r>
              <a:rPr lang="en-US" dirty="0" err="1"/>
              <a:t>dùng</a:t>
            </a:r>
            <a:r>
              <a:rPr lang="en-US" dirty="0"/>
              <a:t> con </a:t>
            </a:r>
            <a:r>
              <a:rPr lang="en-US" dirty="0" err="1"/>
              <a:t>trỏ</a:t>
            </a:r>
            <a:r>
              <a:rPr lang="en-US" dirty="0"/>
              <a:t> </a:t>
            </a:r>
            <a:r>
              <a:rPr lang="en-US" dirty="0" err="1"/>
              <a:t>hàm</a:t>
            </a:r>
            <a:r>
              <a:rPr lang="en-US" dirty="0"/>
              <a:t> </a:t>
            </a:r>
            <a:r>
              <a:rPr lang="en-US" dirty="0" err="1"/>
              <a:t>RequestDelegate</a:t>
            </a:r>
            <a:r>
              <a:rPr lang="en-US" dirty="0"/>
              <a:t> </a:t>
            </a:r>
            <a:r>
              <a:rPr lang="en-US" dirty="0" err="1"/>
              <a:t>tham</a:t>
            </a:r>
            <a:r>
              <a:rPr lang="en-US" dirty="0"/>
              <a:t> </a:t>
            </a:r>
            <a:r>
              <a:rPr lang="en-US" dirty="0" err="1"/>
              <a:t>chiếu</a:t>
            </a:r>
            <a:r>
              <a:rPr lang="en-US" dirty="0"/>
              <a:t> </a:t>
            </a:r>
            <a:r>
              <a:rPr lang="en-US" dirty="0" err="1"/>
              <a:t>đến</a:t>
            </a:r>
            <a:r>
              <a:rPr lang="en-US" dirty="0"/>
              <a:t> middleware </a:t>
            </a:r>
            <a:r>
              <a:rPr lang="en-US" dirty="0" err="1"/>
              <a:t>và</a:t>
            </a:r>
            <a:r>
              <a:rPr lang="en-US" dirty="0"/>
              <a:t> </a:t>
            </a:r>
            <a:r>
              <a:rPr lang="en-US" dirty="0" err="1"/>
              <a:t>dùng</a:t>
            </a:r>
            <a:r>
              <a:rPr lang="en-US" dirty="0"/>
              <a:t> </a:t>
            </a:r>
            <a:r>
              <a:rPr lang="en-US" dirty="0" err="1"/>
              <a:t>ph</a:t>
            </a:r>
            <a:r>
              <a:rPr lang="vi-VN" dirty="0"/>
              <a:t>ư</a:t>
            </a:r>
            <a:r>
              <a:rPr lang="en-US" dirty="0" err="1"/>
              <a:t>ơng</a:t>
            </a:r>
            <a:r>
              <a:rPr lang="en-US" dirty="0"/>
              <a:t> </a:t>
            </a:r>
            <a:r>
              <a:rPr lang="en-US" dirty="0" err="1"/>
              <a:t>thức</a:t>
            </a:r>
            <a:r>
              <a:rPr lang="en-US" dirty="0"/>
              <a:t> Invoke </a:t>
            </a:r>
            <a:r>
              <a:rPr lang="en-US" dirty="0" err="1"/>
              <a:t>gọi</a:t>
            </a:r>
            <a:r>
              <a:rPr lang="en-US" dirty="0"/>
              <a:t> </a:t>
            </a:r>
            <a:r>
              <a:rPr lang="en-US" dirty="0" err="1"/>
              <a:t>tới</a:t>
            </a:r>
            <a:r>
              <a:rPr lang="en-US" dirty="0"/>
              <a:t> </a:t>
            </a:r>
            <a:r>
              <a:rPr lang="en-US" dirty="0" err="1"/>
              <a:t>một</a:t>
            </a:r>
            <a:r>
              <a:rPr lang="en-US" dirty="0"/>
              <a:t> middleware </a:t>
            </a:r>
            <a:r>
              <a:rPr lang="en-US" dirty="0" err="1"/>
              <a:t>tiếp</a:t>
            </a:r>
            <a:r>
              <a:rPr lang="en-US" dirty="0"/>
              <a:t> </a:t>
            </a:r>
            <a:r>
              <a:rPr lang="en-US" dirty="0" err="1"/>
              <a:t>theo</a:t>
            </a:r>
            <a:endParaRPr lang="en-US" dirty="0"/>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pic>
        <p:nvPicPr>
          <p:cNvPr id="11" name="Picture 10"/>
          <p:cNvPicPr>
            <a:picLocks noChangeAspect="1"/>
          </p:cNvPicPr>
          <p:nvPr/>
        </p:nvPicPr>
        <p:blipFill>
          <a:blip r:embed="rId3"/>
          <a:stretch>
            <a:fillRect/>
          </a:stretch>
        </p:blipFill>
        <p:spPr>
          <a:xfrm>
            <a:off x="1881631" y="3004925"/>
            <a:ext cx="8100569" cy="3259350"/>
          </a:xfrm>
          <a:prstGeom prst="rect">
            <a:avLst/>
          </a:prstGeom>
        </p:spPr>
      </p:pic>
    </p:spTree>
    <p:extLst>
      <p:ext uri="{BB962C8B-B14F-4D97-AF65-F5344CB8AC3E}">
        <p14:creationId xmlns:p14="http://schemas.microsoft.com/office/powerpoint/2010/main" val="163946348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en-US" sz="4800" b="1" dirty="0" err="1">
                <a:solidFill>
                  <a:srgbClr val="FF0000"/>
                </a:solidFill>
              </a:rPr>
              <a:t>Tạo</a:t>
            </a:r>
            <a:r>
              <a:rPr lang="en-US" sz="4800" b="1" dirty="0">
                <a:solidFill>
                  <a:srgbClr val="FF0000"/>
                </a:solidFill>
              </a:rPr>
              <a:t> custom middleware</a:t>
            </a:r>
            <a:endParaRPr lang="en-US" sz="4800" b="1" dirty="0">
              <a:solidFill>
                <a:srgbClr val="FF0000"/>
              </a:solidFill>
              <a:latin typeface="+mn-lt"/>
              <a:ea typeface="Calibri" panose="020F0502020204030204" pitchFamily="34" charset="0"/>
              <a:cs typeface="Calibri" panose="020F0502020204030204" pitchFamily="34" charset="0"/>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24</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t>Đ</a:t>
            </a:r>
            <a:r>
              <a:rPr lang="vi-VN" dirty="0"/>
              <a:t>ăng ký middleware trong request pipeline</a:t>
            </a:r>
            <a:r>
              <a:rPr lang="en-US" dirty="0"/>
              <a:t> s</a:t>
            </a:r>
            <a:r>
              <a:rPr lang="vi-VN" dirty="0"/>
              <a:t>ử dụng phương thức UseMiddleware</a:t>
            </a:r>
            <a:endParaRPr lang="en-US" dirty="0"/>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pic>
        <p:nvPicPr>
          <p:cNvPr id="8" name="Picture 7"/>
          <p:cNvPicPr>
            <a:picLocks noChangeAspect="1"/>
          </p:cNvPicPr>
          <p:nvPr/>
        </p:nvPicPr>
        <p:blipFill>
          <a:blip r:embed="rId3"/>
          <a:stretch>
            <a:fillRect/>
          </a:stretch>
        </p:blipFill>
        <p:spPr>
          <a:xfrm>
            <a:off x="3254288" y="1983645"/>
            <a:ext cx="5523366" cy="4318974"/>
          </a:xfrm>
          <a:prstGeom prst="rect">
            <a:avLst/>
          </a:prstGeom>
        </p:spPr>
      </p:pic>
    </p:spTree>
    <p:extLst>
      <p:ext uri="{BB962C8B-B14F-4D97-AF65-F5344CB8AC3E}">
        <p14:creationId xmlns:p14="http://schemas.microsoft.com/office/powerpoint/2010/main" val="387850314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en-US" sz="4800" b="1" dirty="0">
                <a:solidFill>
                  <a:srgbClr val="FF0000"/>
                </a:solidFill>
              </a:rPr>
              <a:t>Static Files</a:t>
            </a:r>
            <a:endParaRPr lang="en-US" sz="4800" b="1" dirty="0">
              <a:solidFill>
                <a:srgbClr val="FF0000"/>
              </a:solidFill>
              <a:latin typeface="+mn-lt"/>
              <a:ea typeface="Calibri" panose="020F0502020204030204" pitchFamily="34" charset="0"/>
              <a:cs typeface="Calibri" panose="020F0502020204030204" pitchFamily="34" charset="0"/>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25</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vi-VN" dirty="0"/>
              <a:t>Các file như HTML, CSS, ảnh, JavaScript được gọi là file tĩnh hay static files</a:t>
            </a:r>
            <a:endParaRPr lang="en-US" dirty="0"/>
          </a:p>
          <a:p>
            <a:r>
              <a:rPr lang="vi-VN" dirty="0"/>
              <a:t>Các file này </a:t>
            </a:r>
            <a:r>
              <a:rPr lang="en-US" dirty="0" err="1"/>
              <a:t>th</a:t>
            </a:r>
            <a:r>
              <a:rPr lang="vi-VN" dirty="0"/>
              <a:t>ư</a:t>
            </a:r>
            <a:r>
              <a:rPr lang="en-US" dirty="0" err="1"/>
              <a:t>ờng</a:t>
            </a:r>
            <a:r>
              <a:rPr lang="vi-VN" dirty="0"/>
              <a:t> chứa trong thư mục wwwroot của dự án</a:t>
            </a:r>
            <a:endParaRPr lang="en-US" dirty="0"/>
          </a:p>
          <a:p>
            <a:r>
              <a:rPr lang="en-US" dirty="0" err="1"/>
              <a:t>Có</a:t>
            </a:r>
            <a:r>
              <a:rPr lang="en-US" dirty="0"/>
              <a:t> </a:t>
            </a:r>
            <a:r>
              <a:rPr lang="en-US" dirty="0" err="1"/>
              <a:t>hai</a:t>
            </a:r>
            <a:r>
              <a:rPr lang="en-US" dirty="0"/>
              <a:t> </a:t>
            </a:r>
            <a:r>
              <a:rPr lang="en-US" dirty="0" err="1"/>
              <a:t>cách</a:t>
            </a:r>
            <a:r>
              <a:rPr lang="en-US" dirty="0"/>
              <a:t> </a:t>
            </a:r>
            <a:r>
              <a:rPr lang="en-US" dirty="0" err="1"/>
              <a:t>để</a:t>
            </a:r>
            <a:r>
              <a:rPr lang="en-US" dirty="0"/>
              <a:t> </a:t>
            </a:r>
            <a:r>
              <a:rPr lang="en-US" dirty="0" err="1"/>
              <a:t>duyệt</a:t>
            </a:r>
            <a:r>
              <a:rPr lang="en-US" dirty="0"/>
              <a:t> </a:t>
            </a:r>
            <a:r>
              <a:rPr lang="en-US" dirty="0" err="1"/>
              <a:t>các</a:t>
            </a:r>
            <a:r>
              <a:rPr lang="en-US" dirty="0"/>
              <a:t> file </a:t>
            </a:r>
            <a:r>
              <a:rPr lang="en-US" dirty="0" err="1"/>
              <a:t>tĩnh</a:t>
            </a:r>
            <a:r>
              <a:rPr lang="en-US" dirty="0"/>
              <a:t> </a:t>
            </a:r>
            <a:r>
              <a:rPr lang="en-US" dirty="0" err="1"/>
              <a:t>này</a:t>
            </a:r>
            <a:r>
              <a:rPr lang="en-US" dirty="0"/>
              <a:t> </a:t>
            </a:r>
            <a:r>
              <a:rPr lang="en-US" dirty="0" err="1"/>
              <a:t>trong</a:t>
            </a:r>
            <a:r>
              <a:rPr lang="en-US" dirty="0"/>
              <a:t> ASP.NET Core</a:t>
            </a:r>
          </a:p>
          <a:p>
            <a:pPr lvl="1"/>
            <a:r>
              <a:rPr lang="en-US" dirty="0" err="1"/>
              <a:t>Dùng</a:t>
            </a:r>
            <a:r>
              <a:rPr lang="en-US" dirty="0"/>
              <a:t> </a:t>
            </a:r>
            <a:r>
              <a:rPr lang="en-US" dirty="0" err="1"/>
              <a:t>app.UseStaticFiles</a:t>
            </a:r>
            <a:r>
              <a:rPr lang="en-US" dirty="0"/>
              <a:t>() </a:t>
            </a:r>
            <a:r>
              <a:rPr lang="en-US" dirty="0" err="1"/>
              <a:t>bên</a:t>
            </a:r>
            <a:r>
              <a:rPr lang="en-US" dirty="0"/>
              <a:t> </a:t>
            </a:r>
            <a:r>
              <a:rPr lang="en-US" dirty="0" err="1"/>
              <a:t>trong</a:t>
            </a:r>
            <a:r>
              <a:rPr lang="en-US" dirty="0"/>
              <a:t> </a:t>
            </a:r>
            <a:r>
              <a:rPr lang="en-US" dirty="0" err="1"/>
              <a:t>program.cs</a:t>
            </a:r>
            <a:endParaRPr lang="en-US" dirty="0"/>
          </a:p>
          <a:p>
            <a:pPr lvl="1"/>
            <a:endParaRPr lang="en-US" dirty="0"/>
          </a:p>
          <a:p>
            <a:pPr marL="457200" lvl="1" indent="0">
              <a:buNone/>
            </a:pPr>
            <a:endParaRPr lang="en-US" dirty="0"/>
          </a:p>
          <a:p>
            <a:pPr lvl="1"/>
            <a:endParaRPr lang="en-US" dirty="0"/>
          </a:p>
          <a:p>
            <a:pPr lvl="1"/>
            <a:r>
              <a:rPr lang="en-US" dirty="0" err="1"/>
              <a:t>Dùng</a:t>
            </a:r>
            <a:r>
              <a:rPr lang="en-US" dirty="0"/>
              <a:t> </a:t>
            </a:r>
            <a:r>
              <a:rPr lang="en-US" dirty="0" err="1"/>
              <a:t>thông</a:t>
            </a:r>
            <a:r>
              <a:rPr lang="en-US" dirty="0"/>
              <a:t> qua Controller MVC (</a:t>
            </a:r>
            <a:r>
              <a:rPr lang="en-US" dirty="0" err="1"/>
              <a:t>sẽ</a:t>
            </a:r>
            <a:r>
              <a:rPr lang="en-US" dirty="0"/>
              <a:t> </a:t>
            </a:r>
            <a:r>
              <a:rPr lang="en-US" dirty="0" err="1"/>
              <a:t>học</a:t>
            </a:r>
            <a:r>
              <a:rPr lang="en-US" dirty="0"/>
              <a:t> </a:t>
            </a:r>
            <a:r>
              <a:rPr lang="en-US" dirty="0" err="1"/>
              <a:t>trong</a:t>
            </a:r>
            <a:r>
              <a:rPr lang="en-US" dirty="0"/>
              <a:t> </a:t>
            </a:r>
            <a:r>
              <a:rPr lang="en-US" dirty="0" err="1"/>
              <a:t>các</a:t>
            </a:r>
            <a:r>
              <a:rPr lang="en-US" dirty="0"/>
              <a:t> </a:t>
            </a:r>
            <a:r>
              <a:rPr lang="en-US" dirty="0" err="1"/>
              <a:t>bài</a:t>
            </a:r>
            <a:r>
              <a:rPr lang="en-US" dirty="0"/>
              <a:t> </a:t>
            </a:r>
            <a:r>
              <a:rPr lang="en-US" dirty="0" err="1"/>
              <a:t>sau</a:t>
            </a:r>
            <a:r>
              <a:rPr lang="en-US" dirty="0"/>
              <a:t>)</a:t>
            </a:r>
            <a:endParaRPr lang="en-US" dirty="0"/>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pic>
        <p:nvPicPr>
          <p:cNvPr id="9" name="Picture 8">
            <a:extLst>
              <a:ext uri="{FF2B5EF4-FFF2-40B4-BE49-F238E27FC236}">
                <a16:creationId xmlns:a16="http://schemas.microsoft.com/office/drawing/2014/main" id="{65755519-BD75-4F96-882F-3AA840676126}"/>
              </a:ext>
            </a:extLst>
          </p:cNvPr>
          <p:cNvPicPr>
            <a:picLocks noChangeAspect="1"/>
          </p:cNvPicPr>
          <p:nvPr/>
        </p:nvPicPr>
        <p:blipFill>
          <a:blip r:embed="rId3"/>
          <a:stretch>
            <a:fillRect/>
          </a:stretch>
        </p:blipFill>
        <p:spPr>
          <a:xfrm>
            <a:off x="2505808" y="3657356"/>
            <a:ext cx="5248275" cy="1162050"/>
          </a:xfrm>
          <a:prstGeom prst="rect">
            <a:avLst/>
          </a:prstGeom>
        </p:spPr>
      </p:pic>
    </p:spTree>
    <p:extLst>
      <p:ext uri="{BB962C8B-B14F-4D97-AF65-F5344CB8AC3E}">
        <p14:creationId xmlns:p14="http://schemas.microsoft.com/office/powerpoint/2010/main" val="249718665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en-US" sz="4800" b="1" dirty="0">
                <a:solidFill>
                  <a:srgbClr val="FF0000"/>
                </a:solidFill>
              </a:rPr>
              <a:t>Static Files</a:t>
            </a:r>
            <a:endParaRPr lang="en-US" sz="4800" b="1" dirty="0">
              <a:solidFill>
                <a:srgbClr val="FF0000"/>
              </a:solidFill>
              <a:latin typeface="+mn-lt"/>
              <a:ea typeface="Calibri" panose="020F0502020204030204" pitchFamily="34" charset="0"/>
              <a:cs typeface="Calibri" panose="020F0502020204030204" pitchFamily="34" charset="0"/>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26</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err="1"/>
              <a:t>Ví</a:t>
            </a:r>
            <a:r>
              <a:rPr lang="en-US" dirty="0"/>
              <a:t> </a:t>
            </a:r>
            <a:r>
              <a:rPr lang="en-US" dirty="0" err="1"/>
              <a:t>dụ</a:t>
            </a:r>
            <a:r>
              <a:rPr lang="en-US" dirty="0"/>
              <a:t> </a:t>
            </a:r>
            <a:r>
              <a:rPr lang="en-US" dirty="0" err="1"/>
              <a:t>tạo</a:t>
            </a:r>
            <a:r>
              <a:rPr lang="en-US" dirty="0"/>
              <a:t> </a:t>
            </a:r>
            <a:r>
              <a:rPr lang="en-US" dirty="0" err="1"/>
              <a:t>trang</a:t>
            </a:r>
            <a:r>
              <a:rPr lang="en-US" dirty="0"/>
              <a:t> hello.html </a:t>
            </a:r>
            <a:r>
              <a:rPr lang="en-US" dirty="0" err="1"/>
              <a:t>trong</a:t>
            </a:r>
            <a:r>
              <a:rPr lang="en-US" dirty="0"/>
              <a:t> </a:t>
            </a:r>
            <a:r>
              <a:rPr lang="en-US" dirty="0" err="1"/>
              <a:t>wwwroot</a:t>
            </a:r>
            <a:endParaRPr lang="en-US" dirty="0"/>
          </a:p>
          <a:p>
            <a:pPr lvl="1"/>
            <a:r>
              <a:rPr lang="en-US" dirty="0"/>
              <a:t>B1: </a:t>
            </a:r>
            <a:r>
              <a:rPr lang="en-US" dirty="0" err="1"/>
              <a:t>tạo</a:t>
            </a:r>
            <a:r>
              <a:rPr lang="en-US" dirty="0"/>
              <a:t> </a:t>
            </a:r>
            <a:r>
              <a:rPr lang="en-US" dirty="0" err="1"/>
              <a:t>thư</a:t>
            </a:r>
            <a:r>
              <a:rPr lang="en-US" dirty="0"/>
              <a:t> </a:t>
            </a:r>
            <a:r>
              <a:rPr lang="en-US" dirty="0" err="1"/>
              <a:t>mục</a:t>
            </a:r>
            <a:r>
              <a:rPr lang="en-US" dirty="0"/>
              <a:t> </a:t>
            </a:r>
            <a:r>
              <a:rPr lang="en-US" dirty="0" err="1"/>
              <a:t>wwwroot</a:t>
            </a:r>
            <a:r>
              <a:rPr lang="en-US" dirty="0"/>
              <a:t> </a:t>
            </a:r>
            <a:r>
              <a:rPr lang="en-US" dirty="0" err="1"/>
              <a:t>nếu</a:t>
            </a:r>
            <a:r>
              <a:rPr lang="en-US" dirty="0"/>
              <a:t> </a:t>
            </a:r>
            <a:r>
              <a:rPr lang="en-US" dirty="0" err="1"/>
              <a:t>ch</a:t>
            </a:r>
            <a:r>
              <a:rPr lang="vi-VN" dirty="0"/>
              <a:t>ư</a:t>
            </a:r>
            <a:r>
              <a:rPr lang="en-US" dirty="0"/>
              <a:t>a </a:t>
            </a:r>
            <a:r>
              <a:rPr lang="en-US" dirty="0" err="1"/>
              <a:t>tồn</a:t>
            </a:r>
            <a:r>
              <a:rPr lang="en-US" dirty="0"/>
              <a:t> </a:t>
            </a:r>
            <a:r>
              <a:rPr lang="en-US" dirty="0" err="1"/>
              <a:t>tại</a:t>
            </a:r>
            <a:endParaRPr lang="en-US" dirty="0"/>
          </a:p>
          <a:p>
            <a:pPr lvl="1"/>
            <a:r>
              <a:rPr lang="en-US" dirty="0"/>
              <a:t>B2: </a:t>
            </a:r>
            <a:r>
              <a:rPr lang="en-US" dirty="0" err="1"/>
              <a:t>tạo</a:t>
            </a:r>
            <a:r>
              <a:rPr lang="en-US" dirty="0"/>
              <a:t> </a:t>
            </a:r>
            <a:r>
              <a:rPr lang="en-US" dirty="0" err="1"/>
              <a:t>trang</a:t>
            </a:r>
            <a:r>
              <a:rPr lang="en-US" dirty="0"/>
              <a:t> hello.html</a:t>
            </a:r>
          </a:p>
          <a:p>
            <a:pPr lvl="1"/>
            <a:r>
              <a:rPr lang="en-US" dirty="0"/>
              <a:t>B3: </a:t>
            </a:r>
            <a:r>
              <a:rPr lang="en-US" dirty="0" err="1"/>
              <a:t>Cập</a:t>
            </a:r>
            <a:r>
              <a:rPr lang="en-US" dirty="0"/>
              <a:t> </a:t>
            </a:r>
            <a:r>
              <a:rPr lang="en-US" dirty="0" err="1"/>
              <a:t>nhật</a:t>
            </a:r>
            <a:r>
              <a:rPr lang="en-US" dirty="0"/>
              <a:t> </a:t>
            </a:r>
            <a:r>
              <a:rPr lang="en-US" dirty="0" err="1"/>
              <a:t>nội</a:t>
            </a:r>
            <a:r>
              <a:rPr lang="en-US" dirty="0"/>
              <a:t> dung hello.html</a:t>
            </a:r>
            <a:endParaRPr lang="en-US" dirty="0"/>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pic>
        <p:nvPicPr>
          <p:cNvPr id="8" name="Picture 7">
            <a:extLst>
              <a:ext uri="{FF2B5EF4-FFF2-40B4-BE49-F238E27FC236}">
                <a16:creationId xmlns:a16="http://schemas.microsoft.com/office/drawing/2014/main" id="{C95639A7-2F7C-40DE-BE8F-7DBA70A34DA4}"/>
              </a:ext>
            </a:extLst>
          </p:cNvPr>
          <p:cNvPicPr>
            <a:picLocks noChangeAspect="1"/>
          </p:cNvPicPr>
          <p:nvPr/>
        </p:nvPicPr>
        <p:blipFill>
          <a:blip r:embed="rId3"/>
          <a:stretch>
            <a:fillRect/>
          </a:stretch>
        </p:blipFill>
        <p:spPr>
          <a:xfrm>
            <a:off x="7414846" y="1573588"/>
            <a:ext cx="3733800" cy="2736450"/>
          </a:xfrm>
          <a:prstGeom prst="rect">
            <a:avLst/>
          </a:prstGeom>
        </p:spPr>
      </p:pic>
      <p:pic>
        <p:nvPicPr>
          <p:cNvPr id="3" name="Picture 2"/>
          <p:cNvPicPr>
            <a:picLocks noChangeAspect="1"/>
          </p:cNvPicPr>
          <p:nvPr/>
        </p:nvPicPr>
        <p:blipFill>
          <a:blip r:embed="rId4"/>
          <a:stretch>
            <a:fillRect/>
          </a:stretch>
        </p:blipFill>
        <p:spPr>
          <a:xfrm>
            <a:off x="1310187" y="3467954"/>
            <a:ext cx="4891747" cy="2238253"/>
          </a:xfrm>
          <a:prstGeom prst="rect">
            <a:avLst/>
          </a:prstGeom>
        </p:spPr>
      </p:pic>
    </p:spTree>
    <p:extLst>
      <p:ext uri="{BB962C8B-B14F-4D97-AF65-F5344CB8AC3E}">
        <p14:creationId xmlns:p14="http://schemas.microsoft.com/office/powerpoint/2010/main" val="591978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en-US" sz="4800" b="1" dirty="0">
                <a:solidFill>
                  <a:srgbClr val="FF0000"/>
                </a:solidFill>
              </a:rPr>
              <a:t>Static Files</a:t>
            </a:r>
            <a:endParaRPr lang="en-US" sz="4800" b="1" dirty="0">
              <a:solidFill>
                <a:srgbClr val="FF0000"/>
              </a:solidFill>
              <a:latin typeface="+mn-lt"/>
              <a:ea typeface="Calibri" panose="020F0502020204030204" pitchFamily="34" charset="0"/>
              <a:cs typeface="Calibri" panose="020F0502020204030204" pitchFamily="34" charset="0"/>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27</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err="1"/>
              <a:t>Ví</a:t>
            </a:r>
            <a:r>
              <a:rPr lang="en-US" dirty="0"/>
              <a:t> </a:t>
            </a:r>
            <a:r>
              <a:rPr lang="en-US" dirty="0" err="1"/>
              <a:t>dụ</a:t>
            </a:r>
            <a:r>
              <a:rPr lang="en-US" dirty="0"/>
              <a:t> </a:t>
            </a:r>
            <a:r>
              <a:rPr lang="en-US" dirty="0" err="1"/>
              <a:t>tạo</a:t>
            </a:r>
            <a:r>
              <a:rPr lang="en-US" dirty="0"/>
              <a:t> </a:t>
            </a:r>
            <a:r>
              <a:rPr lang="en-US" dirty="0" err="1"/>
              <a:t>trang</a:t>
            </a:r>
            <a:r>
              <a:rPr lang="en-US" dirty="0"/>
              <a:t> hello.html </a:t>
            </a:r>
            <a:r>
              <a:rPr lang="en-US" dirty="0" err="1"/>
              <a:t>trong</a:t>
            </a:r>
            <a:r>
              <a:rPr lang="en-US" dirty="0"/>
              <a:t> </a:t>
            </a:r>
            <a:r>
              <a:rPr lang="en-US" dirty="0" err="1"/>
              <a:t>wwwroot</a:t>
            </a:r>
            <a:endParaRPr lang="en-US" dirty="0"/>
          </a:p>
          <a:p>
            <a:pPr lvl="1"/>
            <a:r>
              <a:rPr lang="en-US" dirty="0"/>
              <a:t>B4: </a:t>
            </a:r>
            <a:r>
              <a:rPr lang="en-US" dirty="0" err="1"/>
              <a:t>Thêm</a:t>
            </a:r>
            <a:r>
              <a:rPr lang="en-US" dirty="0"/>
              <a:t> </a:t>
            </a:r>
            <a:r>
              <a:rPr lang="en-US" dirty="0" err="1"/>
              <a:t>app.UseStaticFiles</a:t>
            </a:r>
            <a:r>
              <a:rPr lang="en-US" dirty="0"/>
              <a:t>() </a:t>
            </a:r>
            <a:r>
              <a:rPr lang="en-US" dirty="0" err="1"/>
              <a:t>bên</a:t>
            </a:r>
            <a:r>
              <a:rPr lang="en-US" dirty="0"/>
              <a:t> </a:t>
            </a:r>
            <a:r>
              <a:rPr lang="en-US" dirty="0" err="1"/>
              <a:t>trong</a:t>
            </a:r>
            <a:r>
              <a:rPr lang="en-US" dirty="0"/>
              <a:t> </a:t>
            </a:r>
            <a:r>
              <a:rPr lang="en-US" dirty="0" err="1" smtClean="0"/>
              <a:t>program.cs</a:t>
            </a:r>
            <a:endParaRPr lang="en-US" dirty="0" smtClean="0"/>
          </a:p>
          <a:p>
            <a:pPr lvl="1"/>
            <a:endParaRPr lang="en-US" dirty="0"/>
          </a:p>
          <a:p>
            <a:pPr lvl="1"/>
            <a:endParaRPr lang="en-US" dirty="0" smtClean="0"/>
          </a:p>
          <a:p>
            <a:pPr lvl="1"/>
            <a:endParaRPr lang="en-US" dirty="0"/>
          </a:p>
          <a:p>
            <a:pPr lvl="1"/>
            <a:endParaRPr lang="en-US" dirty="0" smtClean="0"/>
          </a:p>
          <a:p>
            <a:pPr lvl="1"/>
            <a:r>
              <a:rPr lang="en-US" dirty="0"/>
              <a:t>Run </a:t>
            </a:r>
            <a:r>
              <a:rPr lang="en-US" dirty="0" err="1"/>
              <a:t>ứng</a:t>
            </a:r>
            <a:r>
              <a:rPr lang="en-US" dirty="0"/>
              <a:t> </a:t>
            </a:r>
            <a:r>
              <a:rPr lang="en-US" dirty="0" err="1"/>
              <a:t>dụng</a:t>
            </a:r>
            <a:r>
              <a:rPr lang="en-US" dirty="0"/>
              <a:t> </a:t>
            </a:r>
            <a:r>
              <a:rPr lang="en-US" dirty="0" err="1"/>
              <a:t>và</a:t>
            </a:r>
            <a:r>
              <a:rPr lang="en-US" dirty="0"/>
              <a:t> </a:t>
            </a:r>
            <a:r>
              <a:rPr lang="en-US" dirty="0" err="1"/>
              <a:t>truy</a:t>
            </a:r>
            <a:r>
              <a:rPr lang="en-US" dirty="0"/>
              <a:t> </a:t>
            </a:r>
            <a:r>
              <a:rPr lang="en-US" dirty="0" err="1"/>
              <a:t>cập</a:t>
            </a:r>
            <a:r>
              <a:rPr lang="en-US" dirty="0"/>
              <a:t> </a:t>
            </a:r>
            <a:r>
              <a:rPr lang="en-US" dirty="0" err="1"/>
              <a:t>vào</a:t>
            </a:r>
            <a:r>
              <a:rPr lang="en-US" dirty="0"/>
              <a:t> </a:t>
            </a:r>
            <a:r>
              <a:rPr lang="en-US" dirty="0" err="1"/>
              <a:t>chính</a:t>
            </a:r>
            <a:r>
              <a:rPr lang="en-US" dirty="0"/>
              <a:t> </a:t>
            </a:r>
            <a:r>
              <a:rPr lang="en-US" dirty="0" err="1"/>
              <a:t>xác</a:t>
            </a:r>
            <a:r>
              <a:rPr lang="en-US" dirty="0"/>
              <a:t> </a:t>
            </a:r>
            <a:r>
              <a:rPr lang="en-US" dirty="0" err="1"/>
              <a:t>tên</a:t>
            </a:r>
            <a:r>
              <a:rPr lang="en-US" dirty="0"/>
              <a:t> hello.html</a:t>
            </a:r>
          </a:p>
          <a:p>
            <a:pPr lvl="1"/>
            <a:endParaRPr lang="en-US" dirty="0"/>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pic>
        <p:nvPicPr>
          <p:cNvPr id="9" name="Picture 8">
            <a:extLst>
              <a:ext uri="{FF2B5EF4-FFF2-40B4-BE49-F238E27FC236}">
                <a16:creationId xmlns:a16="http://schemas.microsoft.com/office/drawing/2014/main" id="{FA882F46-EB3F-A696-5AE2-C1331BF9DC80}"/>
              </a:ext>
            </a:extLst>
          </p:cNvPr>
          <p:cNvPicPr>
            <a:picLocks noChangeAspect="1"/>
          </p:cNvPicPr>
          <p:nvPr/>
        </p:nvPicPr>
        <p:blipFill>
          <a:blip r:embed="rId3"/>
          <a:stretch>
            <a:fillRect/>
          </a:stretch>
        </p:blipFill>
        <p:spPr>
          <a:xfrm>
            <a:off x="2532752" y="2499946"/>
            <a:ext cx="4319386" cy="1043384"/>
          </a:xfrm>
          <a:prstGeom prst="rect">
            <a:avLst/>
          </a:prstGeom>
        </p:spPr>
      </p:pic>
      <p:pic>
        <p:nvPicPr>
          <p:cNvPr id="10" name="Picture 9"/>
          <p:cNvPicPr>
            <a:picLocks noChangeAspect="1"/>
          </p:cNvPicPr>
          <p:nvPr/>
        </p:nvPicPr>
        <p:blipFill>
          <a:blip r:embed="rId4"/>
          <a:stretch>
            <a:fillRect/>
          </a:stretch>
        </p:blipFill>
        <p:spPr>
          <a:xfrm>
            <a:off x="3145131" y="4496029"/>
            <a:ext cx="3932261" cy="1470787"/>
          </a:xfrm>
          <a:prstGeom prst="rect">
            <a:avLst/>
          </a:prstGeom>
        </p:spPr>
      </p:pic>
    </p:spTree>
    <p:extLst>
      <p:ext uri="{BB962C8B-B14F-4D97-AF65-F5344CB8AC3E}">
        <p14:creationId xmlns:p14="http://schemas.microsoft.com/office/powerpoint/2010/main" val="117887845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Text Placeholder 29"/>
          <p:cNvSpPr>
            <a:spLocks noGrp="1"/>
          </p:cNvSpPr>
          <p:nvPr>
            <p:ph type="body" sz="quarter" idx="13"/>
          </p:nvPr>
        </p:nvSpPr>
        <p:spPr/>
        <p:txBody>
          <a:bodyPr/>
          <a:lstStyle/>
          <a:p>
            <a:endParaRPr lang="en-US"/>
          </a:p>
        </p:txBody>
      </p:sp>
      <p:sp>
        <p:nvSpPr>
          <p:cNvPr id="31" name="Text Placeholder 30"/>
          <p:cNvSpPr>
            <a:spLocks noGrp="1"/>
          </p:cNvSpPr>
          <p:nvPr>
            <p:ph type="body" sz="quarter" idx="22"/>
          </p:nvPr>
        </p:nvSpPr>
        <p:spPr/>
        <p:txBody>
          <a:bodyPr/>
          <a:lstStyle/>
          <a:p>
            <a:endParaRPr lang="en-US" dirty="0"/>
          </a:p>
        </p:txBody>
      </p:sp>
      <p:sp>
        <p:nvSpPr>
          <p:cNvPr id="2" name="Title 1"/>
          <p:cNvSpPr>
            <a:spLocks noGrp="1"/>
          </p:cNvSpPr>
          <p:nvPr>
            <p:ph type="title"/>
          </p:nvPr>
        </p:nvSpPr>
        <p:spPr/>
        <p:txBody>
          <a:bodyPr>
            <a:noAutofit/>
          </a:bodyPr>
          <a:lstStyle/>
          <a:p>
            <a:r>
              <a:rPr lang="en-US" sz="3600" dirty="0" err="1">
                <a:solidFill>
                  <a:srgbClr val="FFC000"/>
                </a:solidFill>
              </a:rPr>
              <a:t>Hiên</a:t>
            </a:r>
            <a:r>
              <a:rPr lang="en-US" sz="3600" dirty="0">
                <a:solidFill>
                  <a:srgbClr val="FFC000"/>
                </a:solidFill>
              </a:rPr>
              <a:t> </a:t>
            </a:r>
            <a:r>
              <a:rPr lang="en-US" sz="3600" dirty="0" err="1">
                <a:solidFill>
                  <a:srgbClr val="FFC000"/>
                </a:solidFill>
              </a:rPr>
              <a:t>thực</a:t>
            </a:r>
            <a:r>
              <a:rPr lang="en-US" sz="3600" dirty="0">
                <a:solidFill>
                  <a:srgbClr val="FFC000"/>
                </a:solidFill>
              </a:rPr>
              <a:t> </a:t>
            </a:r>
            <a:r>
              <a:rPr lang="en-US" sz="3600" dirty="0" err="1">
                <a:solidFill>
                  <a:srgbClr val="FFC000"/>
                </a:solidFill>
              </a:rPr>
              <a:t>các</a:t>
            </a:r>
            <a:r>
              <a:rPr lang="en-US" sz="3600" dirty="0">
                <a:solidFill>
                  <a:srgbClr val="FFC000"/>
                </a:solidFill>
              </a:rPr>
              <a:t> </a:t>
            </a:r>
            <a:r>
              <a:rPr lang="en-US" sz="3600" dirty="0" err="1">
                <a:solidFill>
                  <a:srgbClr val="FFC000"/>
                </a:solidFill>
              </a:rPr>
              <a:t>ví</a:t>
            </a:r>
            <a:r>
              <a:rPr lang="en-US" sz="3600" dirty="0">
                <a:solidFill>
                  <a:srgbClr val="FFC000"/>
                </a:solidFill>
              </a:rPr>
              <a:t> </a:t>
            </a:r>
            <a:r>
              <a:rPr lang="en-US" sz="3600" dirty="0" err="1">
                <a:solidFill>
                  <a:srgbClr val="FFC000"/>
                </a:solidFill>
              </a:rPr>
              <a:t>dụ</a:t>
            </a:r>
            <a:r>
              <a:rPr lang="en-US" sz="3600" dirty="0">
                <a:solidFill>
                  <a:srgbClr val="FFC000"/>
                </a:solidFill>
              </a:rPr>
              <a:t> Middleware – static file</a:t>
            </a:r>
            <a:endParaRPr lang="en-US" sz="3600" dirty="0">
              <a:solidFill>
                <a:srgbClr val="FFC000"/>
              </a:solidFill>
            </a:endParaRPr>
          </a:p>
        </p:txBody>
      </p:sp>
      <p:sp>
        <p:nvSpPr>
          <p:cNvPr id="32" name="Text Placeholder 31"/>
          <p:cNvSpPr>
            <a:spLocks noGrp="1"/>
          </p:cNvSpPr>
          <p:nvPr>
            <p:ph type="body" sz="quarter" idx="23"/>
          </p:nvPr>
        </p:nvSpPr>
        <p:spPr/>
        <p:txBody>
          <a:bodyPr/>
          <a:lstStyle/>
          <a:p>
            <a:endParaRPr lang="en-US"/>
          </a:p>
        </p:txBody>
      </p:sp>
      <p:sp>
        <p:nvSpPr>
          <p:cNvPr id="4" name="Footer Placeholder 3"/>
          <p:cNvSpPr>
            <a:spLocks noGrp="1"/>
          </p:cNvSpPr>
          <p:nvPr>
            <p:ph type="ftr" sz="quarter" idx="4294967295"/>
          </p:nvPr>
        </p:nvSpPr>
        <p:spPr>
          <a:xfrm>
            <a:off x="0" y="6432550"/>
            <a:ext cx="4114800" cy="365125"/>
          </a:xfrm>
          <a:prstGeom prst="rect">
            <a:avLst/>
          </a:prstGeom>
        </p:spPr>
        <p:txBody>
          <a:bodyPr/>
          <a:lstStyle/>
          <a:p>
            <a:r>
              <a:rPr lang="vi-VN" dirty="0"/>
              <a:t>Lập trình C#3</a:t>
            </a:r>
            <a:endParaRPr lang="en-US" dirty="0"/>
          </a:p>
        </p:txBody>
      </p:sp>
      <p:sp>
        <p:nvSpPr>
          <p:cNvPr id="5" name="Slide Number Placeholder 4"/>
          <p:cNvSpPr>
            <a:spLocks noGrp="1"/>
          </p:cNvSpPr>
          <p:nvPr>
            <p:ph type="sldNum" sz="quarter" idx="4294967295"/>
          </p:nvPr>
        </p:nvSpPr>
        <p:spPr>
          <a:xfrm>
            <a:off x="0" y="6340475"/>
            <a:ext cx="303213" cy="365125"/>
          </a:xfrm>
          <a:prstGeom prst="rect">
            <a:avLst/>
          </a:prstGeom>
        </p:spPr>
        <p:txBody>
          <a:bodyPr/>
          <a:lstStyle/>
          <a:p>
            <a:fld id="{8AACEE26-D979-411F-B229-D9F26BAEDF07}" type="slidenum">
              <a:rPr lang="en-US" smtClean="0"/>
              <a:t>28</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6000" dirty="0" smtClean="0">
                <a:solidFill>
                  <a:srgbClr val="FF0000"/>
                </a:solidFill>
              </a:rPr>
              <a:t>				  </a:t>
            </a:r>
            <a:r>
              <a:rPr lang="en-US" sz="6000" dirty="0" smtClean="0">
                <a:solidFill>
                  <a:schemeClr val="bg1"/>
                </a:solidFill>
              </a:rPr>
              <a:t>DEMO</a:t>
            </a:r>
            <a:endParaRPr lang="en-US" sz="6000" dirty="0">
              <a:solidFill>
                <a:schemeClr val="bg1"/>
              </a:solidFill>
            </a:endParaRP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104322" y="0"/>
            <a:ext cx="1828919" cy="1312750"/>
          </a:xfrm>
          <a:prstGeom prst="rect">
            <a:avLst/>
          </a:prstGeom>
        </p:spPr>
      </p:pic>
    </p:spTree>
    <p:extLst>
      <p:ext uri="{BB962C8B-B14F-4D97-AF65-F5344CB8AC3E}">
        <p14:creationId xmlns:p14="http://schemas.microsoft.com/office/powerpoint/2010/main" val="136339054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Text Placeholder 29"/>
          <p:cNvSpPr>
            <a:spLocks noGrp="1"/>
          </p:cNvSpPr>
          <p:nvPr>
            <p:ph type="body" sz="quarter" idx="13"/>
          </p:nvPr>
        </p:nvSpPr>
        <p:spPr/>
        <p:txBody>
          <a:bodyPr/>
          <a:lstStyle/>
          <a:p>
            <a:endParaRPr lang="en-US"/>
          </a:p>
        </p:txBody>
      </p:sp>
      <p:sp>
        <p:nvSpPr>
          <p:cNvPr id="31" name="Text Placeholder 30"/>
          <p:cNvSpPr>
            <a:spLocks noGrp="1"/>
          </p:cNvSpPr>
          <p:nvPr>
            <p:ph type="body" sz="quarter" idx="22"/>
          </p:nvPr>
        </p:nvSpPr>
        <p:spPr/>
        <p:txBody>
          <a:bodyPr/>
          <a:lstStyle/>
          <a:p>
            <a:endParaRPr lang="en-US" dirty="0"/>
          </a:p>
        </p:txBody>
      </p:sp>
      <p:sp>
        <p:nvSpPr>
          <p:cNvPr id="2" name="Title 1"/>
          <p:cNvSpPr>
            <a:spLocks noGrp="1"/>
          </p:cNvSpPr>
          <p:nvPr>
            <p:ph type="title"/>
          </p:nvPr>
        </p:nvSpPr>
        <p:spPr>
          <a:xfrm>
            <a:off x="1085850" y="2057401"/>
            <a:ext cx="10511204" cy="3974122"/>
          </a:xfrm>
        </p:spPr>
        <p:txBody>
          <a:bodyPr>
            <a:noAutofit/>
          </a:bodyPr>
          <a:lstStyle/>
          <a:p>
            <a:pPr>
              <a:lnSpc>
                <a:spcPct val="150000"/>
              </a:lnSpc>
            </a:pPr>
            <a:r>
              <a:rPr lang="vi-VN" sz="3200" dirty="0" smtClean="0">
                <a:solidFill>
                  <a:srgbClr val="FFC000"/>
                </a:solidFill>
              </a:rPr>
              <a:t>Kestrel Webserver</a:t>
            </a:r>
            <a:r>
              <a:rPr lang="en-US" sz="3200" dirty="0" smtClean="0">
                <a:solidFill>
                  <a:srgbClr val="FFC000"/>
                </a:solidFill>
              </a:rPr>
              <a:t/>
            </a:r>
            <a:br>
              <a:rPr lang="en-US" sz="3200" dirty="0" smtClean="0">
                <a:solidFill>
                  <a:srgbClr val="FFC000"/>
                </a:solidFill>
              </a:rPr>
            </a:br>
            <a:r>
              <a:rPr lang="en-US" sz="3200" dirty="0" err="1" smtClean="0">
                <a:solidFill>
                  <a:srgbClr val="FFC000"/>
                </a:solidFill>
              </a:rPr>
              <a:t>appsettings.json</a:t>
            </a:r>
            <a:r>
              <a:rPr lang="en-US" sz="3200" dirty="0" smtClean="0">
                <a:solidFill>
                  <a:srgbClr val="FFC000"/>
                </a:solidFill>
              </a:rPr>
              <a:t> File</a:t>
            </a:r>
            <a:r>
              <a:rPr lang="nl-NL" sz="3200" dirty="0" smtClean="0">
                <a:solidFill>
                  <a:srgbClr val="FFC000"/>
                </a:solidFill>
              </a:rPr>
              <a:t/>
            </a:r>
            <a:br>
              <a:rPr lang="nl-NL" sz="3200" dirty="0" smtClean="0">
                <a:solidFill>
                  <a:srgbClr val="FFC000"/>
                </a:solidFill>
              </a:rPr>
            </a:br>
            <a:r>
              <a:rPr lang="en-US" sz="3200" dirty="0" err="1" smtClean="0">
                <a:solidFill>
                  <a:srgbClr val="FFC000"/>
                </a:solidFill>
              </a:rPr>
              <a:t>MiddleWare</a:t>
            </a:r>
            <a:r>
              <a:rPr lang="en-US" sz="3200" dirty="0" smtClean="0">
                <a:solidFill>
                  <a:srgbClr val="FFC000"/>
                </a:solidFill>
              </a:rPr>
              <a:t> / Pipeline</a:t>
            </a:r>
            <a:r>
              <a:rPr lang="nl-NL" sz="3200" dirty="0" smtClean="0">
                <a:solidFill>
                  <a:srgbClr val="FFC000"/>
                </a:solidFill>
              </a:rPr>
              <a:t/>
            </a:r>
            <a:br>
              <a:rPr lang="nl-NL" sz="3200" dirty="0" smtClean="0">
                <a:solidFill>
                  <a:srgbClr val="FFC000"/>
                </a:solidFill>
              </a:rPr>
            </a:br>
            <a:r>
              <a:rPr lang="en-US" sz="3200" dirty="0" smtClean="0">
                <a:solidFill>
                  <a:srgbClr val="FFC000"/>
                </a:solidFill>
              </a:rPr>
              <a:t>Static file</a:t>
            </a:r>
            <a:endParaRPr lang="nl-NL" sz="3200" dirty="0">
              <a:solidFill>
                <a:srgbClr val="FFC000"/>
              </a:solidFill>
            </a:endParaRPr>
          </a:p>
        </p:txBody>
      </p:sp>
      <p:sp>
        <p:nvSpPr>
          <p:cNvPr id="32" name="Text Placeholder 31"/>
          <p:cNvSpPr>
            <a:spLocks noGrp="1"/>
          </p:cNvSpPr>
          <p:nvPr>
            <p:ph type="body" sz="quarter" idx="23"/>
          </p:nvPr>
        </p:nvSpPr>
        <p:spPr/>
        <p:txBody>
          <a:bodyPr/>
          <a:lstStyle/>
          <a:p>
            <a:endParaRPr lang="en-US"/>
          </a:p>
        </p:txBody>
      </p:sp>
      <p:sp>
        <p:nvSpPr>
          <p:cNvPr id="4" name="Footer Placeholder 3"/>
          <p:cNvSpPr>
            <a:spLocks noGrp="1"/>
          </p:cNvSpPr>
          <p:nvPr>
            <p:ph type="ftr" sz="quarter" idx="4294967295"/>
          </p:nvPr>
        </p:nvSpPr>
        <p:spPr>
          <a:xfrm>
            <a:off x="0" y="6432550"/>
            <a:ext cx="4114800" cy="365125"/>
          </a:xfrm>
          <a:prstGeom prst="rect">
            <a:avLst/>
          </a:prstGeom>
        </p:spPr>
        <p:txBody>
          <a:bodyPr/>
          <a:lstStyle/>
          <a:p>
            <a:r>
              <a:rPr lang="vi-VN" dirty="0"/>
              <a:t>Lập trình C#3</a:t>
            </a:r>
            <a:endParaRPr lang="en-US" dirty="0"/>
          </a:p>
        </p:txBody>
      </p:sp>
      <p:sp>
        <p:nvSpPr>
          <p:cNvPr id="5" name="Slide Number Placeholder 4"/>
          <p:cNvSpPr>
            <a:spLocks noGrp="1"/>
          </p:cNvSpPr>
          <p:nvPr>
            <p:ph type="sldNum" sz="quarter" idx="4294967295"/>
          </p:nvPr>
        </p:nvSpPr>
        <p:spPr>
          <a:xfrm>
            <a:off x="0" y="6340475"/>
            <a:ext cx="303213" cy="365125"/>
          </a:xfrm>
          <a:prstGeom prst="rect">
            <a:avLst/>
          </a:prstGeom>
        </p:spPr>
        <p:txBody>
          <a:bodyPr/>
          <a:lstStyle/>
          <a:p>
            <a:fld id="{8AACEE26-D979-411F-B229-D9F26BAEDF07}" type="slidenum">
              <a:rPr lang="en-US" smtClean="0"/>
              <a:t>29</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6000" dirty="0" smtClean="0">
                <a:solidFill>
                  <a:srgbClr val="FF0000"/>
                </a:solidFill>
              </a:rPr>
              <a:t>			</a:t>
            </a:r>
            <a:r>
              <a:rPr lang="en-US" sz="6000" dirty="0" err="1" smtClean="0">
                <a:solidFill>
                  <a:schemeClr val="bg1"/>
                </a:solidFill>
              </a:rPr>
              <a:t>Tổng</a:t>
            </a:r>
            <a:r>
              <a:rPr lang="en-US" sz="6000" dirty="0" smtClean="0">
                <a:solidFill>
                  <a:schemeClr val="bg1"/>
                </a:solidFill>
              </a:rPr>
              <a:t> </a:t>
            </a:r>
            <a:r>
              <a:rPr lang="en-US" sz="6000" dirty="0" err="1" smtClean="0">
                <a:solidFill>
                  <a:schemeClr val="bg1"/>
                </a:solidFill>
              </a:rPr>
              <a:t>kết</a:t>
            </a:r>
            <a:r>
              <a:rPr lang="en-US" sz="6000" dirty="0" smtClean="0">
                <a:solidFill>
                  <a:schemeClr val="bg1"/>
                </a:solidFill>
              </a:rPr>
              <a:t> </a:t>
            </a:r>
            <a:r>
              <a:rPr lang="en-US" sz="6000" dirty="0" err="1" smtClean="0">
                <a:solidFill>
                  <a:schemeClr val="bg1"/>
                </a:solidFill>
              </a:rPr>
              <a:t>bài</a:t>
            </a:r>
            <a:r>
              <a:rPr lang="en-US" sz="6000" dirty="0" smtClean="0">
                <a:solidFill>
                  <a:schemeClr val="bg1"/>
                </a:solidFill>
              </a:rPr>
              <a:t> </a:t>
            </a:r>
            <a:r>
              <a:rPr lang="en-US" sz="6000" dirty="0" err="1" smtClean="0">
                <a:solidFill>
                  <a:schemeClr val="bg1"/>
                </a:solidFill>
              </a:rPr>
              <a:t>học</a:t>
            </a:r>
            <a:endParaRPr lang="en-US" sz="6000" dirty="0">
              <a:solidFill>
                <a:schemeClr val="bg1"/>
              </a:solidFill>
            </a:endParaRP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104322" y="0"/>
            <a:ext cx="1828919" cy="1312750"/>
          </a:xfrm>
          <a:prstGeom prst="rect">
            <a:avLst/>
          </a:prstGeom>
        </p:spPr>
      </p:pic>
    </p:spTree>
    <p:extLst>
      <p:ext uri="{BB962C8B-B14F-4D97-AF65-F5344CB8AC3E}">
        <p14:creationId xmlns:p14="http://schemas.microsoft.com/office/powerpoint/2010/main" val="700702116"/>
      </p:ext>
    </p:extLst>
  </p:cSld>
  <p:clrMapOvr>
    <a:masterClrMapping/>
  </p:clrMapOvr>
  <p:timing>
    <p:tnLst>
      <p:par>
        <p:cTn id="1" dur="indefinite" restart="never" nodeType="tmRoot"/>
      </p:par>
    </p:tnLst>
  </p:timing>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ModernClassicBlock-3">
  <a:themeElements>
    <a:clrScheme name="MSFT_ELT_ModernClassicBlock_03">
      <a:dk1>
        <a:sysClr val="windowText" lastClr="000000"/>
      </a:dk1>
      <a:lt1>
        <a:sysClr val="window" lastClr="FFFFFF"/>
      </a:lt1>
      <a:dk2>
        <a:srgbClr val="43467B"/>
      </a:dk2>
      <a:lt2>
        <a:srgbClr val="DFE3E5"/>
      </a:lt2>
      <a:accent1>
        <a:srgbClr val="43467B"/>
      </a:accent1>
      <a:accent2>
        <a:srgbClr val="E58C09"/>
      </a:accent2>
      <a:accent3>
        <a:srgbClr val="2683C6"/>
      </a:accent3>
      <a:accent4>
        <a:srgbClr val="EEC621"/>
      </a:accent4>
      <a:accent5>
        <a:srgbClr val="1D9BA1"/>
      </a:accent5>
      <a:accent6>
        <a:srgbClr val="87175F"/>
      </a:accent6>
      <a:hlink>
        <a:srgbClr val="0070C0"/>
      </a:hlink>
      <a:folHlink>
        <a:srgbClr val="C00000"/>
      </a:folHlink>
    </a:clrScheme>
    <a:fontScheme name="MSFT_ELT_ModernClassicBlock_03">
      <a:majorFont>
        <a:latin typeface="Tw Cen MT Condensed"/>
        <a:ea typeface=""/>
        <a:cs typeface=""/>
      </a:majorFont>
      <a:minorFont>
        <a:latin typeface="Tw Cen MT"/>
        <a:ea typeface=""/>
        <a:cs typeface=""/>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ELT_Template_ModernClassicBlockLT_v4" id="{30DDF308-B484-4DB0-8959-4BA762476498}" vid="{49FD44A8-5F40-4E6E-BC83-04BD3C4DB240}"/>
    </a:ext>
  </a:extLst>
</a:theme>
</file>

<file path=ppt/theme/theme3.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83</TotalTime>
  <Words>1624</Words>
  <Application>Microsoft Office PowerPoint</Application>
  <PresentationFormat>Widescreen</PresentationFormat>
  <Paragraphs>200</Paragraphs>
  <Slides>29</Slides>
  <Notes>1</Notes>
  <HiddenSlides>0</HiddenSlides>
  <MMClips>0</MMClips>
  <ScaleCrop>false</ScaleCrop>
  <HeadingPairs>
    <vt:vector size="6" baseType="variant">
      <vt:variant>
        <vt:lpstr>Fonts Used</vt:lpstr>
      </vt:variant>
      <vt:variant>
        <vt:i4>13</vt:i4>
      </vt:variant>
      <vt:variant>
        <vt:lpstr>Theme</vt:lpstr>
      </vt:variant>
      <vt:variant>
        <vt:i4>3</vt:i4>
      </vt:variant>
      <vt:variant>
        <vt:lpstr>Slide Titles</vt:lpstr>
      </vt:variant>
      <vt:variant>
        <vt:i4>29</vt:i4>
      </vt:variant>
    </vt:vector>
  </HeadingPairs>
  <TitlesOfParts>
    <vt:vector size="45" baseType="lpstr">
      <vt:lpstr>Arial</vt:lpstr>
      <vt:lpstr>Arial</vt:lpstr>
      <vt:lpstr>Calibri</vt:lpstr>
      <vt:lpstr>Calibri Light</vt:lpstr>
      <vt:lpstr>Courier New</vt:lpstr>
      <vt:lpstr>Roboto</vt:lpstr>
      <vt:lpstr>Roboto Lt</vt:lpstr>
      <vt:lpstr>Segoe UI</vt:lpstr>
      <vt:lpstr>Times New Roman</vt:lpstr>
      <vt:lpstr>Tw Cen MT</vt:lpstr>
      <vt:lpstr>Tw Cen MT Condensed</vt:lpstr>
      <vt:lpstr>Wingdings</vt:lpstr>
      <vt:lpstr>Wingdings 3</vt:lpstr>
      <vt:lpstr>Office Theme</vt:lpstr>
      <vt:lpstr>ModernClassicBlock-3</vt:lpstr>
      <vt:lpstr>Custom Design</vt:lpstr>
      <vt:lpstr>Lập Trình C#3</vt:lpstr>
      <vt:lpstr>Mục tiêu</vt:lpstr>
      <vt:lpstr>Kestrel Webserver</vt:lpstr>
      <vt:lpstr>Kestrel Webserver</vt:lpstr>
      <vt:lpstr>Sử dụng Kestrel</vt:lpstr>
      <vt:lpstr>Sử dụng Kestrel</vt:lpstr>
      <vt:lpstr>Sử dụng Kestrel</vt:lpstr>
      <vt:lpstr>File cấu hình trong ASP.NET Core</vt:lpstr>
      <vt:lpstr>File cấu hình trong ASP.NET Core</vt:lpstr>
      <vt:lpstr>File cấu hình trong ASP.NET Core</vt:lpstr>
      <vt:lpstr>File cấu hình trong ASP.NET Core</vt:lpstr>
      <vt:lpstr>ASP.NET Core appsettings.json File</vt:lpstr>
      <vt:lpstr>ASP.NET Core appsettings.json File</vt:lpstr>
      <vt:lpstr>ASP.NET Core launchSettings.json File</vt:lpstr>
      <vt:lpstr>Demo cấu hình và dùng file appsettings.json, launchSettings.json </vt:lpstr>
      <vt:lpstr>Giới thiệu về MiddleWare / Pipeline</vt:lpstr>
      <vt:lpstr>Giới thiệu về MiddleWare / Pipeline</vt:lpstr>
      <vt:lpstr>Giới thiệu về MiddleWare / Pipeline</vt:lpstr>
      <vt:lpstr>Giới thiệu về MiddleWare / Pipeline</vt:lpstr>
      <vt:lpstr>Giới thiệu về MiddleWare / Pipeline</vt:lpstr>
      <vt:lpstr>Cấu hình Middleware với Use và Run </vt:lpstr>
      <vt:lpstr>Cấu hình Middleware với Use và Run </vt:lpstr>
      <vt:lpstr>Tạo custom middleware</vt:lpstr>
      <vt:lpstr>Tạo custom middleware</vt:lpstr>
      <vt:lpstr>Static Files</vt:lpstr>
      <vt:lpstr>Static Files</vt:lpstr>
      <vt:lpstr>Static Files</vt:lpstr>
      <vt:lpstr>Hiên thực các ví dụ Middleware – static file</vt:lpstr>
      <vt:lpstr>Kestrel Webserver appsettings.json File MiddleWare / Pipeline Static file</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Lập Trình C#3</dc:title>
  <dc:creator>Nguy Nguyen Uy Vu</dc:creator>
  <cp:lastModifiedBy>Nguy Nguyen Uy Vu</cp:lastModifiedBy>
  <cp:revision>23</cp:revision>
  <dcterms:created xsi:type="dcterms:W3CDTF">2024-12-10T15:23:11Z</dcterms:created>
  <dcterms:modified xsi:type="dcterms:W3CDTF">2024-12-10T16:49:40Z</dcterms:modified>
</cp:coreProperties>
</file>
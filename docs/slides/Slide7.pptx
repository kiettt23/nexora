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wdp" ContentType="image/vnd.ms-photo"/>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theme/theme2.xml" ContentType="application/vnd.openxmlformats-officedocument.theme+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 id="2147483717" r:id="rId3"/>
  </p:sldMasterIdLst>
  <p:notesMasterIdLst>
    <p:notesMasterId r:id="rId42"/>
  </p:notesMasterIdLst>
  <p:sldIdLst>
    <p:sldId id="257" r:id="rId4"/>
    <p:sldId id="258" r:id="rId5"/>
    <p:sldId id="259" r:id="rId6"/>
    <p:sldId id="399" r:id="rId7"/>
    <p:sldId id="400" r:id="rId8"/>
    <p:sldId id="401" r:id="rId9"/>
    <p:sldId id="402" r:id="rId10"/>
    <p:sldId id="403" r:id="rId11"/>
    <p:sldId id="404" r:id="rId12"/>
    <p:sldId id="405" r:id="rId13"/>
    <p:sldId id="406" r:id="rId14"/>
    <p:sldId id="407" r:id="rId15"/>
    <p:sldId id="408" r:id="rId16"/>
    <p:sldId id="410" r:id="rId17"/>
    <p:sldId id="411" r:id="rId18"/>
    <p:sldId id="412" r:id="rId19"/>
    <p:sldId id="413" r:id="rId20"/>
    <p:sldId id="414" r:id="rId21"/>
    <p:sldId id="415" r:id="rId22"/>
    <p:sldId id="416" r:id="rId23"/>
    <p:sldId id="417" r:id="rId24"/>
    <p:sldId id="332" r:id="rId25"/>
    <p:sldId id="369" r:id="rId26"/>
    <p:sldId id="418" r:id="rId27"/>
    <p:sldId id="419" r:id="rId28"/>
    <p:sldId id="420" r:id="rId29"/>
    <p:sldId id="421" r:id="rId30"/>
    <p:sldId id="422" r:id="rId31"/>
    <p:sldId id="423" r:id="rId32"/>
    <p:sldId id="424" r:id="rId33"/>
    <p:sldId id="425" r:id="rId34"/>
    <p:sldId id="426" r:id="rId35"/>
    <p:sldId id="427" r:id="rId36"/>
    <p:sldId id="428" r:id="rId37"/>
    <p:sldId id="429" r:id="rId38"/>
    <p:sldId id="430" r:id="rId39"/>
    <p:sldId id="357" r:id="rId40"/>
    <p:sldId id="286" r:id="rId4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786" autoAdjust="0"/>
    <p:restoredTop sz="94660"/>
  </p:normalViewPr>
  <p:slideViewPr>
    <p:cSldViewPr snapToGrid="0">
      <p:cViewPr varScale="1">
        <p:scale>
          <a:sx n="87" d="100"/>
          <a:sy n="87" d="100"/>
        </p:scale>
        <p:origin x="538" y="5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slide" Target="slides/slide23.xml"/><Relationship Id="rId39" Type="http://schemas.openxmlformats.org/officeDocument/2006/relationships/slide" Target="slides/slide36.xml"/><Relationship Id="rId21" Type="http://schemas.openxmlformats.org/officeDocument/2006/relationships/slide" Target="slides/slide18.xml"/><Relationship Id="rId34" Type="http://schemas.openxmlformats.org/officeDocument/2006/relationships/slide" Target="slides/slide31.xml"/><Relationship Id="rId42" Type="http://schemas.openxmlformats.org/officeDocument/2006/relationships/notesMaster" Target="notesMasters/notesMaster1.xml"/><Relationship Id="rId7" Type="http://schemas.openxmlformats.org/officeDocument/2006/relationships/slide" Target="slides/slide4.xml"/><Relationship Id="rId2" Type="http://schemas.openxmlformats.org/officeDocument/2006/relationships/slideMaster" Target="slideMasters/slideMaster2.xml"/><Relationship Id="rId16" Type="http://schemas.openxmlformats.org/officeDocument/2006/relationships/slide" Target="slides/slide13.xml"/><Relationship Id="rId29" Type="http://schemas.openxmlformats.org/officeDocument/2006/relationships/slide" Target="slides/slide26.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slide" Target="slides/slide29.xml"/><Relationship Id="rId37" Type="http://schemas.openxmlformats.org/officeDocument/2006/relationships/slide" Target="slides/slide34.xml"/><Relationship Id="rId40" Type="http://schemas.openxmlformats.org/officeDocument/2006/relationships/slide" Target="slides/slide37.xml"/><Relationship Id="rId45" Type="http://schemas.openxmlformats.org/officeDocument/2006/relationships/theme" Target="theme/theme1.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slide" Target="slides/slide33.xml"/><Relationship Id="rId10" Type="http://schemas.openxmlformats.org/officeDocument/2006/relationships/slide" Target="slides/slide7.xml"/><Relationship Id="rId19" Type="http://schemas.openxmlformats.org/officeDocument/2006/relationships/slide" Target="slides/slide16.xml"/><Relationship Id="rId31" Type="http://schemas.openxmlformats.org/officeDocument/2006/relationships/slide" Target="slides/slide28.xml"/><Relationship Id="rId44" Type="http://schemas.openxmlformats.org/officeDocument/2006/relationships/viewProps" Target="viewProps.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slide" Target="slides/slide27.xml"/><Relationship Id="rId35" Type="http://schemas.openxmlformats.org/officeDocument/2006/relationships/slide" Target="slides/slide32.xml"/><Relationship Id="rId43" Type="http://schemas.openxmlformats.org/officeDocument/2006/relationships/presProps" Target="presProps.xml"/><Relationship Id="rId8" Type="http://schemas.openxmlformats.org/officeDocument/2006/relationships/slide" Target="slides/slide5.xml"/><Relationship Id="rId3" Type="http://schemas.openxmlformats.org/officeDocument/2006/relationships/slideMaster" Target="slideMasters/slideMaster3.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slide" Target="slides/slide30.xml"/><Relationship Id="rId38" Type="http://schemas.openxmlformats.org/officeDocument/2006/relationships/slide" Target="slides/slide35.xml"/><Relationship Id="rId46" Type="http://schemas.openxmlformats.org/officeDocument/2006/relationships/tableStyles" Target="tableStyles.xml"/><Relationship Id="rId20" Type="http://schemas.openxmlformats.org/officeDocument/2006/relationships/slide" Target="slides/slide17.xml"/><Relationship Id="rId41" Type="http://schemas.openxmlformats.org/officeDocument/2006/relationships/slide" Target="slides/slide3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A667F05-D95D-49FE-87B7-67C84346D2CD}" type="datetimeFigureOut">
              <a:rPr lang="en-US" smtClean="0"/>
              <a:t>3/8/2025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DB6582C-81C5-4156-B658-E10D67690796}" type="slidenum">
              <a:rPr lang="en-US" smtClean="0"/>
              <a:t>‹#›</a:t>
            </a:fld>
            <a:endParaRPr lang="en-US"/>
          </a:p>
        </p:txBody>
      </p:sp>
    </p:spTree>
    <p:extLst>
      <p:ext uri="{BB962C8B-B14F-4D97-AF65-F5344CB8AC3E}">
        <p14:creationId xmlns:p14="http://schemas.microsoft.com/office/powerpoint/2010/main" val="154804709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DAE5FABD-26C8-4F74-B1E3-45BC91BC9D7B}" type="slidenum">
              <a:rPr kumimoji="0" lang="en-US" sz="1200" b="0" i="0" u="none" strike="noStrike" kern="1200" cap="none" spc="0" normalizeH="0" baseline="0" noProof="0" smtClean="0">
                <a:ln>
                  <a:noFill/>
                </a:ln>
                <a:solidFill>
                  <a:prstClr val="black"/>
                </a:solidFill>
                <a:effectLst/>
                <a:uLnTx/>
                <a:uFillTx/>
                <a:latin typeface="Tw Cen MT" panose="020B0602020104020603" pitchFamily="34" charset="0"/>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a:t>
            </a:fld>
            <a:endParaRPr kumimoji="0" lang="en-US" sz="1200" b="0" i="0" u="none" strike="noStrike" kern="1200" cap="none" spc="0" normalizeH="0" baseline="0" noProof="0" dirty="0">
              <a:ln>
                <a:noFill/>
              </a:ln>
              <a:solidFill>
                <a:prstClr val="black"/>
              </a:solidFill>
              <a:effectLst/>
              <a:uLnTx/>
              <a:uFillTx/>
              <a:latin typeface="Tw Cen MT" panose="020B0602020104020603" pitchFamily="34" charset="0"/>
              <a:ea typeface="+mn-ea"/>
              <a:cs typeface="+mn-cs"/>
            </a:endParaRPr>
          </a:p>
        </p:txBody>
      </p:sp>
    </p:spTree>
    <p:extLst>
      <p:ext uri="{BB962C8B-B14F-4D97-AF65-F5344CB8AC3E}">
        <p14:creationId xmlns:p14="http://schemas.microsoft.com/office/powerpoint/2010/main" val="235852151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8.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png"/><Relationship Id="rId1" Type="http://schemas.openxmlformats.org/officeDocument/2006/relationships/slideMaster" Target="../slideMasters/slideMaster3.xml"/><Relationship Id="rId4" Type="http://schemas.openxmlformats.org/officeDocument/2006/relationships/image" Target="../media/image4.png"/></Relationships>
</file>

<file path=ppt/slideLayouts/_rels/slideLayout6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3.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3.xml.rels><?xml version="1.0" encoding="UTF-8" standalone="yes"?>
<Relationships xmlns="http://schemas.openxmlformats.org/package/2006/relationships"><Relationship Id="rId3" Type="http://schemas.microsoft.com/office/2007/relationships/hdphoto" Target="../media/hdphoto1.wdp"/><Relationship Id="rId7" Type="http://schemas.microsoft.com/office/2007/relationships/hdphoto" Target="../media/hdphoto3.wdp"/><Relationship Id="rId2" Type="http://schemas.openxmlformats.org/officeDocument/2006/relationships/image" Target="../media/image6.png"/><Relationship Id="rId1" Type="http://schemas.openxmlformats.org/officeDocument/2006/relationships/slideMaster" Target="../slideMasters/slideMaster3.xml"/><Relationship Id="rId6" Type="http://schemas.openxmlformats.org/officeDocument/2006/relationships/image" Target="../media/image8.png"/><Relationship Id="rId5" Type="http://schemas.microsoft.com/office/2007/relationships/hdphoto" Target="../media/hdphoto2.wdp"/><Relationship Id="rId4" Type="http://schemas.openxmlformats.org/officeDocument/2006/relationships/image" Target="../media/image7.png"/></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3.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CDF40E0-E6EB-4A06-A23A-FAEAF1FE809C}" type="datetimeFigureOut">
              <a:rPr lang="en-US" smtClean="0"/>
              <a:t>3/8/2025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A4E73CF-C580-4B9B-819E-F0AF56E99B06}" type="slidenum">
              <a:rPr lang="en-US" smtClean="0"/>
              <a:t>‹#›</a:t>
            </a:fld>
            <a:endParaRPr lang="en-US"/>
          </a:p>
        </p:txBody>
      </p:sp>
    </p:spTree>
    <p:extLst>
      <p:ext uri="{BB962C8B-B14F-4D97-AF65-F5344CB8AC3E}">
        <p14:creationId xmlns:p14="http://schemas.microsoft.com/office/powerpoint/2010/main" val="227549219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CDF40E0-E6EB-4A06-A23A-FAEAF1FE809C}" type="datetimeFigureOut">
              <a:rPr lang="en-US" smtClean="0"/>
              <a:t>3/8/2025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A4E73CF-C580-4B9B-819E-F0AF56E99B06}" type="slidenum">
              <a:rPr lang="en-US" smtClean="0"/>
              <a:t>‹#›</a:t>
            </a:fld>
            <a:endParaRPr lang="en-US"/>
          </a:p>
        </p:txBody>
      </p:sp>
    </p:spTree>
    <p:extLst>
      <p:ext uri="{BB962C8B-B14F-4D97-AF65-F5344CB8AC3E}">
        <p14:creationId xmlns:p14="http://schemas.microsoft.com/office/powerpoint/2010/main" val="4023284995"/>
      </p:ext>
    </p:extLst>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1CDF40E0-E6EB-4A06-A23A-FAEAF1FE809C}" type="datetimeFigureOut">
              <a:rPr lang="en-US" smtClean="0"/>
              <a:t>3/8/2025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A4E73CF-C580-4B9B-819E-F0AF56E99B06}" type="slidenum">
              <a:rPr lang="en-US" smtClean="0"/>
              <a:t>‹#›</a:t>
            </a:fld>
            <a:endParaRPr lang="en-US"/>
          </a:p>
        </p:txBody>
      </p:sp>
    </p:spTree>
    <p:extLst>
      <p:ext uri="{BB962C8B-B14F-4D97-AF65-F5344CB8AC3E}">
        <p14:creationId xmlns:p14="http://schemas.microsoft.com/office/powerpoint/2010/main" val="228918954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CDF40E0-E6EB-4A06-A23A-FAEAF1FE809C}" type="datetimeFigureOut">
              <a:rPr lang="en-US" smtClean="0"/>
              <a:t>3/8/2025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A4E73CF-C580-4B9B-819E-F0AF56E99B06}" type="slidenum">
              <a:rPr lang="en-US" smtClean="0"/>
              <a:t>‹#›</a:t>
            </a:fld>
            <a:endParaRPr lang="en-US"/>
          </a:p>
        </p:txBody>
      </p:sp>
    </p:spTree>
    <p:extLst>
      <p:ext uri="{BB962C8B-B14F-4D97-AF65-F5344CB8AC3E}">
        <p14:creationId xmlns:p14="http://schemas.microsoft.com/office/powerpoint/2010/main" val="123144862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CDF40E0-E6EB-4A06-A23A-FAEAF1FE809C}" type="datetimeFigureOut">
              <a:rPr lang="en-US" smtClean="0"/>
              <a:t>3/8/2025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0A4E73CF-C580-4B9B-819E-F0AF56E99B06}" type="slidenum">
              <a:rPr lang="en-US" smtClean="0"/>
              <a:t>‹#›</a:t>
            </a:fld>
            <a:endParaRPr lang="en-US"/>
          </a:p>
        </p:txBody>
      </p:sp>
    </p:spTree>
    <p:extLst>
      <p:ext uri="{BB962C8B-B14F-4D97-AF65-F5344CB8AC3E}">
        <p14:creationId xmlns:p14="http://schemas.microsoft.com/office/powerpoint/2010/main" val="318169906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CDF40E0-E6EB-4A06-A23A-FAEAF1FE809C}" type="datetimeFigureOut">
              <a:rPr lang="en-US" smtClean="0"/>
              <a:t>3/8/2025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0A4E73CF-C580-4B9B-819E-F0AF56E99B06}" type="slidenum">
              <a:rPr lang="en-US" smtClean="0"/>
              <a:t>‹#›</a:t>
            </a:fld>
            <a:endParaRPr lang="en-US"/>
          </a:p>
        </p:txBody>
      </p:sp>
    </p:spTree>
    <p:extLst>
      <p:ext uri="{BB962C8B-B14F-4D97-AF65-F5344CB8AC3E}">
        <p14:creationId xmlns:p14="http://schemas.microsoft.com/office/powerpoint/2010/main" val="371297278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CDF40E0-E6EB-4A06-A23A-FAEAF1FE809C}" type="datetimeFigureOut">
              <a:rPr lang="en-US" smtClean="0"/>
              <a:t>3/8/2025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0A4E73CF-C580-4B9B-819E-F0AF56E99B06}" type="slidenum">
              <a:rPr lang="en-US" smtClean="0"/>
              <a:t>‹#›</a:t>
            </a:fld>
            <a:endParaRPr lang="en-US"/>
          </a:p>
        </p:txBody>
      </p:sp>
    </p:spTree>
    <p:extLst>
      <p:ext uri="{BB962C8B-B14F-4D97-AF65-F5344CB8AC3E}">
        <p14:creationId xmlns:p14="http://schemas.microsoft.com/office/powerpoint/2010/main" val="300258284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1CDF40E0-E6EB-4A06-A23A-FAEAF1FE809C}" type="datetimeFigureOut">
              <a:rPr lang="en-US" smtClean="0"/>
              <a:t>3/8/2025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A4E73CF-C580-4B9B-819E-F0AF56E99B06}" type="slidenum">
              <a:rPr lang="en-US" smtClean="0"/>
              <a:t>‹#›</a:t>
            </a:fld>
            <a:endParaRPr lang="en-US"/>
          </a:p>
        </p:txBody>
      </p:sp>
    </p:spTree>
    <p:extLst>
      <p:ext uri="{BB962C8B-B14F-4D97-AF65-F5344CB8AC3E}">
        <p14:creationId xmlns:p14="http://schemas.microsoft.com/office/powerpoint/2010/main" val="57448644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1CDF40E0-E6EB-4A06-A23A-FAEAF1FE809C}" type="datetimeFigureOut">
              <a:rPr lang="en-US" smtClean="0"/>
              <a:t>3/8/2025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A4E73CF-C580-4B9B-819E-F0AF56E99B06}" type="slidenum">
              <a:rPr lang="en-US" smtClean="0"/>
              <a:t>‹#›</a:t>
            </a:fld>
            <a:endParaRPr lang="en-US"/>
          </a:p>
        </p:txBody>
      </p:sp>
    </p:spTree>
    <p:extLst>
      <p:ext uri="{BB962C8B-B14F-4D97-AF65-F5344CB8AC3E}">
        <p14:creationId xmlns:p14="http://schemas.microsoft.com/office/powerpoint/2010/main" val="33411787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CDF40E0-E6EB-4A06-A23A-FAEAF1FE809C}" type="datetimeFigureOut">
              <a:rPr lang="en-US" smtClean="0"/>
              <a:t>3/8/2025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A4E73CF-C580-4B9B-819E-F0AF56E99B06}" type="slidenum">
              <a:rPr lang="en-US" smtClean="0"/>
              <a:t>‹#›</a:t>
            </a:fld>
            <a:endParaRPr lang="en-US"/>
          </a:p>
        </p:txBody>
      </p:sp>
    </p:spTree>
    <p:extLst>
      <p:ext uri="{BB962C8B-B14F-4D97-AF65-F5344CB8AC3E}">
        <p14:creationId xmlns:p14="http://schemas.microsoft.com/office/powerpoint/2010/main" val="295080902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CDF40E0-E6EB-4A06-A23A-FAEAF1FE809C}" type="datetimeFigureOut">
              <a:rPr lang="en-US" smtClean="0"/>
              <a:t>3/8/2025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A4E73CF-C580-4B9B-819E-F0AF56E99B06}" type="slidenum">
              <a:rPr lang="en-US" smtClean="0"/>
              <a:t>‹#›</a:t>
            </a:fld>
            <a:endParaRPr lang="en-US"/>
          </a:p>
        </p:txBody>
      </p:sp>
    </p:spTree>
    <p:extLst>
      <p:ext uri="{BB962C8B-B14F-4D97-AF65-F5344CB8AC3E}">
        <p14:creationId xmlns:p14="http://schemas.microsoft.com/office/powerpoint/2010/main" val="133132978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Slide_DeepYellow">
    <p:bg>
      <p:bgPr>
        <a:solidFill>
          <a:schemeClr val="bg1">
            <a:lumMod val="95000"/>
          </a:schemeClr>
        </a:solidFill>
        <a:effectLst/>
      </p:bgPr>
    </p:bg>
    <p:spTree>
      <p:nvGrpSpPr>
        <p:cNvPr id="1" name=""/>
        <p:cNvGrpSpPr/>
        <p:nvPr/>
      </p:nvGrpSpPr>
      <p:grpSpPr>
        <a:xfrm>
          <a:off x="0" y="0"/>
          <a:ext cx="0" cy="0"/>
          <a:chOff x="0" y="0"/>
          <a:chExt cx="0" cy="0"/>
        </a:xfrm>
      </p:grpSpPr>
      <p:sp>
        <p:nvSpPr>
          <p:cNvPr id="53" name="Text Placeholder 52">
            <a:extLst>
              <a:ext uri="{FF2B5EF4-FFF2-40B4-BE49-F238E27FC236}">
                <a16:creationId xmlns:a16="http://schemas.microsoft.com/office/drawing/2014/main" id="{4016877F-9863-4CBC-B4AF-D4764DBA673B}"/>
              </a:ext>
              <a:ext uri="{C183D7F6-B498-43B3-948B-1728B52AA6E4}">
                <adec:decorative xmlns="" xmlns:adec="http://schemas.microsoft.com/office/drawing/2017/decorative" val="1"/>
              </a:ext>
            </a:extLst>
          </p:cNvPr>
          <p:cNvSpPr>
            <a:spLocks noGrp="1"/>
          </p:cNvSpPr>
          <p:nvPr>
            <p:ph type="body" sz="quarter" idx="14" hasCustomPrompt="1"/>
          </p:nvPr>
        </p:nvSpPr>
        <p:spPr>
          <a:xfrm>
            <a:off x="1181099" y="457200"/>
            <a:ext cx="8128343" cy="6248400"/>
          </a:xfrm>
          <a:custGeom>
            <a:avLst/>
            <a:gdLst>
              <a:gd name="connsiteX0" fmla="*/ 0 w 8128343"/>
              <a:gd name="connsiteY0" fmla="*/ 0 h 6248400"/>
              <a:gd name="connsiteX1" fmla="*/ 8128343 w 8128343"/>
              <a:gd name="connsiteY1" fmla="*/ 0 h 6248400"/>
              <a:gd name="connsiteX2" fmla="*/ 8128343 w 8128343"/>
              <a:gd name="connsiteY2" fmla="*/ 3258609 h 6248400"/>
              <a:gd name="connsiteX3" fmla="*/ 5858354 w 8128343"/>
              <a:gd name="connsiteY3" fmla="*/ 6248400 h 6248400"/>
              <a:gd name="connsiteX4" fmla="*/ 0 w 8128343"/>
              <a:gd name="connsiteY4" fmla="*/ 6248400 h 62484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128343" h="6248400">
                <a:moveTo>
                  <a:pt x="0" y="0"/>
                </a:moveTo>
                <a:lnTo>
                  <a:pt x="8128343" y="0"/>
                </a:lnTo>
                <a:lnTo>
                  <a:pt x="8128343" y="3258609"/>
                </a:lnTo>
                <a:lnTo>
                  <a:pt x="5858354" y="6248400"/>
                </a:lnTo>
                <a:lnTo>
                  <a:pt x="0" y="62484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buNone/>
              <a:defRPr lang="en-GB" sz="1800" dirty="0">
                <a:solidFill>
                  <a:schemeClr val="lt1">
                    <a:alpha val="0"/>
                  </a:schemeClr>
                </a:solidFill>
              </a:defRPr>
            </a:lvl1pPr>
          </a:lstStyle>
          <a:p>
            <a:pPr marL="0" lvl="0" algn="ctr"/>
            <a:r>
              <a:rPr lang="en-US" noProof="0"/>
              <a:t>I</a:t>
            </a:r>
          </a:p>
        </p:txBody>
      </p:sp>
      <p:sp>
        <p:nvSpPr>
          <p:cNvPr id="48" name="Freeform: Shape 47">
            <a:extLst>
              <a:ext uri="{FF2B5EF4-FFF2-40B4-BE49-F238E27FC236}">
                <a16:creationId xmlns:a16="http://schemas.microsoft.com/office/drawing/2014/main" id="{9070D0C4-1F90-4B84-B84E-8285FA0A01B0}"/>
              </a:ext>
            </a:extLst>
          </p:cNvPr>
          <p:cNvSpPr/>
          <p:nvPr userDrawn="1"/>
        </p:nvSpPr>
        <p:spPr>
          <a:xfrm rot="2232448">
            <a:off x="9455741" y="-926244"/>
            <a:ext cx="131438" cy="8710488"/>
          </a:xfrm>
          <a:custGeom>
            <a:avLst/>
            <a:gdLst>
              <a:gd name="connsiteX0" fmla="*/ 0 w 131438"/>
              <a:gd name="connsiteY0" fmla="*/ 99793 h 8710488"/>
              <a:gd name="connsiteX1" fmla="*/ 131438 w 131438"/>
              <a:gd name="connsiteY1" fmla="*/ 0 h 8710488"/>
              <a:gd name="connsiteX2" fmla="*/ 131438 w 131438"/>
              <a:gd name="connsiteY2" fmla="*/ 8610694 h 8710488"/>
              <a:gd name="connsiteX3" fmla="*/ 0 w 131438"/>
              <a:gd name="connsiteY3" fmla="*/ 8710488 h 8710488"/>
            </a:gdLst>
            <a:ahLst/>
            <a:cxnLst>
              <a:cxn ang="0">
                <a:pos x="connsiteX0" y="connsiteY0"/>
              </a:cxn>
              <a:cxn ang="0">
                <a:pos x="connsiteX1" y="connsiteY1"/>
              </a:cxn>
              <a:cxn ang="0">
                <a:pos x="connsiteX2" y="connsiteY2"/>
              </a:cxn>
              <a:cxn ang="0">
                <a:pos x="connsiteX3" y="connsiteY3"/>
              </a:cxn>
            </a:cxnLst>
            <a:rect l="l" t="t" r="r" b="b"/>
            <a:pathLst>
              <a:path w="131438" h="8710488">
                <a:moveTo>
                  <a:pt x="0" y="99793"/>
                </a:moveTo>
                <a:lnTo>
                  <a:pt x="131438" y="0"/>
                </a:lnTo>
                <a:lnTo>
                  <a:pt x="131438" y="8610694"/>
                </a:lnTo>
                <a:lnTo>
                  <a:pt x="0" y="8710488"/>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49" name="Freeform: Shape 48">
            <a:extLst>
              <a:ext uri="{FF2B5EF4-FFF2-40B4-BE49-F238E27FC236}">
                <a16:creationId xmlns:a16="http://schemas.microsoft.com/office/drawing/2014/main" id="{B8546525-A0E6-4238-93BC-5D43C93A450D}"/>
              </a:ext>
              <a:ext uri="{C183D7F6-B498-43B3-948B-1728B52AA6E4}">
                <adec:decorative xmlns="" xmlns:adec="http://schemas.microsoft.com/office/drawing/2017/decorative" val="1"/>
              </a:ext>
            </a:extLst>
          </p:cNvPr>
          <p:cNvSpPr/>
          <p:nvPr userDrawn="1"/>
        </p:nvSpPr>
        <p:spPr>
          <a:xfrm rot="2232448">
            <a:off x="9332817" y="-941780"/>
            <a:ext cx="172357" cy="8741560"/>
          </a:xfrm>
          <a:custGeom>
            <a:avLst/>
            <a:gdLst>
              <a:gd name="connsiteX0" fmla="*/ 172357 w 172357"/>
              <a:gd name="connsiteY0" fmla="*/ 0 h 8741560"/>
              <a:gd name="connsiteX1" fmla="*/ 172357 w 172357"/>
              <a:gd name="connsiteY1" fmla="*/ 8610698 h 8741560"/>
              <a:gd name="connsiteX2" fmla="*/ 0 w 172357"/>
              <a:gd name="connsiteY2" fmla="*/ 8741560 h 8741560"/>
              <a:gd name="connsiteX3" fmla="*/ 0 w 172357"/>
              <a:gd name="connsiteY3" fmla="*/ 130862 h 8741560"/>
            </a:gdLst>
            <a:ahLst/>
            <a:cxnLst>
              <a:cxn ang="0">
                <a:pos x="connsiteX0" y="connsiteY0"/>
              </a:cxn>
              <a:cxn ang="0">
                <a:pos x="connsiteX1" y="connsiteY1"/>
              </a:cxn>
              <a:cxn ang="0">
                <a:pos x="connsiteX2" y="connsiteY2"/>
              </a:cxn>
              <a:cxn ang="0">
                <a:pos x="connsiteX3" y="connsiteY3"/>
              </a:cxn>
            </a:cxnLst>
            <a:rect l="l" t="t" r="r" b="b"/>
            <a:pathLst>
              <a:path w="172357" h="8741560">
                <a:moveTo>
                  <a:pt x="172357" y="0"/>
                </a:moveTo>
                <a:lnTo>
                  <a:pt x="172357" y="8610698"/>
                </a:lnTo>
                <a:lnTo>
                  <a:pt x="0" y="8741560"/>
                </a:lnTo>
                <a:lnTo>
                  <a:pt x="0" y="130862"/>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defTabSz="914400"/>
            <a:endParaRPr lang="en-US" noProof="0" dirty="0"/>
          </a:p>
        </p:txBody>
      </p:sp>
      <p:sp>
        <p:nvSpPr>
          <p:cNvPr id="17" name="Text Placeholder 16">
            <a:extLst>
              <a:ext uri="{FF2B5EF4-FFF2-40B4-BE49-F238E27FC236}">
                <a16:creationId xmlns:a16="http://schemas.microsoft.com/office/drawing/2014/main" id="{FF9E63E5-568A-4FA2-9851-E5BFA12B85D1}"/>
              </a:ext>
              <a:ext uri="{C183D7F6-B498-43B3-948B-1728B52AA6E4}">
                <adec:decorative xmlns="" xmlns:adec="http://schemas.microsoft.com/office/drawing/2017/decorative" val="1"/>
              </a:ext>
            </a:extLst>
          </p:cNvPr>
          <p:cNvSpPr>
            <a:spLocks noGrp="1"/>
          </p:cNvSpPr>
          <p:nvPr>
            <p:ph type="body" sz="quarter" idx="12" hasCustomPrompt="1"/>
          </p:nvPr>
        </p:nvSpPr>
        <p:spPr>
          <a:xfrm>
            <a:off x="990599" y="304800"/>
            <a:ext cx="8128343" cy="6248400"/>
          </a:xfrm>
          <a:solidFill>
            <a:schemeClr val="bg1"/>
          </a:solidFill>
          <a:effectLst>
            <a:outerShdw blurRad="50800" dist="38100" dir="2700000" algn="tl" rotWithShape="0">
              <a:prstClr val="black">
                <a:alpha val="40000"/>
              </a:prstClr>
            </a:outerShdw>
          </a:effectLst>
        </p:spPr>
        <p:txBody>
          <a:bodyPr/>
          <a:lstStyle>
            <a:lvl1pPr marL="0" indent="0">
              <a:buNone/>
              <a:defRPr>
                <a:solidFill>
                  <a:schemeClr val="tx1">
                    <a:alpha val="0"/>
                  </a:schemeClr>
                </a:solidFill>
              </a:defRPr>
            </a:lvl1pPr>
          </a:lstStyle>
          <a:p>
            <a:pPr lvl="0"/>
            <a:r>
              <a:rPr lang="en-US" noProof="0"/>
              <a:t>I</a:t>
            </a:r>
          </a:p>
        </p:txBody>
      </p:sp>
      <p:sp>
        <p:nvSpPr>
          <p:cNvPr id="2" name="Title 1"/>
          <p:cNvSpPr>
            <a:spLocks noGrp="1"/>
          </p:cNvSpPr>
          <p:nvPr>
            <p:ph type="ctrTitle"/>
          </p:nvPr>
        </p:nvSpPr>
        <p:spPr>
          <a:xfrm>
            <a:off x="1378135" y="1219199"/>
            <a:ext cx="7232465" cy="2732439"/>
          </a:xfrm>
        </p:spPr>
        <p:txBody>
          <a:bodyPr anchor="t">
            <a:normAutofit/>
          </a:bodyPr>
          <a:lstStyle>
            <a:lvl1pPr algn="l">
              <a:defRPr lang="en-US" sz="5000" kern="1200" cap="all" spc="100" baseline="0" dirty="0">
                <a:solidFill>
                  <a:srgbClr val="2C2E52"/>
                </a:solidFill>
                <a:latin typeface="+mj-lt"/>
                <a:ea typeface="+mj-ea"/>
                <a:cs typeface="+mj-cs"/>
              </a:defRPr>
            </a:lvl1pPr>
          </a:lstStyle>
          <a:p>
            <a:r>
              <a:rPr lang="en-US" noProof="0" smtClean="0"/>
              <a:t>Click to edit Master title style</a:t>
            </a:r>
            <a:endParaRPr lang="en-US" noProof="0"/>
          </a:p>
        </p:txBody>
      </p:sp>
      <p:sp>
        <p:nvSpPr>
          <p:cNvPr id="3" name="Subtitle 2"/>
          <p:cNvSpPr>
            <a:spLocks noGrp="1"/>
          </p:cNvSpPr>
          <p:nvPr>
            <p:ph type="subTitle" idx="1"/>
          </p:nvPr>
        </p:nvSpPr>
        <p:spPr>
          <a:xfrm>
            <a:off x="1378134" y="4069079"/>
            <a:ext cx="5022666" cy="1463040"/>
          </a:xfrm>
        </p:spPr>
        <p:txBody>
          <a:bodyPr lIns="91440" rIns="91440" anchor="t">
            <a:normAutofit/>
          </a:bodyPr>
          <a:lstStyle>
            <a:lvl1pPr marL="0" indent="0" algn="l">
              <a:lnSpc>
                <a:spcPct val="100000"/>
              </a:lnSpc>
              <a:spcBef>
                <a:spcPts val="0"/>
              </a:spcBef>
              <a:buNone/>
              <a:defRPr lang="en-US" sz="2000" kern="1200" dirty="0">
                <a:solidFill>
                  <a:schemeClr val="tx1"/>
                </a:solidFill>
                <a:latin typeface="+mn-lt"/>
                <a:ea typeface="+mn-ea"/>
                <a:cs typeface="+mn-cs"/>
              </a:defRPr>
            </a:lvl1pPr>
            <a:lvl2pPr marL="457200" indent="0" algn="ctr">
              <a:buNone/>
              <a:defRPr sz="1800"/>
            </a:lvl2pPr>
            <a:lvl3pPr marL="914400" indent="0" algn="ctr">
              <a:buNone/>
              <a:defRPr sz="1800"/>
            </a:lvl3pPr>
            <a:lvl4pPr marL="1371600" indent="0" algn="ctr">
              <a:buNone/>
              <a:defRPr sz="1800"/>
            </a:lvl4pPr>
            <a:lvl5pPr marL="1828800" indent="0" algn="ctr">
              <a:buNone/>
              <a:defRPr sz="1800"/>
            </a:lvl5pPr>
            <a:lvl6pPr marL="2286000" indent="0" algn="ctr">
              <a:buNone/>
              <a:defRPr sz="1800"/>
            </a:lvl6pPr>
            <a:lvl7pPr marL="2743200" indent="0" algn="ctr">
              <a:buNone/>
              <a:defRPr sz="1800"/>
            </a:lvl7pPr>
            <a:lvl8pPr marL="3200400" indent="0" algn="ctr">
              <a:buNone/>
              <a:defRPr sz="1800"/>
            </a:lvl8pPr>
            <a:lvl9pPr marL="3657600" indent="0" algn="ctr">
              <a:buNone/>
              <a:defRPr sz="1800"/>
            </a:lvl9pPr>
          </a:lstStyle>
          <a:p>
            <a:r>
              <a:rPr lang="en-US" noProof="0" smtClean="0"/>
              <a:t>Click to edit Master subtitle style</a:t>
            </a:r>
            <a:endParaRPr lang="en-US" noProof="0"/>
          </a:p>
        </p:txBody>
      </p:sp>
      <p:sp>
        <p:nvSpPr>
          <p:cNvPr id="33" name="Rectangle 32">
            <a:extLst>
              <a:ext uri="{FF2B5EF4-FFF2-40B4-BE49-F238E27FC236}">
                <a16:creationId xmlns:a16="http://schemas.microsoft.com/office/drawing/2014/main" id="{E905A207-2310-4F94-86E5-13B4CCC359EC}"/>
              </a:ext>
              <a:ext uri="{C183D7F6-B498-43B3-948B-1728B52AA6E4}">
                <adec:decorative xmlns="" xmlns:adec="http://schemas.microsoft.com/office/drawing/2017/decorative" val="1"/>
              </a:ext>
            </a:extLst>
          </p:cNvPr>
          <p:cNvSpPr/>
          <p:nvPr userDrawn="1"/>
        </p:nvSpPr>
        <p:spPr>
          <a:xfrm rot="5400000" flipV="1">
            <a:off x="1562101" y="-114299"/>
            <a:ext cx="304797" cy="5334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defTabSz="914400"/>
            <a:endParaRPr lang="en-US" noProof="0" dirty="0"/>
          </a:p>
        </p:txBody>
      </p:sp>
      <p:sp>
        <p:nvSpPr>
          <p:cNvPr id="19" name="Picture Placeholder 18">
            <a:extLst>
              <a:ext uri="{FF2B5EF4-FFF2-40B4-BE49-F238E27FC236}">
                <a16:creationId xmlns:a16="http://schemas.microsoft.com/office/drawing/2014/main" id="{018BFA80-A3BB-4316-BD6E-3E5F6B4D89CF}"/>
              </a:ext>
              <a:ext uri="{C183D7F6-B498-43B3-948B-1728B52AA6E4}">
                <adec:decorative xmlns="" xmlns:adec="http://schemas.microsoft.com/office/drawing/2017/decorative" val="1"/>
              </a:ext>
            </a:extLst>
          </p:cNvPr>
          <p:cNvSpPr>
            <a:spLocks noGrp="1"/>
          </p:cNvSpPr>
          <p:nvPr>
            <p:ph type="pic" sz="quarter" idx="11" hasCustomPrompt="1"/>
          </p:nvPr>
        </p:nvSpPr>
        <p:spPr>
          <a:xfrm>
            <a:off x="7013448" y="34960"/>
            <a:ext cx="5178552" cy="6823040"/>
          </a:xfrm>
          <a:custGeom>
            <a:avLst/>
            <a:gdLst>
              <a:gd name="connsiteX0" fmla="*/ 5178552 w 5178552"/>
              <a:gd name="connsiteY0" fmla="*/ 0 h 6823040"/>
              <a:gd name="connsiteX1" fmla="*/ 5178552 w 5178552"/>
              <a:gd name="connsiteY1" fmla="*/ 6823040 h 6823040"/>
              <a:gd name="connsiteX2" fmla="*/ 1752601 w 5178552"/>
              <a:gd name="connsiteY2" fmla="*/ 6823040 h 6823040"/>
              <a:gd name="connsiteX3" fmla="*/ 0 w 5178552"/>
              <a:gd name="connsiteY3" fmla="*/ 6823040 h 6823040"/>
            </a:gdLst>
            <a:ahLst/>
            <a:cxnLst>
              <a:cxn ang="0">
                <a:pos x="connsiteX0" y="connsiteY0"/>
              </a:cxn>
              <a:cxn ang="0">
                <a:pos x="connsiteX1" y="connsiteY1"/>
              </a:cxn>
              <a:cxn ang="0">
                <a:pos x="connsiteX2" y="connsiteY2"/>
              </a:cxn>
              <a:cxn ang="0">
                <a:pos x="connsiteX3" y="connsiteY3"/>
              </a:cxn>
            </a:cxnLst>
            <a:rect l="l" t="t" r="r" b="b"/>
            <a:pathLst>
              <a:path w="5178552" h="6823040">
                <a:moveTo>
                  <a:pt x="5178552" y="0"/>
                </a:moveTo>
                <a:lnTo>
                  <a:pt x="5178552" y="6823040"/>
                </a:lnTo>
                <a:lnTo>
                  <a:pt x="1752601" y="6823040"/>
                </a:lnTo>
                <a:lnTo>
                  <a:pt x="0" y="6823040"/>
                </a:lnTo>
                <a:close/>
              </a:path>
            </a:pathLst>
          </a:custGeom>
          <a:solidFill>
            <a:schemeClr val="bg1"/>
          </a:solidFill>
        </p:spPr>
        <p:txBody>
          <a:bodyPr wrap="square" anchor="ctr">
            <a:noAutofit/>
          </a:bodyPr>
          <a:lstStyle>
            <a:lvl1pPr marL="0" indent="0" algn="ctr">
              <a:buNone/>
              <a:defRPr/>
            </a:lvl1pPr>
          </a:lstStyle>
          <a:p>
            <a:r>
              <a:rPr lang="en-US" noProof="0" dirty="0"/>
              <a:t>Insert Image</a:t>
            </a:r>
          </a:p>
        </p:txBody>
      </p:sp>
    </p:spTree>
    <p:extLst>
      <p:ext uri="{BB962C8B-B14F-4D97-AF65-F5344CB8AC3E}">
        <p14:creationId xmlns:p14="http://schemas.microsoft.com/office/powerpoint/2010/main" val="421926269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1_Title Slide_DeepYellow">
    <p:bg>
      <p:bgPr>
        <a:solidFill>
          <a:schemeClr val="bg1">
            <a:lumMod val="95000"/>
          </a:schemeClr>
        </a:solidFill>
        <a:effectLst/>
      </p:bgPr>
    </p:bg>
    <p:spTree>
      <p:nvGrpSpPr>
        <p:cNvPr id="1" name=""/>
        <p:cNvGrpSpPr/>
        <p:nvPr/>
      </p:nvGrpSpPr>
      <p:grpSpPr>
        <a:xfrm>
          <a:off x="0" y="0"/>
          <a:ext cx="0" cy="0"/>
          <a:chOff x="0" y="0"/>
          <a:chExt cx="0" cy="0"/>
        </a:xfrm>
      </p:grpSpPr>
      <p:sp>
        <p:nvSpPr>
          <p:cNvPr id="53" name="Text Placeholder 52">
            <a:extLst>
              <a:ext uri="{FF2B5EF4-FFF2-40B4-BE49-F238E27FC236}">
                <a16:creationId xmlns:a16="http://schemas.microsoft.com/office/drawing/2014/main" id="{4016877F-9863-4CBC-B4AF-D4764DBA673B}"/>
              </a:ext>
              <a:ext uri="{C183D7F6-B498-43B3-948B-1728B52AA6E4}">
                <adec:decorative xmlns="" xmlns:adec="http://schemas.microsoft.com/office/drawing/2017/decorative" val="1"/>
              </a:ext>
            </a:extLst>
          </p:cNvPr>
          <p:cNvSpPr>
            <a:spLocks noGrp="1"/>
          </p:cNvSpPr>
          <p:nvPr>
            <p:ph type="body" sz="quarter" idx="14" hasCustomPrompt="1"/>
          </p:nvPr>
        </p:nvSpPr>
        <p:spPr>
          <a:xfrm>
            <a:off x="1181099" y="457200"/>
            <a:ext cx="8128343" cy="6248400"/>
          </a:xfrm>
          <a:custGeom>
            <a:avLst/>
            <a:gdLst>
              <a:gd name="connsiteX0" fmla="*/ 0 w 8128343"/>
              <a:gd name="connsiteY0" fmla="*/ 0 h 6248400"/>
              <a:gd name="connsiteX1" fmla="*/ 8128343 w 8128343"/>
              <a:gd name="connsiteY1" fmla="*/ 0 h 6248400"/>
              <a:gd name="connsiteX2" fmla="*/ 8128343 w 8128343"/>
              <a:gd name="connsiteY2" fmla="*/ 3258609 h 6248400"/>
              <a:gd name="connsiteX3" fmla="*/ 5858354 w 8128343"/>
              <a:gd name="connsiteY3" fmla="*/ 6248400 h 6248400"/>
              <a:gd name="connsiteX4" fmla="*/ 0 w 8128343"/>
              <a:gd name="connsiteY4" fmla="*/ 6248400 h 62484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128343" h="6248400">
                <a:moveTo>
                  <a:pt x="0" y="0"/>
                </a:moveTo>
                <a:lnTo>
                  <a:pt x="8128343" y="0"/>
                </a:lnTo>
                <a:lnTo>
                  <a:pt x="8128343" y="3258609"/>
                </a:lnTo>
                <a:lnTo>
                  <a:pt x="5858354" y="6248400"/>
                </a:lnTo>
                <a:lnTo>
                  <a:pt x="0" y="624840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buNone/>
              <a:defRPr lang="en-GB" sz="1800" dirty="0">
                <a:solidFill>
                  <a:schemeClr val="lt1">
                    <a:alpha val="0"/>
                  </a:schemeClr>
                </a:solidFill>
              </a:defRPr>
            </a:lvl1pPr>
          </a:lstStyle>
          <a:p>
            <a:pPr marL="0" lvl="0" algn="ctr"/>
            <a:r>
              <a:rPr lang="en-US" noProof="0"/>
              <a:t>I</a:t>
            </a:r>
          </a:p>
        </p:txBody>
      </p:sp>
      <p:sp>
        <p:nvSpPr>
          <p:cNvPr id="48" name="Freeform: Shape 47">
            <a:extLst>
              <a:ext uri="{FF2B5EF4-FFF2-40B4-BE49-F238E27FC236}">
                <a16:creationId xmlns:a16="http://schemas.microsoft.com/office/drawing/2014/main" id="{9070D0C4-1F90-4B84-B84E-8285FA0A01B0}"/>
              </a:ext>
            </a:extLst>
          </p:cNvPr>
          <p:cNvSpPr/>
          <p:nvPr userDrawn="1"/>
        </p:nvSpPr>
        <p:spPr>
          <a:xfrm rot="2232448">
            <a:off x="9455741" y="-926244"/>
            <a:ext cx="131438" cy="8710488"/>
          </a:xfrm>
          <a:custGeom>
            <a:avLst/>
            <a:gdLst>
              <a:gd name="connsiteX0" fmla="*/ 0 w 131438"/>
              <a:gd name="connsiteY0" fmla="*/ 99793 h 8710488"/>
              <a:gd name="connsiteX1" fmla="*/ 131438 w 131438"/>
              <a:gd name="connsiteY1" fmla="*/ 0 h 8710488"/>
              <a:gd name="connsiteX2" fmla="*/ 131438 w 131438"/>
              <a:gd name="connsiteY2" fmla="*/ 8610694 h 8710488"/>
              <a:gd name="connsiteX3" fmla="*/ 0 w 131438"/>
              <a:gd name="connsiteY3" fmla="*/ 8710488 h 8710488"/>
            </a:gdLst>
            <a:ahLst/>
            <a:cxnLst>
              <a:cxn ang="0">
                <a:pos x="connsiteX0" y="connsiteY0"/>
              </a:cxn>
              <a:cxn ang="0">
                <a:pos x="connsiteX1" y="connsiteY1"/>
              </a:cxn>
              <a:cxn ang="0">
                <a:pos x="connsiteX2" y="connsiteY2"/>
              </a:cxn>
              <a:cxn ang="0">
                <a:pos x="connsiteX3" y="connsiteY3"/>
              </a:cxn>
            </a:cxnLst>
            <a:rect l="l" t="t" r="r" b="b"/>
            <a:pathLst>
              <a:path w="131438" h="8710488">
                <a:moveTo>
                  <a:pt x="0" y="99793"/>
                </a:moveTo>
                <a:lnTo>
                  <a:pt x="131438" y="0"/>
                </a:lnTo>
                <a:lnTo>
                  <a:pt x="131438" y="8610694"/>
                </a:lnTo>
                <a:lnTo>
                  <a:pt x="0" y="8710488"/>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49" name="Freeform: Shape 48">
            <a:extLst>
              <a:ext uri="{FF2B5EF4-FFF2-40B4-BE49-F238E27FC236}">
                <a16:creationId xmlns:a16="http://schemas.microsoft.com/office/drawing/2014/main" id="{B8546525-A0E6-4238-93BC-5D43C93A450D}"/>
              </a:ext>
              <a:ext uri="{C183D7F6-B498-43B3-948B-1728B52AA6E4}">
                <adec:decorative xmlns="" xmlns:adec="http://schemas.microsoft.com/office/drawing/2017/decorative" val="1"/>
              </a:ext>
            </a:extLst>
          </p:cNvPr>
          <p:cNvSpPr/>
          <p:nvPr userDrawn="1"/>
        </p:nvSpPr>
        <p:spPr>
          <a:xfrm rot="2232448">
            <a:off x="9332817" y="-941780"/>
            <a:ext cx="172357" cy="8741560"/>
          </a:xfrm>
          <a:custGeom>
            <a:avLst/>
            <a:gdLst>
              <a:gd name="connsiteX0" fmla="*/ 172357 w 172357"/>
              <a:gd name="connsiteY0" fmla="*/ 0 h 8741560"/>
              <a:gd name="connsiteX1" fmla="*/ 172357 w 172357"/>
              <a:gd name="connsiteY1" fmla="*/ 8610698 h 8741560"/>
              <a:gd name="connsiteX2" fmla="*/ 0 w 172357"/>
              <a:gd name="connsiteY2" fmla="*/ 8741560 h 8741560"/>
              <a:gd name="connsiteX3" fmla="*/ 0 w 172357"/>
              <a:gd name="connsiteY3" fmla="*/ 130862 h 8741560"/>
            </a:gdLst>
            <a:ahLst/>
            <a:cxnLst>
              <a:cxn ang="0">
                <a:pos x="connsiteX0" y="connsiteY0"/>
              </a:cxn>
              <a:cxn ang="0">
                <a:pos x="connsiteX1" y="connsiteY1"/>
              </a:cxn>
              <a:cxn ang="0">
                <a:pos x="connsiteX2" y="connsiteY2"/>
              </a:cxn>
              <a:cxn ang="0">
                <a:pos x="connsiteX3" y="connsiteY3"/>
              </a:cxn>
            </a:cxnLst>
            <a:rect l="l" t="t" r="r" b="b"/>
            <a:pathLst>
              <a:path w="172357" h="8741560">
                <a:moveTo>
                  <a:pt x="172357" y="0"/>
                </a:moveTo>
                <a:lnTo>
                  <a:pt x="172357" y="8610698"/>
                </a:lnTo>
                <a:lnTo>
                  <a:pt x="0" y="8741560"/>
                </a:lnTo>
                <a:lnTo>
                  <a:pt x="0" y="130862"/>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defTabSz="914400"/>
            <a:endParaRPr lang="en-US" noProof="0" dirty="0"/>
          </a:p>
        </p:txBody>
      </p:sp>
      <p:sp>
        <p:nvSpPr>
          <p:cNvPr id="17" name="Text Placeholder 16">
            <a:extLst>
              <a:ext uri="{FF2B5EF4-FFF2-40B4-BE49-F238E27FC236}">
                <a16:creationId xmlns:a16="http://schemas.microsoft.com/office/drawing/2014/main" id="{FF9E63E5-568A-4FA2-9851-E5BFA12B85D1}"/>
              </a:ext>
              <a:ext uri="{C183D7F6-B498-43B3-948B-1728B52AA6E4}">
                <adec:decorative xmlns="" xmlns:adec="http://schemas.microsoft.com/office/drawing/2017/decorative" val="1"/>
              </a:ext>
            </a:extLst>
          </p:cNvPr>
          <p:cNvSpPr>
            <a:spLocks noGrp="1"/>
          </p:cNvSpPr>
          <p:nvPr>
            <p:ph type="body" sz="quarter" idx="12" hasCustomPrompt="1"/>
          </p:nvPr>
        </p:nvSpPr>
        <p:spPr>
          <a:xfrm>
            <a:off x="990599" y="304800"/>
            <a:ext cx="8128343" cy="6248400"/>
          </a:xfrm>
          <a:solidFill>
            <a:schemeClr val="bg1"/>
          </a:solidFill>
          <a:effectLst>
            <a:outerShdw blurRad="50800" dist="38100" dir="2700000" algn="tl" rotWithShape="0">
              <a:prstClr val="black">
                <a:alpha val="40000"/>
              </a:prstClr>
            </a:outerShdw>
          </a:effectLst>
        </p:spPr>
        <p:txBody>
          <a:bodyPr/>
          <a:lstStyle>
            <a:lvl1pPr marL="0" indent="0">
              <a:buNone/>
              <a:defRPr>
                <a:solidFill>
                  <a:schemeClr val="tx1">
                    <a:alpha val="0"/>
                  </a:schemeClr>
                </a:solidFill>
              </a:defRPr>
            </a:lvl1pPr>
          </a:lstStyle>
          <a:p>
            <a:pPr lvl="0"/>
            <a:r>
              <a:rPr lang="en-US" noProof="0"/>
              <a:t>I</a:t>
            </a:r>
          </a:p>
        </p:txBody>
      </p:sp>
      <p:sp>
        <p:nvSpPr>
          <p:cNvPr id="2" name="Title 1"/>
          <p:cNvSpPr>
            <a:spLocks noGrp="1"/>
          </p:cNvSpPr>
          <p:nvPr>
            <p:ph type="ctrTitle"/>
          </p:nvPr>
        </p:nvSpPr>
        <p:spPr>
          <a:xfrm>
            <a:off x="1378135" y="1219199"/>
            <a:ext cx="7232465" cy="2732439"/>
          </a:xfrm>
        </p:spPr>
        <p:txBody>
          <a:bodyPr anchor="t">
            <a:normAutofit/>
          </a:bodyPr>
          <a:lstStyle>
            <a:lvl1pPr algn="l">
              <a:defRPr lang="en-US" sz="5000" kern="1200" cap="all" spc="100" baseline="0" dirty="0">
                <a:solidFill>
                  <a:srgbClr val="2C2E52"/>
                </a:solidFill>
                <a:latin typeface="+mj-lt"/>
                <a:ea typeface="+mj-ea"/>
                <a:cs typeface="+mj-cs"/>
              </a:defRPr>
            </a:lvl1pPr>
          </a:lstStyle>
          <a:p>
            <a:r>
              <a:rPr lang="en-US" noProof="0" smtClean="0"/>
              <a:t>Click to edit Master title style</a:t>
            </a:r>
            <a:endParaRPr lang="en-US" noProof="0"/>
          </a:p>
        </p:txBody>
      </p:sp>
      <p:sp>
        <p:nvSpPr>
          <p:cNvPr id="3" name="Subtitle 2"/>
          <p:cNvSpPr>
            <a:spLocks noGrp="1"/>
          </p:cNvSpPr>
          <p:nvPr>
            <p:ph type="subTitle" idx="1"/>
          </p:nvPr>
        </p:nvSpPr>
        <p:spPr>
          <a:xfrm>
            <a:off x="1378134" y="4069079"/>
            <a:ext cx="5022666" cy="1463040"/>
          </a:xfrm>
        </p:spPr>
        <p:txBody>
          <a:bodyPr lIns="91440" rIns="91440" anchor="t">
            <a:normAutofit/>
          </a:bodyPr>
          <a:lstStyle>
            <a:lvl1pPr marL="0" indent="0" algn="l">
              <a:lnSpc>
                <a:spcPct val="100000"/>
              </a:lnSpc>
              <a:spcBef>
                <a:spcPts val="0"/>
              </a:spcBef>
              <a:buNone/>
              <a:defRPr lang="en-US" sz="2000" kern="1200" dirty="0">
                <a:solidFill>
                  <a:schemeClr val="tx1"/>
                </a:solidFill>
                <a:latin typeface="+mn-lt"/>
                <a:ea typeface="+mn-ea"/>
                <a:cs typeface="+mn-cs"/>
              </a:defRPr>
            </a:lvl1pPr>
            <a:lvl2pPr marL="457200" indent="0" algn="ctr">
              <a:buNone/>
              <a:defRPr sz="1800"/>
            </a:lvl2pPr>
            <a:lvl3pPr marL="914400" indent="0" algn="ctr">
              <a:buNone/>
              <a:defRPr sz="1800"/>
            </a:lvl3pPr>
            <a:lvl4pPr marL="1371600" indent="0" algn="ctr">
              <a:buNone/>
              <a:defRPr sz="1800"/>
            </a:lvl4pPr>
            <a:lvl5pPr marL="1828800" indent="0" algn="ctr">
              <a:buNone/>
              <a:defRPr sz="1800"/>
            </a:lvl5pPr>
            <a:lvl6pPr marL="2286000" indent="0" algn="ctr">
              <a:buNone/>
              <a:defRPr sz="1800"/>
            </a:lvl6pPr>
            <a:lvl7pPr marL="2743200" indent="0" algn="ctr">
              <a:buNone/>
              <a:defRPr sz="1800"/>
            </a:lvl7pPr>
            <a:lvl8pPr marL="3200400" indent="0" algn="ctr">
              <a:buNone/>
              <a:defRPr sz="1800"/>
            </a:lvl8pPr>
            <a:lvl9pPr marL="3657600" indent="0" algn="ctr">
              <a:buNone/>
              <a:defRPr sz="1800"/>
            </a:lvl9pPr>
          </a:lstStyle>
          <a:p>
            <a:r>
              <a:rPr lang="en-US" noProof="0" smtClean="0"/>
              <a:t>Click to edit Master subtitle style</a:t>
            </a:r>
            <a:endParaRPr lang="en-US" noProof="0"/>
          </a:p>
        </p:txBody>
      </p:sp>
      <p:sp>
        <p:nvSpPr>
          <p:cNvPr id="33" name="Rectangle 32">
            <a:extLst>
              <a:ext uri="{FF2B5EF4-FFF2-40B4-BE49-F238E27FC236}">
                <a16:creationId xmlns:a16="http://schemas.microsoft.com/office/drawing/2014/main" id="{E905A207-2310-4F94-86E5-13B4CCC359EC}"/>
              </a:ext>
              <a:ext uri="{C183D7F6-B498-43B3-948B-1728B52AA6E4}">
                <adec:decorative xmlns="" xmlns:adec="http://schemas.microsoft.com/office/drawing/2017/decorative" val="1"/>
              </a:ext>
            </a:extLst>
          </p:cNvPr>
          <p:cNvSpPr/>
          <p:nvPr userDrawn="1"/>
        </p:nvSpPr>
        <p:spPr>
          <a:xfrm rot="5400000" flipV="1">
            <a:off x="1562101" y="-114299"/>
            <a:ext cx="304797" cy="5334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defTabSz="914400"/>
            <a:endParaRPr lang="en-US" noProof="0" dirty="0"/>
          </a:p>
        </p:txBody>
      </p:sp>
      <p:sp>
        <p:nvSpPr>
          <p:cNvPr id="19" name="Picture Placeholder 18">
            <a:extLst>
              <a:ext uri="{FF2B5EF4-FFF2-40B4-BE49-F238E27FC236}">
                <a16:creationId xmlns:a16="http://schemas.microsoft.com/office/drawing/2014/main" id="{018BFA80-A3BB-4316-BD6E-3E5F6B4D89CF}"/>
              </a:ext>
              <a:ext uri="{C183D7F6-B498-43B3-948B-1728B52AA6E4}">
                <adec:decorative xmlns="" xmlns:adec="http://schemas.microsoft.com/office/drawing/2017/decorative" val="1"/>
              </a:ext>
            </a:extLst>
          </p:cNvPr>
          <p:cNvSpPr>
            <a:spLocks noGrp="1"/>
          </p:cNvSpPr>
          <p:nvPr>
            <p:ph type="pic" sz="quarter" idx="11" hasCustomPrompt="1"/>
          </p:nvPr>
        </p:nvSpPr>
        <p:spPr>
          <a:xfrm>
            <a:off x="7013448" y="34960"/>
            <a:ext cx="5178552" cy="6823040"/>
          </a:xfrm>
          <a:custGeom>
            <a:avLst/>
            <a:gdLst>
              <a:gd name="connsiteX0" fmla="*/ 5178552 w 5178552"/>
              <a:gd name="connsiteY0" fmla="*/ 0 h 6823040"/>
              <a:gd name="connsiteX1" fmla="*/ 5178552 w 5178552"/>
              <a:gd name="connsiteY1" fmla="*/ 6823040 h 6823040"/>
              <a:gd name="connsiteX2" fmla="*/ 1752601 w 5178552"/>
              <a:gd name="connsiteY2" fmla="*/ 6823040 h 6823040"/>
              <a:gd name="connsiteX3" fmla="*/ 0 w 5178552"/>
              <a:gd name="connsiteY3" fmla="*/ 6823040 h 6823040"/>
            </a:gdLst>
            <a:ahLst/>
            <a:cxnLst>
              <a:cxn ang="0">
                <a:pos x="connsiteX0" y="connsiteY0"/>
              </a:cxn>
              <a:cxn ang="0">
                <a:pos x="connsiteX1" y="connsiteY1"/>
              </a:cxn>
              <a:cxn ang="0">
                <a:pos x="connsiteX2" y="connsiteY2"/>
              </a:cxn>
              <a:cxn ang="0">
                <a:pos x="connsiteX3" y="connsiteY3"/>
              </a:cxn>
            </a:cxnLst>
            <a:rect l="l" t="t" r="r" b="b"/>
            <a:pathLst>
              <a:path w="5178552" h="6823040">
                <a:moveTo>
                  <a:pt x="5178552" y="0"/>
                </a:moveTo>
                <a:lnTo>
                  <a:pt x="5178552" y="6823040"/>
                </a:lnTo>
                <a:lnTo>
                  <a:pt x="1752601" y="6823040"/>
                </a:lnTo>
                <a:lnTo>
                  <a:pt x="0" y="6823040"/>
                </a:lnTo>
                <a:close/>
              </a:path>
            </a:pathLst>
          </a:custGeom>
          <a:solidFill>
            <a:schemeClr val="bg1"/>
          </a:solidFill>
        </p:spPr>
        <p:txBody>
          <a:bodyPr wrap="square" anchor="ctr">
            <a:noAutofit/>
          </a:bodyPr>
          <a:lstStyle>
            <a:lvl1pPr marL="0" indent="0" algn="ctr">
              <a:buNone/>
              <a:defRPr/>
            </a:lvl1pPr>
          </a:lstStyle>
          <a:p>
            <a:r>
              <a:rPr lang="en-US" noProof="0" dirty="0"/>
              <a:t>Insert Image</a:t>
            </a:r>
          </a:p>
        </p:txBody>
      </p:sp>
    </p:spTree>
    <p:extLst>
      <p:ext uri="{BB962C8B-B14F-4D97-AF65-F5344CB8AC3E}">
        <p14:creationId xmlns:p14="http://schemas.microsoft.com/office/powerpoint/2010/main" val="157998815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userDrawn="1">
  <p:cSld name="3_Title Slide_DeepYellow">
    <p:bg>
      <p:bgPr>
        <a:solidFill>
          <a:schemeClr val="bg1">
            <a:lumMod val="95000"/>
          </a:schemeClr>
        </a:solidFill>
        <a:effectLst/>
      </p:bgPr>
    </p:bg>
    <p:spTree>
      <p:nvGrpSpPr>
        <p:cNvPr id="1" name=""/>
        <p:cNvGrpSpPr/>
        <p:nvPr/>
      </p:nvGrpSpPr>
      <p:grpSpPr>
        <a:xfrm>
          <a:off x="0" y="0"/>
          <a:ext cx="0" cy="0"/>
          <a:chOff x="0" y="0"/>
          <a:chExt cx="0" cy="0"/>
        </a:xfrm>
      </p:grpSpPr>
      <p:sp>
        <p:nvSpPr>
          <p:cNvPr id="11" name="Text Placeholder 16">
            <a:extLst>
              <a:ext uri="{FF2B5EF4-FFF2-40B4-BE49-F238E27FC236}">
                <a16:creationId xmlns:a16="http://schemas.microsoft.com/office/drawing/2014/main" id="{50D09E5B-B146-4D08-82EC-846DD89B0B87}"/>
              </a:ext>
              <a:ext uri="{C183D7F6-B498-43B3-948B-1728B52AA6E4}">
                <adec:decorative xmlns="" xmlns:adec="http://schemas.microsoft.com/office/drawing/2017/decorative" val="1"/>
              </a:ext>
            </a:extLst>
          </p:cNvPr>
          <p:cNvSpPr>
            <a:spLocks noGrp="1"/>
          </p:cNvSpPr>
          <p:nvPr>
            <p:ph type="body" sz="quarter" idx="16" hasCustomPrompt="1"/>
          </p:nvPr>
        </p:nvSpPr>
        <p:spPr>
          <a:xfrm>
            <a:off x="660462" y="0"/>
            <a:ext cx="9931338" cy="6823040"/>
          </a:xfrm>
          <a:solidFill>
            <a:schemeClr val="bg1"/>
          </a:solidFill>
          <a:effectLst/>
        </p:spPr>
        <p:txBody>
          <a:bodyPr/>
          <a:lstStyle>
            <a:lvl1pPr marL="0" indent="0">
              <a:buNone/>
              <a:defRPr>
                <a:solidFill>
                  <a:schemeClr val="tx1">
                    <a:alpha val="0"/>
                  </a:schemeClr>
                </a:solidFill>
              </a:defRPr>
            </a:lvl1pPr>
          </a:lstStyle>
          <a:p>
            <a:pPr lvl="0"/>
            <a:r>
              <a:rPr lang="en-US" dirty="0"/>
              <a:t>I</a:t>
            </a:r>
            <a:endParaRPr lang="en-GB" dirty="0"/>
          </a:p>
        </p:txBody>
      </p:sp>
      <p:sp>
        <p:nvSpPr>
          <p:cNvPr id="12" name="Text Placeholder 16">
            <a:extLst>
              <a:ext uri="{FF2B5EF4-FFF2-40B4-BE49-F238E27FC236}">
                <a16:creationId xmlns:a16="http://schemas.microsoft.com/office/drawing/2014/main" id="{88940597-2E9A-4141-B2D0-C488487F11D7}"/>
              </a:ext>
              <a:ext uri="{C183D7F6-B498-43B3-948B-1728B52AA6E4}">
                <adec:decorative xmlns="" xmlns:adec="http://schemas.microsoft.com/office/drawing/2017/decorative" val="1"/>
              </a:ext>
            </a:extLst>
          </p:cNvPr>
          <p:cNvSpPr>
            <a:spLocks noGrp="1"/>
          </p:cNvSpPr>
          <p:nvPr>
            <p:ph type="body" sz="quarter" idx="17" hasCustomPrompt="1"/>
          </p:nvPr>
        </p:nvSpPr>
        <p:spPr>
          <a:xfrm>
            <a:off x="533400" y="0"/>
            <a:ext cx="50863" cy="6858000"/>
          </a:xfrm>
          <a:solidFill>
            <a:schemeClr val="accent2"/>
          </a:solidFill>
          <a:effectLst/>
        </p:spPr>
        <p:txBody>
          <a:bodyPr/>
          <a:lstStyle>
            <a:lvl1pPr marL="0" indent="0">
              <a:buNone/>
              <a:defRPr>
                <a:solidFill>
                  <a:schemeClr val="tx1">
                    <a:alpha val="0"/>
                  </a:schemeClr>
                </a:solidFill>
              </a:defRPr>
            </a:lvl1pPr>
          </a:lstStyle>
          <a:p>
            <a:pPr lvl="0"/>
            <a:r>
              <a:rPr lang="en-US" dirty="0"/>
              <a:t>I</a:t>
            </a:r>
            <a:endParaRPr lang="en-GB" dirty="0"/>
          </a:p>
        </p:txBody>
      </p:sp>
      <p:sp>
        <p:nvSpPr>
          <p:cNvPr id="10" name="Text Placeholder 16">
            <a:extLst>
              <a:ext uri="{FF2B5EF4-FFF2-40B4-BE49-F238E27FC236}">
                <a16:creationId xmlns:a16="http://schemas.microsoft.com/office/drawing/2014/main" id="{0CC06030-90E1-4B3F-AFDF-369354FBFE62}"/>
              </a:ext>
              <a:ext uri="{C183D7F6-B498-43B3-948B-1728B52AA6E4}">
                <adec:decorative xmlns="" xmlns:adec="http://schemas.microsoft.com/office/drawing/2017/decorative" val="1"/>
              </a:ext>
            </a:extLst>
          </p:cNvPr>
          <p:cNvSpPr>
            <a:spLocks noGrp="1"/>
          </p:cNvSpPr>
          <p:nvPr>
            <p:ph type="body" sz="quarter" idx="15" hasCustomPrompt="1"/>
          </p:nvPr>
        </p:nvSpPr>
        <p:spPr>
          <a:xfrm>
            <a:off x="990600" y="609600"/>
            <a:ext cx="7429500" cy="5638800"/>
          </a:xfrm>
          <a:solidFill>
            <a:schemeClr val="bg1"/>
          </a:solidFill>
          <a:effectLst>
            <a:outerShdw blurRad="50800" dist="38100" dir="2700000" algn="tl" rotWithShape="0">
              <a:prstClr val="black">
                <a:alpha val="40000"/>
              </a:prstClr>
            </a:outerShdw>
          </a:effectLst>
        </p:spPr>
        <p:txBody>
          <a:bodyPr/>
          <a:lstStyle>
            <a:lvl1pPr marL="0" indent="0">
              <a:buNone/>
              <a:defRPr>
                <a:solidFill>
                  <a:schemeClr val="tx1">
                    <a:alpha val="0"/>
                  </a:schemeClr>
                </a:solidFill>
              </a:defRPr>
            </a:lvl1pPr>
          </a:lstStyle>
          <a:p>
            <a:pPr lvl="0"/>
            <a:r>
              <a:rPr lang="en-US" dirty="0"/>
              <a:t>I</a:t>
            </a:r>
            <a:endParaRPr lang="en-GB" dirty="0"/>
          </a:p>
        </p:txBody>
      </p:sp>
      <p:sp>
        <p:nvSpPr>
          <p:cNvPr id="2" name="Title 1"/>
          <p:cNvSpPr>
            <a:spLocks noGrp="1"/>
          </p:cNvSpPr>
          <p:nvPr>
            <p:ph type="ctrTitle"/>
          </p:nvPr>
        </p:nvSpPr>
        <p:spPr>
          <a:xfrm>
            <a:off x="1295400" y="1905000"/>
            <a:ext cx="5864382" cy="2275238"/>
          </a:xfrm>
        </p:spPr>
        <p:txBody>
          <a:bodyPr anchor="t">
            <a:normAutofit/>
          </a:bodyPr>
          <a:lstStyle>
            <a:lvl1pPr algn="l">
              <a:defRPr lang="en-US" sz="5000" kern="1200" cap="all" spc="100" baseline="0" dirty="0">
                <a:solidFill>
                  <a:srgbClr val="2C2E52"/>
                </a:solidFill>
                <a:latin typeface="+mj-lt"/>
                <a:ea typeface="+mj-ea"/>
                <a:cs typeface="+mj-cs"/>
              </a:defRPr>
            </a:lvl1pPr>
          </a:lstStyle>
          <a:p>
            <a:r>
              <a:rPr lang="en-US" smtClean="0"/>
              <a:t>Click to edit Master title style</a:t>
            </a:r>
            <a:endParaRPr lang="en-US" dirty="0"/>
          </a:p>
        </p:txBody>
      </p:sp>
      <p:sp>
        <p:nvSpPr>
          <p:cNvPr id="3" name="Subtitle 2"/>
          <p:cNvSpPr>
            <a:spLocks noGrp="1"/>
          </p:cNvSpPr>
          <p:nvPr>
            <p:ph type="subTitle" idx="1"/>
          </p:nvPr>
        </p:nvSpPr>
        <p:spPr>
          <a:xfrm>
            <a:off x="1295400" y="4297679"/>
            <a:ext cx="4072586" cy="1463040"/>
          </a:xfrm>
        </p:spPr>
        <p:txBody>
          <a:bodyPr lIns="91440" rIns="91440" anchor="t">
            <a:normAutofit/>
          </a:bodyPr>
          <a:lstStyle>
            <a:lvl1pPr marL="0" indent="0" algn="l">
              <a:lnSpc>
                <a:spcPct val="100000"/>
              </a:lnSpc>
              <a:spcBef>
                <a:spcPts val="0"/>
              </a:spcBef>
              <a:buNone/>
              <a:defRPr lang="en-US" sz="2000" kern="1200" dirty="0">
                <a:solidFill>
                  <a:schemeClr val="tx1"/>
                </a:solidFill>
                <a:latin typeface="+mn-lt"/>
                <a:ea typeface="+mn-ea"/>
                <a:cs typeface="+mn-cs"/>
              </a:defRPr>
            </a:lvl1pPr>
            <a:lvl2pPr marL="457200" indent="0" algn="ctr">
              <a:buNone/>
              <a:defRPr sz="1800"/>
            </a:lvl2pPr>
            <a:lvl3pPr marL="914400" indent="0" algn="ctr">
              <a:buNone/>
              <a:defRPr sz="1800"/>
            </a:lvl3pPr>
            <a:lvl4pPr marL="1371600" indent="0" algn="ctr">
              <a:buNone/>
              <a:defRPr sz="1800"/>
            </a:lvl4pPr>
            <a:lvl5pPr marL="1828800" indent="0" algn="ctr">
              <a:buNone/>
              <a:defRPr sz="1800"/>
            </a:lvl5pPr>
            <a:lvl6pPr marL="2286000" indent="0" algn="ctr">
              <a:buNone/>
              <a:defRPr sz="1800"/>
            </a:lvl6pPr>
            <a:lvl7pPr marL="2743200" indent="0" algn="ctr">
              <a:buNone/>
              <a:defRPr sz="1800"/>
            </a:lvl7pPr>
            <a:lvl8pPr marL="3200400" indent="0" algn="ctr">
              <a:buNone/>
              <a:defRPr sz="1800"/>
            </a:lvl8pPr>
            <a:lvl9pPr marL="3657600" indent="0" algn="ctr">
              <a:buNone/>
              <a:defRPr sz="1800"/>
            </a:lvl9pPr>
          </a:lstStyle>
          <a:p>
            <a:r>
              <a:rPr lang="en-US" smtClean="0"/>
              <a:t>Click to edit Master subtitle style</a:t>
            </a:r>
            <a:endParaRPr lang="en-US" dirty="0"/>
          </a:p>
        </p:txBody>
      </p:sp>
      <p:sp>
        <p:nvSpPr>
          <p:cNvPr id="13" name="Text Placeholder 16">
            <a:extLst>
              <a:ext uri="{FF2B5EF4-FFF2-40B4-BE49-F238E27FC236}">
                <a16:creationId xmlns:a16="http://schemas.microsoft.com/office/drawing/2014/main" id="{EA44EEDB-C599-41AA-9D84-D53811C28804}"/>
              </a:ext>
              <a:ext uri="{C183D7F6-B498-43B3-948B-1728B52AA6E4}">
                <adec:decorative xmlns="" xmlns:adec="http://schemas.microsoft.com/office/drawing/2017/decorative" val="1"/>
              </a:ext>
            </a:extLst>
          </p:cNvPr>
          <p:cNvSpPr>
            <a:spLocks noGrp="1"/>
          </p:cNvSpPr>
          <p:nvPr>
            <p:ph type="body" sz="quarter" idx="18" hasCustomPrompt="1"/>
          </p:nvPr>
        </p:nvSpPr>
        <p:spPr>
          <a:xfrm>
            <a:off x="450896" y="0"/>
            <a:ext cx="63502" cy="6858000"/>
          </a:xfrm>
          <a:solidFill>
            <a:schemeClr val="accent2"/>
          </a:solidFill>
          <a:effectLst/>
        </p:spPr>
        <p:txBody>
          <a:bodyPr/>
          <a:lstStyle>
            <a:lvl1pPr marL="0" indent="0">
              <a:buNone/>
              <a:defRPr>
                <a:solidFill>
                  <a:schemeClr val="tx1">
                    <a:alpha val="0"/>
                  </a:schemeClr>
                </a:solidFill>
              </a:defRPr>
            </a:lvl1pPr>
          </a:lstStyle>
          <a:p>
            <a:pPr lvl="0"/>
            <a:r>
              <a:rPr lang="en-US" dirty="0"/>
              <a:t>I</a:t>
            </a:r>
            <a:endParaRPr lang="en-GB" dirty="0"/>
          </a:p>
        </p:txBody>
      </p:sp>
      <p:sp>
        <p:nvSpPr>
          <p:cNvPr id="14" name="Text Placeholder 16">
            <a:extLst>
              <a:ext uri="{FF2B5EF4-FFF2-40B4-BE49-F238E27FC236}">
                <a16:creationId xmlns:a16="http://schemas.microsoft.com/office/drawing/2014/main" id="{FE574478-76DE-4613-8FBD-36B353081849}"/>
              </a:ext>
              <a:ext uri="{C183D7F6-B498-43B3-948B-1728B52AA6E4}">
                <adec:decorative xmlns="" xmlns:adec="http://schemas.microsoft.com/office/drawing/2017/decorative" val="1"/>
              </a:ext>
            </a:extLst>
          </p:cNvPr>
          <p:cNvSpPr>
            <a:spLocks noGrp="1"/>
          </p:cNvSpPr>
          <p:nvPr>
            <p:ph type="body" sz="quarter" idx="19" hasCustomPrompt="1"/>
          </p:nvPr>
        </p:nvSpPr>
        <p:spPr>
          <a:xfrm>
            <a:off x="368391" y="0"/>
            <a:ext cx="63502" cy="6858000"/>
          </a:xfrm>
          <a:solidFill>
            <a:schemeClr val="accent2"/>
          </a:solidFill>
          <a:effectLst/>
        </p:spPr>
        <p:txBody>
          <a:bodyPr/>
          <a:lstStyle>
            <a:lvl1pPr marL="0" indent="0">
              <a:buNone/>
              <a:defRPr>
                <a:solidFill>
                  <a:schemeClr val="tx1">
                    <a:alpha val="0"/>
                  </a:schemeClr>
                </a:solidFill>
              </a:defRPr>
            </a:lvl1pPr>
          </a:lstStyle>
          <a:p>
            <a:pPr lvl="0"/>
            <a:r>
              <a:rPr lang="en-US" dirty="0"/>
              <a:t>I</a:t>
            </a:r>
            <a:endParaRPr lang="en-GB" dirty="0"/>
          </a:p>
        </p:txBody>
      </p:sp>
      <p:sp>
        <p:nvSpPr>
          <p:cNvPr id="19" name="Picture Placeholder 18">
            <a:extLst>
              <a:ext uri="{FF2B5EF4-FFF2-40B4-BE49-F238E27FC236}">
                <a16:creationId xmlns:a16="http://schemas.microsoft.com/office/drawing/2014/main" id="{018BFA80-A3BB-4316-BD6E-3E5F6B4D89CF}"/>
              </a:ext>
              <a:ext uri="{C183D7F6-B498-43B3-948B-1728B52AA6E4}">
                <adec:decorative xmlns="" xmlns:adec="http://schemas.microsoft.com/office/drawing/2017/decorative" val="1"/>
              </a:ext>
            </a:extLst>
          </p:cNvPr>
          <p:cNvSpPr>
            <a:spLocks noGrp="1"/>
          </p:cNvSpPr>
          <p:nvPr>
            <p:ph type="pic" sz="quarter" idx="11" hasCustomPrompt="1"/>
          </p:nvPr>
        </p:nvSpPr>
        <p:spPr>
          <a:xfrm>
            <a:off x="7013448" y="34960"/>
            <a:ext cx="5178552" cy="6823040"/>
          </a:xfrm>
          <a:custGeom>
            <a:avLst/>
            <a:gdLst>
              <a:gd name="connsiteX0" fmla="*/ 5178552 w 5178552"/>
              <a:gd name="connsiteY0" fmla="*/ 0 h 6823040"/>
              <a:gd name="connsiteX1" fmla="*/ 5178552 w 5178552"/>
              <a:gd name="connsiteY1" fmla="*/ 6823040 h 6823040"/>
              <a:gd name="connsiteX2" fmla="*/ 1752601 w 5178552"/>
              <a:gd name="connsiteY2" fmla="*/ 6823040 h 6823040"/>
              <a:gd name="connsiteX3" fmla="*/ 0 w 5178552"/>
              <a:gd name="connsiteY3" fmla="*/ 6823040 h 6823040"/>
            </a:gdLst>
            <a:ahLst/>
            <a:cxnLst>
              <a:cxn ang="0">
                <a:pos x="connsiteX0" y="connsiteY0"/>
              </a:cxn>
              <a:cxn ang="0">
                <a:pos x="connsiteX1" y="connsiteY1"/>
              </a:cxn>
              <a:cxn ang="0">
                <a:pos x="connsiteX2" y="connsiteY2"/>
              </a:cxn>
              <a:cxn ang="0">
                <a:pos x="connsiteX3" y="connsiteY3"/>
              </a:cxn>
            </a:cxnLst>
            <a:rect l="l" t="t" r="r" b="b"/>
            <a:pathLst>
              <a:path w="5178552" h="6823040">
                <a:moveTo>
                  <a:pt x="5178552" y="0"/>
                </a:moveTo>
                <a:lnTo>
                  <a:pt x="5178552" y="6823040"/>
                </a:lnTo>
                <a:lnTo>
                  <a:pt x="1752601" y="6823040"/>
                </a:lnTo>
                <a:lnTo>
                  <a:pt x="0" y="6823040"/>
                </a:lnTo>
                <a:close/>
              </a:path>
            </a:pathLst>
          </a:custGeom>
          <a:solidFill>
            <a:schemeClr val="bg1"/>
          </a:solidFill>
        </p:spPr>
        <p:txBody>
          <a:bodyPr wrap="square" anchor="ctr">
            <a:noAutofit/>
          </a:bodyPr>
          <a:lstStyle>
            <a:lvl1pPr marL="0" indent="0" algn="ctr">
              <a:buNone/>
              <a:defRPr/>
            </a:lvl1pPr>
          </a:lstStyle>
          <a:p>
            <a:r>
              <a:rPr lang="en-US" dirty="0"/>
              <a:t>Insert Image</a:t>
            </a:r>
            <a:endParaRPr lang="en-GB" dirty="0"/>
          </a:p>
        </p:txBody>
      </p:sp>
    </p:spTree>
    <p:extLst>
      <p:ext uri="{BB962C8B-B14F-4D97-AF65-F5344CB8AC3E}">
        <p14:creationId xmlns:p14="http://schemas.microsoft.com/office/powerpoint/2010/main" val="355918746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4_Title Slide_DeepYellow">
    <p:spTree>
      <p:nvGrpSpPr>
        <p:cNvPr id="1" name=""/>
        <p:cNvGrpSpPr/>
        <p:nvPr/>
      </p:nvGrpSpPr>
      <p:grpSpPr>
        <a:xfrm>
          <a:off x="0" y="0"/>
          <a:ext cx="0" cy="0"/>
          <a:chOff x="0" y="0"/>
          <a:chExt cx="0" cy="0"/>
        </a:xfrm>
      </p:grpSpPr>
      <p:sp>
        <p:nvSpPr>
          <p:cNvPr id="26" name="Picture Placeholder 25">
            <a:extLst>
              <a:ext uri="{FF2B5EF4-FFF2-40B4-BE49-F238E27FC236}">
                <a16:creationId xmlns:a16="http://schemas.microsoft.com/office/drawing/2014/main" id="{32EC3EF4-A2D5-4058-977A-74A37AC365BD}"/>
              </a:ext>
              <a:ext uri="{C183D7F6-B498-43B3-948B-1728B52AA6E4}">
                <adec:decorative xmlns="" xmlns:adec="http://schemas.microsoft.com/office/drawing/2017/decorative" val="1"/>
              </a:ext>
            </a:extLst>
          </p:cNvPr>
          <p:cNvSpPr>
            <a:spLocks noGrp="1"/>
          </p:cNvSpPr>
          <p:nvPr>
            <p:ph type="pic" sz="quarter" idx="11" hasCustomPrompt="1"/>
          </p:nvPr>
        </p:nvSpPr>
        <p:spPr>
          <a:xfrm>
            <a:off x="0" y="0"/>
            <a:ext cx="12192000" cy="6858000"/>
          </a:xfrm>
          <a:custGeom>
            <a:avLst/>
            <a:gdLst>
              <a:gd name="connsiteX0" fmla="*/ 0 w 12192000"/>
              <a:gd name="connsiteY0" fmla="*/ 0 h 6858000"/>
              <a:gd name="connsiteX1" fmla="*/ 12192000 w 12192000"/>
              <a:gd name="connsiteY1" fmla="*/ 0 h 6858000"/>
              <a:gd name="connsiteX2" fmla="*/ 12192000 w 12192000"/>
              <a:gd name="connsiteY2" fmla="*/ 602525 h 6858000"/>
              <a:gd name="connsiteX3" fmla="*/ 8273508 w 12192000"/>
              <a:gd name="connsiteY3" fmla="*/ 6858000 h 6858000"/>
              <a:gd name="connsiteX4" fmla="*/ 0 w 12192000"/>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192000" h="6858000">
                <a:moveTo>
                  <a:pt x="0" y="0"/>
                </a:moveTo>
                <a:lnTo>
                  <a:pt x="12192000" y="0"/>
                </a:lnTo>
                <a:lnTo>
                  <a:pt x="12192000" y="602525"/>
                </a:lnTo>
                <a:lnTo>
                  <a:pt x="8273508" y="6858000"/>
                </a:lnTo>
                <a:lnTo>
                  <a:pt x="0" y="6858000"/>
                </a:lnTo>
                <a:close/>
              </a:path>
            </a:pathLst>
          </a:custGeom>
          <a:solidFill>
            <a:schemeClr val="bg1"/>
          </a:solidFill>
          <a:effectLst>
            <a:outerShdw blurRad="165100" dist="38100" dir="2700000" algn="tl" rotWithShape="0">
              <a:prstClr val="black">
                <a:alpha val="40000"/>
              </a:prstClr>
            </a:outerShdw>
          </a:effectLst>
        </p:spPr>
        <p:txBody>
          <a:bodyPr wrap="square" anchor="ctr">
            <a:noAutofit/>
          </a:bodyPr>
          <a:lstStyle>
            <a:lvl1pPr marL="0" indent="0" algn="ctr">
              <a:buNone/>
              <a:defRPr/>
            </a:lvl1pPr>
          </a:lstStyle>
          <a:p>
            <a:r>
              <a:rPr lang="en-US" dirty="0"/>
              <a:t>Insert Image</a:t>
            </a:r>
            <a:endParaRPr lang="en-GB" dirty="0"/>
          </a:p>
        </p:txBody>
      </p:sp>
      <p:sp>
        <p:nvSpPr>
          <p:cNvPr id="27" name="Text Placeholder 16">
            <a:extLst>
              <a:ext uri="{FF2B5EF4-FFF2-40B4-BE49-F238E27FC236}">
                <a16:creationId xmlns:a16="http://schemas.microsoft.com/office/drawing/2014/main" id="{4E7C74DD-4244-46B7-8336-30F7151DB21B}"/>
              </a:ext>
              <a:ext uri="{C183D7F6-B498-43B3-948B-1728B52AA6E4}">
                <adec:decorative xmlns="" xmlns:adec="http://schemas.microsoft.com/office/drawing/2017/decorative" val="1"/>
              </a:ext>
            </a:extLst>
          </p:cNvPr>
          <p:cNvSpPr>
            <a:spLocks noGrp="1"/>
          </p:cNvSpPr>
          <p:nvPr>
            <p:ph type="body" sz="quarter" idx="13" hasCustomPrompt="1"/>
          </p:nvPr>
        </p:nvSpPr>
        <p:spPr>
          <a:xfrm rot="10800000" flipH="1" flipV="1">
            <a:off x="8074536" y="3124200"/>
            <a:ext cx="2087678" cy="3270696"/>
          </a:xfrm>
          <a:prstGeom prst="triangle">
            <a:avLst>
              <a:gd name="adj" fmla="val 100000"/>
            </a:avLst>
          </a:prstGeom>
          <a:solidFill>
            <a:schemeClr val="accent2"/>
          </a:solidFill>
          <a:effectLst>
            <a:outerShdw blurRad="50800" dist="38100" dir="2700000" algn="tl" rotWithShape="0">
              <a:prstClr val="black">
                <a:alpha val="40000"/>
              </a:prstClr>
            </a:outerShdw>
          </a:effectLst>
        </p:spPr>
        <p:txBody>
          <a:bodyPr/>
          <a:lstStyle>
            <a:lvl1pPr marL="0" indent="0">
              <a:buNone/>
              <a:defRPr>
                <a:solidFill>
                  <a:schemeClr val="tx1">
                    <a:alpha val="0"/>
                  </a:schemeClr>
                </a:solidFill>
              </a:defRPr>
            </a:lvl1pPr>
          </a:lstStyle>
          <a:p>
            <a:pPr lvl="0"/>
            <a:r>
              <a:rPr lang="en-US" dirty="0"/>
              <a:t>I</a:t>
            </a:r>
            <a:endParaRPr lang="en-GB" dirty="0"/>
          </a:p>
        </p:txBody>
      </p:sp>
      <p:sp>
        <p:nvSpPr>
          <p:cNvPr id="24" name="Text Placeholder 23">
            <a:extLst>
              <a:ext uri="{FF2B5EF4-FFF2-40B4-BE49-F238E27FC236}">
                <a16:creationId xmlns:a16="http://schemas.microsoft.com/office/drawing/2014/main" id="{9DC663CF-0C67-4619-B40E-7832C4DA15FE}"/>
              </a:ext>
              <a:ext uri="{C183D7F6-B498-43B3-948B-1728B52AA6E4}">
                <adec:decorative xmlns="" xmlns:adec="http://schemas.microsoft.com/office/drawing/2017/decorative" val="1"/>
              </a:ext>
            </a:extLst>
          </p:cNvPr>
          <p:cNvSpPr>
            <a:spLocks noGrp="1"/>
          </p:cNvSpPr>
          <p:nvPr>
            <p:ph type="body" sz="quarter" idx="15" hasCustomPrompt="1"/>
          </p:nvPr>
        </p:nvSpPr>
        <p:spPr>
          <a:xfrm>
            <a:off x="2190750" y="609600"/>
            <a:ext cx="7810500" cy="5638800"/>
          </a:xfrm>
          <a:custGeom>
            <a:avLst/>
            <a:gdLst>
              <a:gd name="connsiteX0" fmla="*/ 0 w 7810500"/>
              <a:gd name="connsiteY0" fmla="*/ 0 h 5638800"/>
              <a:gd name="connsiteX1" fmla="*/ 7810500 w 7810500"/>
              <a:gd name="connsiteY1" fmla="*/ 0 h 5638800"/>
              <a:gd name="connsiteX2" fmla="*/ 7810500 w 7810500"/>
              <a:gd name="connsiteY2" fmla="*/ 3151512 h 5638800"/>
              <a:gd name="connsiteX3" fmla="*/ 6252438 w 7810500"/>
              <a:gd name="connsiteY3" fmla="*/ 5638800 h 5638800"/>
              <a:gd name="connsiteX4" fmla="*/ 0 w 7810500"/>
              <a:gd name="connsiteY4" fmla="*/ 5638800 h 5638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10500" h="5638800">
                <a:moveTo>
                  <a:pt x="0" y="0"/>
                </a:moveTo>
                <a:lnTo>
                  <a:pt x="7810500" y="0"/>
                </a:lnTo>
                <a:lnTo>
                  <a:pt x="7810500" y="3151512"/>
                </a:lnTo>
                <a:lnTo>
                  <a:pt x="6252438" y="5638800"/>
                </a:lnTo>
                <a:lnTo>
                  <a:pt x="0" y="5638800"/>
                </a:lnTo>
                <a:close/>
              </a:path>
            </a:pathLst>
          </a:custGeom>
          <a:solidFill>
            <a:schemeClr val="accent1"/>
          </a:solidFill>
          <a:effectLst>
            <a:outerShdw blurRad="50800" dist="38100" dir="2700000" algn="tl" rotWithShape="0">
              <a:prstClr val="black">
                <a:alpha val="40000"/>
              </a:prstClr>
            </a:outerShdw>
          </a:effectLst>
        </p:spPr>
        <p:txBody>
          <a:bodyPr wrap="square">
            <a:noAutofit/>
          </a:bodyPr>
          <a:lstStyle>
            <a:lvl1pPr marL="0" indent="0" algn="ctr">
              <a:buNone/>
              <a:defRPr>
                <a:solidFill>
                  <a:schemeClr val="tx1">
                    <a:alpha val="0"/>
                  </a:schemeClr>
                </a:solidFill>
              </a:defRPr>
            </a:lvl1pPr>
          </a:lstStyle>
          <a:p>
            <a:pPr lvl="0"/>
            <a:r>
              <a:rPr lang="en-US" dirty="0"/>
              <a:t>I</a:t>
            </a:r>
            <a:endParaRPr lang="en-GB" dirty="0"/>
          </a:p>
        </p:txBody>
      </p:sp>
      <p:sp>
        <p:nvSpPr>
          <p:cNvPr id="2" name="Title 1"/>
          <p:cNvSpPr>
            <a:spLocks noGrp="1"/>
          </p:cNvSpPr>
          <p:nvPr>
            <p:ph type="ctrTitle"/>
          </p:nvPr>
        </p:nvSpPr>
        <p:spPr>
          <a:xfrm>
            <a:off x="3163809" y="1905000"/>
            <a:ext cx="5864382" cy="2275238"/>
          </a:xfrm>
        </p:spPr>
        <p:txBody>
          <a:bodyPr anchor="t">
            <a:normAutofit/>
          </a:bodyPr>
          <a:lstStyle>
            <a:lvl1pPr algn="ctr">
              <a:defRPr lang="en-US" sz="5000" kern="1200" cap="all" spc="100" baseline="0" dirty="0">
                <a:solidFill>
                  <a:schemeClr val="bg1"/>
                </a:solidFill>
                <a:latin typeface="+mj-lt"/>
                <a:ea typeface="+mj-ea"/>
                <a:cs typeface="+mj-cs"/>
              </a:defRPr>
            </a:lvl1pPr>
          </a:lstStyle>
          <a:p>
            <a:r>
              <a:rPr lang="en-US" smtClean="0"/>
              <a:t>Click to edit Master title style</a:t>
            </a:r>
            <a:endParaRPr lang="en-US" dirty="0"/>
          </a:p>
        </p:txBody>
      </p:sp>
      <p:sp>
        <p:nvSpPr>
          <p:cNvPr id="3" name="Subtitle 2"/>
          <p:cNvSpPr>
            <a:spLocks noGrp="1"/>
          </p:cNvSpPr>
          <p:nvPr>
            <p:ph type="subTitle" idx="1"/>
          </p:nvPr>
        </p:nvSpPr>
        <p:spPr>
          <a:xfrm>
            <a:off x="4059707" y="4297679"/>
            <a:ext cx="4072586" cy="1463040"/>
          </a:xfrm>
        </p:spPr>
        <p:txBody>
          <a:bodyPr lIns="91440" rIns="91440" anchor="t">
            <a:normAutofit/>
          </a:bodyPr>
          <a:lstStyle>
            <a:lvl1pPr marL="0" indent="0" algn="ctr">
              <a:lnSpc>
                <a:spcPct val="100000"/>
              </a:lnSpc>
              <a:spcBef>
                <a:spcPts val="0"/>
              </a:spcBef>
              <a:buNone/>
              <a:defRPr lang="en-US" sz="2000" kern="1200" dirty="0">
                <a:solidFill>
                  <a:schemeClr val="bg1"/>
                </a:solidFill>
                <a:latin typeface="+mn-lt"/>
                <a:ea typeface="+mn-ea"/>
                <a:cs typeface="+mn-cs"/>
              </a:defRPr>
            </a:lvl1pPr>
            <a:lvl2pPr marL="457200" indent="0" algn="ctr">
              <a:buNone/>
              <a:defRPr sz="1800"/>
            </a:lvl2pPr>
            <a:lvl3pPr marL="914400" indent="0" algn="ctr">
              <a:buNone/>
              <a:defRPr sz="1800"/>
            </a:lvl3pPr>
            <a:lvl4pPr marL="1371600" indent="0" algn="ctr">
              <a:buNone/>
              <a:defRPr sz="1800"/>
            </a:lvl4pPr>
            <a:lvl5pPr marL="1828800" indent="0" algn="ctr">
              <a:buNone/>
              <a:defRPr sz="1800"/>
            </a:lvl5pPr>
            <a:lvl6pPr marL="2286000" indent="0" algn="ctr">
              <a:buNone/>
              <a:defRPr sz="1800"/>
            </a:lvl6pPr>
            <a:lvl7pPr marL="2743200" indent="0" algn="ctr">
              <a:buNone/>
              <a:defRPr sz="1800"/>
            </a:lvl7pPr>
            <a:lvl8pPr marL="3200400" indent="0" algn="ctr">
              <a:buNone/>
              <a:defRPr sz="1800"/>
            </a:lvl8pPr>
            <a:lvl9pPr marL="3657600" indent="0" algn="ctr">
              <a:buNone/>
              <a:defRPr sz="1800"/>
            </a:lvl9pPr>
          </a:lstStyle>
          <a:p>
            <a:r>
              <a:rPr lang="en-US" smtClean="0"/>
              <a:t>Click to edit Master subtitle style</a:t>
            </a:r>
            <a:endParaRPr lang="en-US" dirty="0"/>
          </a:p>
        </p:txBody>
      </p:sp>
    </p:spTree>
    <p:extLst>
      <p:ext uri="{BB962C8B-B14F-4D97-AF65-F5344CB8AC3E}">
        <p14:creationId xmlns:p14="http://schemas.microsoft.com/office/powerpoint/2010/main" val="267312693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userDrawn="1">
  <p:cSld name="5_Title Slide_DeepYellow">
    <p:bg>
      <p:bgPr>
        <a:solidFill>
          <a:schemeClr val="bg1">
            <a:lumMod val="95000"/>
          </a:schemeClr>
        </a:solidFill>
        <a:effectLst/>
      </p:bgPr>
    </p:bg>
    <p:spTree>
      <p:nvGrpSpPr>
        <p:cNvPr id="1" name=""/>
        <p:cNvGrpSpPr/>
        <p:nvPr/>
      </p:nvGrpSpPr>
      <p:grpSpPr>
        <a:xfrm>
          <a:off x="0" y="0"/>
          <a:ext cx="0" cy="0"/>
          <a:chOff x="0" y="0"/>
          <a:chExt cx="0" cy="0"/>
        </a:xfrm>
      </p:grpSpPr>
      <p:sp>
        <p:nvSpPr>
          <p:cNvPr id="19" name="Picture Placeholder 18">
            <a:extLst>
              <a:ext uri="{FF2B5EF4-FFF2-40B4-BE49-F238E27FC236}">
                <a16:creationId xmlns:a16="http://schemas.microsoft.com/office/drawing/2014/main" id="{018BFA80-A3BB-4316-BD6E-3E5F6B4D89CF}"/>
              </a:ext>
            </a:extLst>
          </p:cNvPr>
          <p:cNvSpPr>
            <a:spLocks noGrp="1"/>
          </p:cNvSpPr>
          <p:nvPr>
            <p:ph type="pic" sz="quarter" idx="11" hasCustomPrompt="1"/>
          </p:nvPr>
        </p:nvSpPr>
        <p:spPr>
          <a:xfrm>
            <a:off x="0" y="0"/>
            <a:ext cx="12192000" cy="6858000"/>
          </a:xfrm>
          <a:prstGeom prst="rect">
            <a:avLst/>
          </a:prstGeom>
          <a:solidFill>
            <a:schemeClr val="bg1"/>
          </a:solidFill>
        </p:spPr>
        <p:txBody>
          <a:bodyPr wrap="square" anchor="ctr">
            <a:noAutofit/>
          </a:bodyPr>
          <a:lstStyle>
            <a:lvl1pPr marL="0" indent="0" algn="ctr">
              <a:buNone/>
              <a:defRPr/>
            </a:lvl1pPr>
          </a:lstStyle>
          <a:p>
            <a:r>
              <a:rPr lang="en-US" dirty="0"/>
              <a:t>Insert Image</a:t>
            </a:r>
            <a:endParaRPr lang="en-GB" dirty="0"/>
          </a:p>
        </p:txBody>
      </p:sp>
      <p:sp>
        <p:nvSpPr>
          <p:cNvPr id="7" name="Text Placeholder 16">
            <a:extLst>
              <a:ext uri="{FF2B5EF4-FFF2-40B4-BE49-F238E27FC236}">
                <a16:creationId xmlns:a16="http://schemas.microsoft.com/office/drawing/2014/main" id="{8F962CE0-5C0C-48F3-A07B-34E33D6704BC}"/>
              </a:ext>
              <a:ext uri="{C183D7F6-B498-43B3-948B-1728B52AA6E4}">
                <adec:decorative xmlns="" xmlns:adec="http://schemas.microsoft.com/office/drawing/2017/decorative" val="1"/>
              </a:ext>
            </a:extLst>
          </p:cNvPr>
          <p:cNvSpPr>
            <a:spLocks noGrp="1"/>
          </p:cNvSpPr>
          <p:nvPr>
            <p:ph type="body" sz="quarter" idx="16" hasCustomPrompt="1"/>
          </p:nvPr>
        </p:nvSpPr>
        <p:spPr>
          <a:xfrm rot="10800000">
            <a:off x="2057400" y="466725"/>
            <a:ext cx="703341" cy="1101901"/>
          </a:xfrm>
          <a:prstGeom prst="triangle">
            <a:avLst>
              <a:gd name="adj" fmla="val 100000"/>
            </a:avLst>
          </a:prstGeom>
          <a:solidFill>
            <a:schemeClr val="accent2"/>
          </a:solidFill>
          <a:effectLst>
            <a:outerShdw blurRad="50800" dist="38100" dir="2700000" algn="tl" rotWithShape="0">
              <a:prstClr val="black">
                <a:alpha val="40000"/>
              </a:prstClr>
            </a:outerShdw>
          </a:effectLst>
        </p:spPr>
        <p:txBody>
          <a:bodyPr/>
          <a:lstStyle>
            <a:lvl1pPr marL="0" indent="0">
              <a:buNone/>
              <a:defRPr>
                <a:solidFill>
                  <a:schemeClr val="tx1">
                    <a:alpha val="0"/>
                  </a:schemeClr>
                </a:solidFill>
              </a:defRPr>
            </a:lvl1pPr>
          </a:lstStyle>
          <a:p>
            <a:pPr lvl="0"/>
            <a:r>
              <a:rPr lang="en-US" dirty="0"/>
              <a:t>I</a:t>
            </a:r>
            <a:endParaRPr lang="en-GB" dirty="0"/>
          </a:p>
        </p:txBody>
      </p:sp>
      <p:sp>
        <p:nvSpPr>
          <p:cNvPr id="22" name="Text Placeholder 16">
            <a:extLst>
              <a:ext uri="{FF2B5EF4-FFF2-40B4-BE49-F238E27FC236}">
                <a16:creationId xmlns:a16="http://schemas.microsoft.com/office/drawing/2014/main" id="{654457EF-8A97-4FCA-9870-5095D09BF83E}"/>
              </a:ext>
              <a:ext uri="{C183D7F6-B498-43B3-948B-1728B52AA6E4}">
                <adec:decorative xmlns="" xmlns:adec="http://schemas.microsoft.com/office/drawing/2017/decorative" val="1"/>
              </a:ext>
            </a:extLst>
          </p:cNvPr>
          <p:cNvSpPr>
            <a:spLocks noGrp="1"/>
          </p:cNvSpPr>
          <p:nvPr>
            <p:ph type="body" sz="quarter" idx="13" hasCustomPrompt="1"/>
          </p:nvPr>
        </p:nvSpPr>
        <p:spPr>
          <a:xfrm rot="10800000" flipH="1" flipV="1">
            <a:off x="9067800" y="4648200"/>
            <a:ext cx="1143000" cy="1790700"/>
          </a:xfrm>
          <a:prstGeom prst="triangle">
            <a:avLst>
              <a:gd name="adj" fmla="val 100000"/>
            </a:avLst>
          </a:prstGeom>
          <a:solidFill>
            <a:schemeClr val="accent2"/>
          </a:solidFill>
          <a:effectLst>
            <a:outerShdw blurRad="50800" dist="38100" dir="2700000" algn="tl" rotWithShape="0">
              <a:prstClr val="black">
                <a:alpha val="40000"/>
              </a:prstClr>
            </a:outerShdw>
          </a:effectLst>
        </p:spPr>
        <p:txBody>
          <a:bodyPr/>
          <a:lstStyle>
            <a:lvl1pPr marL="0" indent="0">
              <a:buNone/>
              <a:defRPr>
                <a:solidFill>
                  <a:schemeClr val="tx1">
                    <a:alpha val="0"/>
                  </a:schemeClr>
                </a:solidFill>
              </a:defRPr>
            </a:lvl1pPr>
          </a:lstStyle>
          <a:p>
            <a:pPr lvl="0"/>
            <a:r>
              <a:rPr lang="en-US" dirty="0"/>
              <a:t>I</a:t>
            </a:r>
            <a:endParaRPr lang="en-GB" dirty="0"/>
          </a:p>
        </p:txBody>
      </p:sp>
      <p:sp>
        <p:nvSpPr>
          <p:cNvPr id="10" name="Text Placeholder 16">
            <a:extLst>
              <a:ext uri="{FF2B5EF4-FFF2-40B4-BE49-F238E27FC236}">
                <a16:creationId xmlns:a16="http://schemas.microsoft.com/office/drawing/2014/main" id="{0CC06030-90E1-4B3F-AFDF-369354FBFE62}"/>
              </a:ext>
              <a:ext uri="{C183D7F6-B498-43B3-948B-1728B52AA6E4}">
                <adec:decorative xmlns="" xmlns:adec="http://schemas.microsoft.com/office/drawing/2017/decorative" val="1"/>
              </a:ext>
            </a:extLst>
          </p:cNvPr>
          <p:cNvSpPr>
            <a:spLocks noGrp="1"/>
          </p:cNvSpPr>
          <p:nvPr>
            <p:ph type="body" sz="quarter" idx="15" hasCustomPrompt="1"/>
          </p:nvPr>
        </p:nvSpPr>
        <p:spPr>
          <a:xfrm>
            <a:off x="2190750" y="609600"/>
            <a:ext cx="7810500" cy="5638800"/>
          </a:xfrm>
          <a:solidFill>
            <a:schemeClr val="accent1">
              <a:lumMod val="75000"/>
              <a:alpha val="92000"/>
            </a:schemeClr>
          </a:solidFill>
          <a:effectLst/>
        </p:spPr>
        <p:txBody>
          <a:bodyPr/>
          <a:lstStyle>
            <a:lvl1pPr marL="0" indent="0" algn="ctr">
              <a:buNone/>
              <a:defRPr>
                <a:solidFill>
                  <a:schemeClr val="tx1">
                    <a:alpha val="0"/>
                  </a:schemeClr>
                </a:solidFill>
              </a:defRPr>
            </a:lvl1pPr>
          </a:lstStyle>
          <a:p>
            <a:pPr lvl="0"/>
            <a:r>
              <a:rPr lang="en-US" dirty="0"/>
              <a:t>I</a:t>
            </a:r>
            <a:endParaRPr lang="en-GB" dirty="0"/>
          </a:p>
        </p:txBody>
      </p:sp>
      <p:sp>
        <p:nvSpPr>
          <p:cNvPr id="2" name="Title 1"/>
          <p:cNvSpPr>
            <a:spLocks noGrp="1"/>
          </p:cNvSpPr>
          <p:nvPr>
            <p:ph type="ctrTitle"/>
          </p:nvPr>
        </p:nvSpPr>
        <p:spPr>
          <a:xfrm>
            <a:off x="3163809" y="1905000"/>
            <a:ext cx="5864382" cy="2275238"/>
          </a:xfrm>
        </p:spPr>
        <p:txBody>
          <a:bodyPr anchor="t">
            <a:normAutofit/>
          </a:bodyPr>
          <a:lstStyle>
            <a:lvl1pPr algn="ctr">
              <a:defRPr lang="en-US" sz="5000" kern="1200" cap="all" spc="100" baseline="0" dirty="0">
                <a:solidFill>
                  <a:schemeClr val="bg1"/>
                </a:solidFill>
                <a:latin typeface="+mj-lt"/>
                <a:ea typeface="+mj-ea"/>
                <a:cs typeface="+mj-cs"/>
              </a:defRPr>
            </a:lvl1pPr>
          </a:lstStyle>
          <a:p>
            <a:r>
              <a:rPr lang="en-US" smtClean="0"/>
              <a:t>Click to edit Master title style</a:t>
            </a:r>
            <a:endParaRPr lang="en-US" dirty="0"/>
          </a:p>
        </p:txBody>
      </p:sp>
      <p:sp>
        <p:nvSpPr>
          <p:cNvPr id="3" name="Subtitle 2"/>
          <p:cNvSpPr>
            <a:spLocks noGrp="1"/>
          </p:cNvSpPr>
          <p:nvPr>
            <p:ph type="subTitle" idx="1"/>
          </p:nvPr>
        </p:nvSpPr>
        <p:spPr>
          <a:xfrm>
            <a:off x="4059707" y="4297679"/>
            <a:ext cx="4072586" cy="1463040"/>
          </a:xfrm>
        </p:spPr>
        <p:txBody>
          <a:bodyPr lIns="91440" rIns="91440" anchor="t">
            <a:normAutofit/>
          </a:bodyPr>
          <a:lstStyle>
            <a:lvl1pPr marL="0" indent="0" algn="ctr">
              <a:lnSpc>
                <a:spcPct val="100000"/>
              </a:lnSpc>
              <a:spcBef>
                <a:spcPts val="0"/>
              </a:spcBef>
              <a:buNone/>
              <a:defRPr lang="en-US" sz="2000" kern="1200" dirty="0">
                <a:solidFill>
                  <a:schemeClr val="bg1"/>
                </a:solidFill>
                <a:latin typeface="+mn-lt"/>
                <a:ea typeface="+mn-ea"/>
                <a:cs typeface="+mn-cs"/>
              </a:defRPr>
            </a:lvl1pPr>
            <a:lvl2pPr marL="457200" indent="0" algn="ctr">
              <a:buNone/>
              <a:defRPr sz="1800"/>
            </a:lvl2pPr>
            <a:lvl3pPr marL="914400" indent="0" algn="ctr">
              <a:buNone/>
              <a:defRPr sz="1800"/>
            </a:lvl3pPr>
            <a:lvl4pPr marL="1371600" indent="0" algn="ctr">
              <a:buNone/>
              <a:defRPr sz="1800"/>
            </a:lvl4pPr>
            <a:lvl5pPr marL="1828800" indent="0" algn="ctr">
              <a:buNone/>
              <a:defRPr sz="1800"/>
            </a:lvl5pPr>
            <a:lvl6pPr marL="2286000" indent="0" algn="ctr">
              <a:buNone/>
              <a:defRPr sz="1800"/>
            </a:lvl6pPr>
            <a:lvl7pPr marL="2743200" indent="0" algn="ctr">
              <a:buNone/>
              <a:defRPr sz="1800"/>
            </a:lvl7pPr>
            <a:lvl8pPr marL="3200400" indent="0" algn="ctr">
              <a:buNone/>
              <a:defRPr sz="1800"/>
            </a:lvl8pPr>
            <a:lvl9pPr marL="3657600" indent="0" algn="ctr">
              <a:buNone/>
              <a:defRPr sz="1800"/>
            </a:lvl9pPr>
          </a:lstStyle>
          <a:p>
            <a:r>
              <a:rPr lang="en-US" smtClean="0"/>
              <a:t>Click to edit Master subtitle style</a:t>
            </a:r>
            <a:endParaRPr lang="en-US" dirty="0"/>
          </a:p>
        </p:txBody>
      </p:sp>
    </p:spTree>
    <p:extLst>
      <p:ext uri="{BB962C8B-B14F-4D97-AF65-F5344CB8AC3E}">
        <p14:creationId xmlns:p14="http://schemas.microsoft.com/office/powerpoint/2010/main" val="95020759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userDrawn="1">
  <p:cSld name="1_Title Slide">
    <p:bg>
      <p:bgPr>
        <a:solidFill>
          <a:schemeClr val="bg1">
            <a:lumMod val="95000"/>
          </a:schemeClr>
        </a:solidFill>
        <a:effectLst/>
      </p:bgPr>
    </p:bg>
    <p:spTree>
      <p:nvGrpSpPr>
        <p:cNvPr id="1" name=""/>
        <p:cNvGrpSpPr/>
        <p:nvPr/>
      </p:nvGrpSpPr>
      <p:grpSpPr>
        <a:xfrm>
          <a:off x="0" y="0"/>
          <a:ext cx="0" cy="0"/>
          <a:chOff x="0" y="0"/>
          <a:chExt cx="0" cy="0"/>
        </a:xfrm>
      </p:grpSpPr>
      <p:sp>
        <p:nvSpPr>
          <p:cNvPr id="22" name="Text Placeholder 21">
            <a:extLst>
              <a:ext uri="{FF2B5EF4-FFF2-40B4-BE49-F238E27FC236}">
                <a16:creationId xmlns:a16="http://schemas.microsoft.com/office/drawing/2014/main" id="{FC033E0E-968F-40A8-BE78-354499D7F913}"/>
              </a:ext>
              <a:ext uri="{C183D7F6-B498-43B3-948B-1728B52AA6E4}">
                <adec:decorative xmlns="" xmlns:adec="http://schemas.microsoft.com/office/drawing/2017/decorative" val="1"/>
              </a:ext>
            </a:extLst>
          </p:cNvPr>
          <p:cNvSpPr>
            <a:spLocks noGrp="1"/>
          </p:cNvSpPr>
          <p:nvPr>
            <p:ph type="body" sz="quarter" idx="21" hasCustomPrompt="1"/>
          </p:nvPr>
        </p:nvSpPr>
        <p:spPr>
          <a:xfrm rot="19594102" flipH="1">
            <a:off x="584131" y="-142449"/>
            <a:ext cx="1218268" cy="6177109"/>
          </a:xfrm>
          <a:custGeom>
            <a:avLst/>
            <a:gdLst>
              <a:gd name="connsiteX0" fmla="*/ 1114975 w 1218268"/>
              <a:gd name="connsiteY0" fmla="*/ 1688918 h 6177109"/>
              <a:gd name="connsiteX1" fmla="*/ 1114975 w 1218268"/>
              <a:gd name="connsiteY1" fmla="*/ 5441035 h 6177109"/>
              <a:gd name="connsiteX2" fmla="*/ 1218268 w 1218268"/>
              <a:gd name="connsiteY2" fmla="*/ 5372844 h 6177109"/>
              <a:gd name="connsiteX3" fmla="*/ 1218268 w 1218268"/>
              <a:gd name="connsiteY3" fmla="*/ 1845382 h 6177109"/>
              <a:gd name="connsiteX4" fmla="*/ 675740 w 1218268"/>
              <a:gd name="connsiteY4" fmla="*/ 1023583 h 6177109"/>
              <a:gd name="connsiteX5" fmla="*/ 675740 w 1218268"/>
              <a:gd name="connsiteY5" fmla="*/ 5731005 h 6177109"/>
              <a:gd name="connsiteX6" fmla="*/ 951275 w 1218268"/>
              <a:gd name="connsiteY6" fmla="*/ 5549105 h 6177109"/>
              <a:gd name="connsiteX7" fmla="*/ 951275 w 1218268"/>
              <a:gd name="connsiteY7" fmla="*/ 1440952 h 6177109"/>
              <a:gd name="connsiteX8" fmla="*/ 0 w 1218268"/>
              <a:gd name="connsiteY8" fmla="*/ 0 h 6177109"/>
              <a:gd name="connsiteX9" fmla="*/ 0 w 1218268"/>
              <a:gd name="connsiteY9" fmla="*/ 6177109 h 6177109"/>
              <a:gd name="connsiteX10" fmla="*/ 485620 w 1218268"/>
              <a:gd name="connsiteY10" fmla="*/ 5856517 h 6177109"/>
              <a:gd name="connsiteX11" fmla="*/ 485620 w 1218268"/>
              <a:gd name="connsiteY11" fmla="*/ 735597 h 61771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218268" h="6177109">
                <a:moveTo>
                  <a:pt x="1114975" y="1688918"/>
                </a:moveTo>
                <a:lnTo>
                  <a:pt x="1114975" y="5441035"/>
                </a:lnTo>
                <a:lnTo>
                  <a:pt x="1218268" y="5372844"/>
                </a:lnTo>
                <a:lnTo>
                  <a:pt x="1218268" y="1845382"/>
                </a:lnTo>
                <a:close/>
                <a:moveTo>
                  <a:pt x="675740" y="1023583"/>
                </a:moveTo>
                <a:lnTo>
                  <a:pt x="675740" y="5731005"/>
                </a:lnTo>
                <a:lnTo>
                  <a:pt x="951275" y="5549105"/>
                </a:lnTo>
                <a:lnTo>
                  <a:pt x="951275" y="1440952"/>
                </a:lnTo>
                <a:close/>
                <a:moveTo>
                  <a:pt x="0" y="0"/>
                </a:moveTo>
                <a:lnTo>
                  <a:pt x="0" y="6177109"/>
                </a:lnTo>
                <a:lnTo>
                  <a:pt x="485620" y="5856517"/>
                </a:lnTo>
                <a:lnTo>
                  <a:pt x="485620" y="735597"/>
                </a:lnTo>
                <a:close/>
              </a:path>
            </a:pathLst>
          </a:custGeom>
          <a:solidFill>
            <a:schemeClr val="bg1"/>
          </a:solidFill>
          <a:effectLst/>
        </p:spPr>
        <p:txBody>
          <a:bodyPr wrap="square">
            <a:noAutofit/>
          </a:bodyPr>
          <a:lstStyle>
            <a:lvl1pPr marL="0" indent="0">
              <a:buNone/>
              <a:defRPr>
                <a:solidFill>
                  <a:schemeClr val="tx1">
                    <a:alpha val="0"/>
                  </a:schemeClr>
                </a:solidFill>
              </a:defRPr>
            </a:lvl1pPr>
          </a:lstStyle>
          <a:p>
            <a:pPr lvl="0"/>
            <a:r>
              <a:rPr lang="en-US" dirty="0"/>
              <a:t>I</a:t>
            </a:r>
            <a:endParaRPr lang="en-GB" dirty="0"/>
          </a:p>
        </p:txBody>
      </p:sp>
      <p:sp>
        <p:nvSpPr>
          <p:cNvPr id="15" name="Picture Placeholder 14">
            <a:extLst>
              <a:ext uri="{FF2B5EF4-FFF2-40B4-BE49-F238E27FC236}">
                <a16:creationId xmlns:a16="http://schemas.microsoft.com/office/drawing/2014/main" id="{B9454D95-B362-4CB6-B706-EB2022A3342D}"/>
              </a:ext>
              <a:ext uri="{C183D7F6-B498-43B3-948B-1728B52AA6E4}">
                <adec:decorative xmlns="" xmlns:adec="http://schemas.microsoft.com/office/drawing/2017/decorative" val="1"/>
              </a:ext>
            </a:extLst>
          </p:cNvPr>
          <p:cNvSpPr>
            <a:spLocks noGrp="1"/>
          </p:cNvSpPr>
          <p:nvPr>
            <p:ph type="pic" sz="quarter" idx="11" hasCustomPrompt="1"/>
          </p:nvPr>
        </p:nvSpPr>
        <p:spPr>
          <a:xfrm>
            <a:off x="3124200" y="0"/>
            <a:ext cx="9067800" cy="6858000"/>
          </a:xfrm>
          <a:custGeom>
            <a:avLst/>
            <a:gdLst>
              <a:gd name="connsiteX0" fmla="*/ 5205086 w 9067800"/>
              <a:gd name="connsiteY0" fmla="*/ 0 h 6858000"/>
              <a:gd name="connsiteX1" fmla="*/ 6957685 w 9067800"/>
              <a:gd name="connsiteY1" fmla="*/ 0 h 6858000"/>
              <a:gd name="connsiteX2" fmla="*/ 9067800 w 9067800"/>
              <a:gd name="connsiteY2" fmla="*/ 0 h 6858000"/>
              <a:gd name="connsiteX3" fmla="*/ 9067800 w 9067800"/>
              <a:gd name="connsiteY3" fmla="*/ 6827058 h 6858000"/>
              <a:gd name="connsiteX4" fmla="*/ 9044315 w 9067800"/>
              <a:gd name="connsiteY4" fmla="*/ 6858000 h 6858000"/>
              <a:gd name="connsiteX5" fmla="*/ 7291715 w 9067800"/>
              <a:gd name="connsiteY5" fmla="*/ 6858000 h 6858000"/>
              <a:gd name="connsiteX6" fmla="*/ 1752601 w 9067800"/>
              <a:gd name="connsiteY6" fmla="*/ 6858000 h 6858000"/>
              <a:gd name="connsiteX7" fmla="*/ 0 w 9067800"/>
              <a:gd name="connsiteY7"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067800" h="6858000">
                <a:moveTo>
                  <a:pt x="5205086" y="0"/>
                </a:moveTo>
                <a:lnTo>
                  <a:pt x="6957685" y="0"/>
                </a:lnTo>
                <a:lnTo>
                  <a:pt x="9067800" y="0"/>
                </a:lnTo>
                <a:lnTo>
                  <a:pt x="9067800" y="6827058"/>
                </a:lnTo>
                <a:lnTo>
                  <a:pt x="9044315" y="6858000"/>
                </a:lnTo>
                <a:lnTo>
                  <a:pt x="7291715" y="6858000"/>
                </a:lnTo>
                <a:lnTo>
                  <a:pt x="1752601" y="6858000"/>
                </a:lnTo>
                <a:lnTo>
                  <a:pt x="0" y="6858000"/>
                </a:lnTo>
                <a:close/>
              </a:path>
            </a:pathLst>
          </a:custGeom>
          <a:solidFill>
            <a:schemeClr val="bg1"/>
          </a:solidFill>
        </p:spPr>
        <p:txBody>
          <a:bodyPr wrap="square" anchor="ctr">
            <a:noAutofit/>
          </a:bodyPr>
          <a:lstStyle>
            <a:lvl1pPr marL="0" indent="0" algn="ctr">
              <a:buNone/>
              <a:defRPr/>
            </a:lvl1pPr>
          </a:lstStyle>
          <a:p>
            <a:r>
              <a:rPr lang="en-US" dirty="0"/>
              <a:t>Insert Image</a:t>
            </a:r>
            <a:endParaRPr lang="en-GB" dirty="0"/>
          </a:p>
        </p:txBody>
      </p:sp>
      <p:sp>
        <p:nvSpPr>
          <p:cNvPr id="17" name="Text Placeholder 16">
            <a:extLst>
              <a:ext uri="{FF2B5EF4-FFF2-40B4-BE49-F238E27FC236}">
                <a16:creationId xmlns:a16="http://schemas.microsoft.com/office/drawing/2014/main" id="{FF9E63E5-568A-4FA2-9851-E5BFA12B85D1}"/>
              </a:ext>
              <a:ext uri="{C183D7F6-B498-43B3-948B-1728B52AA6E4}">
                <adec:decorative xmlns="" xmlns:adec="http://schemas.microsoft.com/office/drawing/2017/decorative" val="1"/>
              </a:ext>
            </a:extLst>
          </p:cNvPr>
          <p:cNvSpPr>
            <a:spLocks noGrp="1"/>
          </p:cNvSpPr>
          <p:nvPr>
            <p:ph type="body" sz="quarter" idx="12" hasCustomPrompt="1"/>
          </p:nvPr>
        </p:nvSpPr>
        <p:spPr>
          <a:xfrm>
            <a:off x="533400" y="266700"/>
            <a:ext cx="5105400" cy="6324600"/>
          </a:xfrm>
          <a:solidFill>
            <a:schemeClr val="bg1"/>
          </a:solidFill>
          <a:effectLst>
            <a:outerShdw blurRad="355600" dist="38100" dir="2700000" algn="tl" rotWithShape="0">
              <a:prstClr val="black">
                <a:alpha val="40000"/>
              </a:prstClr>
            </a:outerShdw>
          </a:effectLst>
        </p:spPr>
        <p:txBody>
          <a:bodyPr/>
          <a:lstStyle>
            <a:lvl1pPr marL="0" indent="0">
              <a:buNone/>
              <a:defRPr>
                <a:solidFill>
                  <a:schemeClr val="tx1">
                    <a:alpha val="0"/>
                  </a:schemeClr>
                </a:solidFill>
              </a:defRPr>
            </a:lvl1pPr>
          </a:lstStyle>
          <a:p>
            <a:pPr lvl="0"/>
            <a:r>
              <a:rPr lang="en-US" dirty="0"/>
              <a:t>I</a:t>
            </a:r>
            <a:endParaRPr lang="en-GB" dirty="0"/>
          </a:p>
        </p:txBody>
      </p:sp>
      <p:sp>
        <p:nvSpPr>
          <p:cNvPr id="2" name="Title 1"/>
          <p:cNvSpPr>
            <a:spLocks noGrp="1"/>
          </p:cNvSpPr>
          <p:nvPr>
            <p:ph type="ctrTitle"/>
          </p:nvPr>
        </p:nvSpPr>
        <p:spPr>
          <a:xfrm>
            <a:off x="933450" y="762000"/>
            <a:ext cx="4381500" cy="3429000"/>
          </a:xfrm>
        </p:spPr>
        <p:txBody>
          <a:bodyPr anchor="ctr">
            <a:normAutofit/>
          </a:bodyPr>
          <a:lstStyle>
            <a:lvl1pPr algn="ctr">
              <a:defRPr sz="5000" spc="200" baseline="0"/>
            </a:lvl1pPr>
          </a:lstStyle>
          <a:p>
            <a:r>
              <a:rPr lang="en-US" smtClean="0"/>
              <a:t>Click to edit Master title style</a:t>
            </a:r>
            <a:endParaRPr lang="en-US" dirty="0"/>
          </a:p>
        </p:txBody>
      </p:sp>
      <p:sp>
        <p:nvSpPr>
          <p:cNvPr id="3" name="Subtitle 2"/>
          <p:cNvSpPr>
            <a:spLocks noGrp="1"/>
          </p:cNvSpPr>
          <p:nvPr>
            <p:ph type="subTitle" idx="1"/>
          </p:nvPr>
        </p:nvSpPr>
        <p:spPr>
          <a:xfrm>
            <a:off x="933450" y="4343400"/>
            <a:ext cx="4381500" cy="1355732"/>
          </a:xfrm>
        </p:spPr>
        <p:txBody>
          <a:bodyPr lIns="91440" rIns="91440" anchor="t">
            <a:normAutofit/>
          </a:bodyPr>
          <a:lstStyle>
            <a:lvl1pPr marL="0" indent="0" algn="ctr">
              <a:lnSpc>
                <a:spcPct val="100000"/>
              </a:lnSpc>
              <a:spcBef>
                <a:spcPts val="0"/>
              </a:spcBef>
              <a:spcAft>
                <a:spcPts val="0"/>
              </a:spcAft>
              <a:buNone/>
              <a:defRPr sz="1600">
                <a:solidFill>
                  <a:schemeClr val="tx1">
                    <a:lumMod val="95000"/>
                    <a:lumOff val="5000"/>
                  </a:schemeClr>
                </a:solidFill>
              </a:defRPr>
            </a:lvl1pPr>
            <a:lvl2pPr marL="457200" indent="0" algn="ctr">
              <a:buNone/>
              <a:defRPr sz="1800"/>
            </a:lvl2pPr>
            <a:lvl3pPr marL="914400" indent="0" algn="ctr">
              <a:buNone/>
              <a:defRPr sz="1800"/>
            </a:lvl3pPr>
            <a:lvl4pPr marL="1371600" indent="0" algn="ctr">
              <a:buNone/>
              <a:defRPr sz="1800"/>
            </a:lvl4pPr>
            <a:lvl5pPr marL="1828800" indent="0" algn="ctr">
              <a:buNone/>
              <a:defRPr sz="1800"/>
            </a:lvl5pPr>
            <a:lvl6pPr marL="2286000" indent="0" algn="ctr">
              <a:buNone/>
              <a:defRPr sz="1800"/>
            </a:lvl6pPr>
            <a:lvl7pPr marL="2743200" indent="0" algn="ctr">
              <a:buNone/>
              <a:defRPr sz="1800"/>
            </a:lvl7pPr>
            <a:lvl8pPr marL="3200400" indent="0" algn="ctr">
              <a:buNone/>
              <a:defRPr sz="1800"/>
            </a:lvl8pPr>
            <a:lvl9pPr marL="3657600" indent="0" algn="ctr">
              <a:buNone/>
              <a:defRPr sz="1800"/>
            </a:lvl9pPr>
          </a:lstStyle>
          <a:p>
            <a:r>
              <a:rPr lang="en-US" smtClean="0"/>
              <a:t>Click to edit Master subtitle style</a:t>
            </a:r>
            <a:endParaRPr lang="en-US" dirty="0"/>
          </a:p>
        </p:txBody>
      </p:sp>
      <p:sp>
        <p:nvSpPr>
          <p:cNvPr id="7" name="Text Placeholder 16">
            <a:extLst>
              <a:ext uri="{FF2B5EF4-FFF2-40B4-BE49-F238E27FC236}">
                <a16:creationId xmlns:a16="http://schemas.microsoft.com/office/drawing/2014/main" id="{D6D785D2-DAEB-48F3-AB8A-2954F03ACD2B}"/>
              </a:ext>
              <a:ext uri="{C183D7F6-B498-43B3-948B-1728B52AA6E4}">
                <adec:decorative xmlns="" xmlns:adec="http://schemas.microsoft.com/office/drawing/2017/decorative" val="1"/>
              </a:ext>
            </a:extLst>
          </p:cNvPr>
          <p:cNvSpPr>
            <a:spLocks noGrp="1"/>
          </p:cNvSpPr>
          <p:nvPr>
            <p:ph type="body" sz="quarter" idx="13" hasCustomPrompt="1"/>
          </p:nvPr>
        </p:nvSpPr>
        <p:spPr>
          <a:xfrm rot="10800000" flipV="1">
            <a:off x="314325" y="4953000"/>
            <a:ext cx="1143000" cy="1790700"/>
          </a:xfrm>
          <a:prstGeom prst="triangle">
            <a:avLst>
              <a:gd name="adj" fmla="val 100000"/>
            </a:avLst>
          </a:prstGeom>
          <a:solidFill>
            <a:schemeClr val="accent2"/>
          </a:solidFill>
          <a:effectLst>
            <a:outerShdw blurRad="50800" dist="38100" dir="2700000" algn="tl" rotWithShape="0">
              <a:prstClr val="black">
                <a:alpha val="40000"/>
              </a:prstClr>
            </a:outerShdw>
          </a:effectLst>
        </p:spPr>
        <p:txBody>
          <a:bodyPr/>
          <a:lstStyle>
            <a:lvl1pPr marL="0" indent="0">
              <a:buNone/>
              <a:defRPr>
                <a:solidFill>
                  <a:schemeClr val="tx1">
                    <a:alpha val="0"/>
                  </a:schemeClr>
                </a:solidFill>
              </a:defRPr>
            </a:lvl1pPr>
          </a:lstStyle>
          <a:p>
            <a:pPr lvl="0"/>
            <a:r>
              <a:rPr lang="en-US" dirty="0"/>
              <a:t>I</a:t>
            </a:r>
            <a:endParaRPr lang="en-GB" dirty="0"/>
          </a:p>
        </p:txBody>
      </p:sp>
    </p:spTree>
    <p:extLst>
      <p:ext uri="{BB962C8B-B14F-4D97-AF65-F5344CB8AC3E}">
        <p14:creationId xmlns:p14="http://schemas.microsoft.com/office/powerpoint/2010/main" val="127235468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userDrawn="1">
  <p:cSld name="2_Title Slide">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A623EB06-2F79-4698-807D-96A58B4F1D71}"/>
              </a:ext>
              <a:ext uri="{C183D7F6-B498-43B3-948B-1728B52AA6E4}">
                <adec:decorative xmlns="" xmlns:adec="http://schemas.microsoft.com/office/drawing/2017/decorative" val="1"/>
              </a:ext>
            </a:extLst>
          </p:cNvPr>
          <p:cNvSpPr>
            <a:spLocks noGrp="1"/>
          </p:cNvSpPr>
          <p:nvPr>
            <p:ph type="pic" sz="quarter" idx="15" hasCustomPrompt="1"/>
          </p:nvPr>
        </p:nvSpPr>
        <p:spPr>
          <a:xfrm>
            <a:off x="0" y="0"/>
            <a:ext cx="8329286" cy="6858000"/>
          </a:xfrm>
          <a:custGeom>
            <a:avLst/>
            <a:gdLst>
              <a:gd name="connsiteX0" fmla="*/ 0 w 8329286"/>
              <a:gd name="connsiteY0" fmla="*/ 0 h 6858000"/>
              <a:gd name="connsiteX1" fmla="*/ 8329286 w 8329286"/>
              <a:gd name="connsiteY1" fmla="*/ 0 h 6858000"/>
              <a:gd name="connsiteX2" fmla="*/ 3124200 w 8329286"/>
              <a:gd name="connsiteY2" fmla="*/ 6858000 h 6858000"/>
              <a:gd name="connsiteX3" fmla="*/ 0 w 8329286"/>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8329286" h="6858000">
                <a:moveTo>
                  <a:pt x="0" y="0"/>
                </a:moveTo>
                <a:lnTo>
                  <a:pt x="8329286" y="0"/>
                </a:lnTo>
                <a:lnTo>
                  <a:pt x="3124200" y="6858000"/>
                </a:lnTo>
                <a:lnTo>
                  <a:pt x="0" y="6858000"/>
                </a:lnTo>
                <a:close/>
              </a:path>
            </a:pathLst>
          </a:custGeom>
          <a:solidFill>
            <a:schemeClr val="bg1"/>
          </a:solidFill>
          <a:effectLst>
            <a:outerShdw blurRad="228600" dist="38100" algn="l" rotWithShape="0">
              <a:prstClr val="black">
                <a:alpha val="40000"/>
              </a:prstClr>
            </a:outerShdw>
          </a:effectLst>
        </p:spPr>
        <p:txBody>
          <a:bodyPr wrap="square" anchor="ctr">
            <a:noAutofit/>
          </a:bodyPr>
          <a:lstStyle>
            <a:lvl1pPr marL="0" indent="0" algn="ctr">
              <a:buNone/>
              <a:defRPr/>
            </a:lvl1pPr>
          </a:lstStyle>
          <a:p>
            <a:r>
              <a:rPr lang="en-US" dirty="0"/>
              <a:t>Insert Image</a:t>
            </a:r>
            <a:endParaRPr lang="en-GB" dirty="0"/>
          </a:p>
        </p:txBody>
      </p:sp>
      <p:sp>
        <p:nvSpPr>
          <p:cNvPr id="17" name="Text Placeholder 16">
            <a:extLst>
              <a:ext uri="{FF2B5EF4-FFF2-40B4-BE49-F238E27FC236}">
                <a16:creationId xmlns:a16="http://schemas.microsoft.com/office/drawing/2014/main" id="{FF9E63E5-568A-4FA2-9851-E5BFA12B85D1}"/>
              </a:ext>
              <a:ext uri="{C183D7F6-B498-43B3-948B-1728B52AA6E4}">
                <adec:decorative xmlns="" xmlns:adec="http://schemas.microsoft.com/office/drawing/2017/decorative" val="1"/>
              </a:ext>
            </a:extLst>
          </p:cNvPr>
          <p:cNvSpPr>
            <a:spLocks noGrp="1"/>
          </p:cNvSpPr>
          <p:nvPr>
            <p:ph type="body" sz="quarter" idx="12" hasCustomPrompt="1"/>
          </p:nvPr>
        </p:nvSpPr>
        <p:spPr>
          <a:xfrm>
            <a:off x="990600" y="609600"/>
            <a:ext cx="4648200" cy="5638800"/>
          </a:xfrm>
          <a:solidFill>
            <a:schemeClr val="bg1"/>
          </a:solidFill>
          <a:effectLst>
            <a:outerShdw blurRad="355600" dist="38100" dir="2700000" algn="tl" rotWithShape="0">
              <a:prstClr val="black">
                <a:alpha val="40000"/>
              </a:prstClr>
            </a:outerShdw>
          </a:effectLst>
        </p:spPr>
        <p:txBody>
          <a:bodyPr/>
          <a:lstStyle>
            <a:lvl1pPr marL="0" indent="0">
              <a:buNone/>
              <a:defRPr>
                <a:solidFill>
                  <a:schemeClr val="tx1">
                    <a:alpha val="0"/>
                  </a:schemeClr>
                </a:solidFill>
              </a:defRPr>
            </a:lvl1pPr>
          </a:lstStyle>
          <a:p>
            <a:pPr lvl="0"/>
            <a:r>
              <a:rPr lang="en-US" dirty="0"/>
              <a:t>I</a:t>
            </a:r>
            <a:endParaRPr lang="en-GB" dirty="0"/>
          </a:p>
        </p:txBody>
      </p:sp>
      <p:sp>
        <p:nvSpPr>
          <p:cNvPr id="2" name="Title 1"/>
          <p:cNvSpPr>
            <a:spLocks noGrp="1"/>
          </p:cNvSpPr>
          <p:nvPr>
            <p:ph type="ctrTitle"/>
          </p:nvPr>
        </p:nvSpPr>
        <p:spPr>
          <a:xfrm>
            <a:off x="1257300" y="1447800"/>
            <a:ext cx="4114800" cy="3962400"/>
          </a:xfrm>
        </p:spPr>
        <p:txBody>
          <a:bodyPr anchor="ctr">
            <a:normAutofit/>
          </a:bodyPr>
          <a:lstStyle>
            <a:lvl1pPr algn="ctr">
              <a:defRPr sz="5000" spc="200" baseline="0"/>
            </a:lvl1pPr>
          </a:lstStyle>
          <a:p>
            <a:r>
              <a:rPr lang="en-US" smtClean="0"/>
              <a:t>Click to edit Master title style</a:t>
            </a:r>
            <a:endParaRPr lang="en-US" dirty="0"/>
          </a:p>
        </p:txBody>
      </p:sp>
      <p:sp>
        <p:nvSpPr>
          <p:cNvPr id="3" name="Subtitle 2"/>
          <p:cNvSpPr>
            <a:spLocks noGrp="1"/>
          </p:cNvSpPr>
          <p:nvPr>
            <p:ph type="subTitle" idx="1"/>
          </p:nvPr>
        </p:nvSpPr>
        <p:spPr>
          <a:xfrm>
            <a:off x="6057900" y="4495801"/>
            <a:ext cx="4876800" cy="609600"/>
          </a:xfrm>
        </p:spPr>
        <p:txBody>
          <a:bodyPr lIns="91440" rIns="91440" anchor="ctr">
            <a:normAutofit/>
          </a:bodyPr>
          <a:lstStyle>
            <a:lvl1pPr marL="0" indent="0" algn="l">
              <a:lnSpc>
                <a:spcPct val="100000"/>
              </a:lnSpc>
              <a:spcBef>
                <a:spcPts val="0"/>
              </a:spcBef>
              <a:spcAft>
                <a:spcPts val="0"/>
              </a:spcAft>
              <a:buNone/>
              <a:defRPr sz="1600">
                <a:solidFill>
                  <a:schemeClr val="tx1">
                    <a:lumMod val="95000"/>
                    <a:lumOff val="5000"/>
                  </a:schemeClr>
                </a:solidFill>
              </a:defRPr>
            </a:lvl1pPr>
            <a:lvl2pPr marL="457200" indent="0" algn="ctr">
              <a:buNone/>
              <a:defRPr sz="1800"/>
            </a:lvl2pPr>
            <a:lvl3pPr marL="914400" indent="0" algn="ctr">
              <a:buNone/>
              <a:defRPr sz="1800"/>
            </a:lvl3pPr>
            <a:lvl4pPr marL="1371600" indent="0" algn="ctr">
              <a:buNone/>
              <a:defRPr sz="1800"/>
            </a:lvl4pPr>
            <a:lvl5pPr marL="1828800" indent="0" algn="ctr">
              <a:buNone/>
              <a:defRPr sz="1800"/>
            </a:lvl5pPr>
            <a:lvl6pPr marL="2286000" indent="0" algn="ctr">
              <a:buNone/>
              <a:defRPr sz="1800"/>
            </a:lvl6pPr>
            <a:lvl7pPr marL="2743200" indent="0" algn="ctr">
              <a:buNone/>
              <a:defRPr sz="1800"/>
            </a:lvl7pPr>
            <a:lvl8pPr marL="3200400" indent="0" algn="ctr">
              <a:buNone/>
              <a:defRPr sz="1800"/>
            </a:lvl8pPr>
            <a:lvl9pPr marL="3657600" indent="0" algn="ctr">
              <a:buNone/>
              <a:defRPr sz="1800"/>
            </a:lvl9pPr>
          </a:lstStyle>
          <a:p>
            <a:r>
              <a:rPr lang="en-US" smtClean="0"/>
              <a:t>Click to edit Master subtitle style</a:t>
            </a:r>
            <a:endParaRPr lang="en-US" dirty="0"/>
          </a:p>
        </p:txBody>
      </p:sp>
      <p:sp>
        <p:nvSpPr>
          <p:cNvPr id="7" name="Text Placeholder 16">
            <a:extLst>
              <a:ext uri="{FF2B5EF4-FFF2-40B4-BE49-F238E27FC236}">
                <a16:creationId xmlns:a16="http://schemas.microsoft.com/office/drawing/2014/main" id="{D6D785D2-DAEB-48F3-AB8A-2954F03ACD2B}"/>
              </a:ext>
              <a:ext uri="{C183D7F6-B498-43B3-948B-1728B52AA6E4}">
                <adec:decorative xmlns="" xmlns:adec="http://schemas.microsoft.com/office/drawing/2017/decorative" val="1"/>
              </a:ext>
            </a:extLst>
          </p:cNvPr>
          <p:cNvSpPr>
            <a:spLocks noGrp="1"/>
          </p:cNvSpPr>
          <p:nvPr>
            <p:ph type="body" sz="quarter" idx="13" hasCustomPrompt="1"/>
          </p:nvPr>
        </p:nvSpPr>
        <p:spPr>
          <a:xfrm>
            <a:off x="2705100" y="409575"/>
            <a:ext cx="1219200" cy="400050"/>
          </a:xfrm>
          <a:solidFill>
            <a:schemeClr val="accent2"/>
          </a:solidFill>
          <a:effectLst>
            <a:outerShdw blurRad="50800" dist="38100" dir="2700000" algn="tl" rotWithShape="0">
              <a:prstClr val="black">
                <a:alpha val="40000"/>
              </a:prstClr>
            </a:outerShdw>
          </a:effectLst>
        </p:spPr>
        <p:txBody>
          <a:bodyPr/>
          <a:lstStyle>
            <a:lvl1pPr marL="0" indent="0">
              <a:buNone/>
              <a:defRPr>
                <a:solidFill>
                  <a:schemeClr val="tx1">
                    <a:alpha val="0"/>
                  </a:schemeClr>
                </a:solidFill>
              </a:defRPr>
            </a:lvl1pPr>
          </a:lstStyle>
          <a:p>
            <a:pPr lvl="0"/>
            <a:r>
              <a:rPr lang="en-US" dirty="0"/>
              <a:t>I</a:t>
            </a:r>
            <a:endParaRPr lang="en-GB" dirty="0"/>
          </a:p>
        </p:txBody>
      </p:sp>
      <p:sp>
        <p:nvSpPr>
          <p:cNvPr id="8" name="Text Placeholder 16">
            <a:extLst>
              <a:ext uri="{FF2B5EF4-FFF2-40B4-BE49-F238E27FC236}">
                <a16:creationId xmlns:a16="http://schemas.microsoft.com/office/drawing/2014/main" id="{BB42ECCE-195D-45F5-94EB-137CEFCFE916}"/>
              </a:ext>
              <a:ext uri="{C183D7F6-B498-43B3-948B-1728B52AA6E4}">
                <adec:decorative xmlns="" xmlns:adec="http://schemas.microsoft.com/office/drawing/2017/decorative" val="1"/>
              </a:ext>
            </a:extLst>
          </p:cNvPr>
          <p:cNvSpPr>
            <a:spLocks noGrp="1"/>
          </p:cNvSpPr>
          <p:nvPr>
            <p:ph type="body" sz="quarter" idx="14" hasCustomPrompt="1"/>
          </p:nvPr>
        </p:nvSpPr>
        <p:spPr>
          <a:xfrm>
            <a:off x="2705100" y="6076950"/>
            <a:ext cx="1219200" cy="400050"/>
          </a:xfrm>
          <a:solidFill>
            <a:schemeClr val="accent2"/>
          </a:solidFill>
          <a:effectLst>
            <a:outerShdw blurRad="50800" dist="38100" dir="18900000" algn="bl" rotWithShape="0">
              <a:prstClr val="black">
                <a:alpha val="40000"/>
              </a:prstClr>
            </a:outerShdw>
          </a:effectLst>
        </p:spPr>
        <p:txBody>
          <a:bodyPr/>
          <a:lstStyle>
            <a:lvl1pPr marL="0" indent="0">
              <a:buNone/>
              <a:defRPr>
                <a:solidFill>
                  <a:schemeClr val="tx1">
                    <a:alpha val="0"/>
                  </a:schemeClr>
                </a:solidFill>
              </a:defRPr>
            </a:lvl1pPr>
          </a:lstStyle>
          <a:p>
            <a:pPr lvl="0"/>
            <a:r>
              <a:rPr lang="en-US" dirty="0"/>
              <a:t>I</a:t>
            </a:r>
            <a:endParaRPr lang="en-GB" dirty="0"/>
          </a:p>
        </p:txBody>
      </p:sp>
    </p:spTree>
    <p:extLst>
      <p:ext uri="{BB962C8B-B14F-4D97-AF65-F5344CB8AC3E}">
        <p14:creationId xmlns:p14="http://schemas.microsoft.com/office/powerpoint/2010/main" val="192141043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userDrawn="1">
  <p:cSld name="Title and Content">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0B42CCEE-B750-4EF9-BAE5-217844AE7456}"/>
              </a:ext>
              <a:ext uri="{C183D7F6-B498-43B3-948B-1728B52AA6E4}">
                <adec:decorative xmlns="" xmlns:adec="http://schemas.microsoft.com/office/drawing/2017/decorative" val="1"/>
              </a:ext>
            </a:extLst>
          </p:cNvPr>
          <p:cNvSpPr/>
          <p:nvPr userDrawn="1"/>
        </p:nvSpPr>
        <p:spPr>
          <a:xfrm>
            <a:off x="0" y="0"/>
            <a:ext cx="12192000" cy="11297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9015F2E0-A9EE-4095-8DFC-C3BBA80FAEEE}"/>
              </a:ext>
            </a:extLst>
          </p:cNvPr>
          <p:cNvSpPr>
            <a:spLocks noGrp="1"/>
          </p:cNvSpPr>
          <p:nvPr>
            <p:ph type="title"/>
          </p:nvPr>
        </p:nvSpPr>
        <p:spPr>
          <a:xfrm>
            <a:off x="548640" y="990600"/>
            <a:ext cx="10805160" cy="1447800"/>
          </a:xfrm>
        </p:spPr>
        <p:txBody>
          <a:bodyPr anchor="t">
            <a:normAutofit/>
          </a:bodyPr>
          <a:lstStyle>
            <a:lvl1pPr>
              <a:lnSpc>
                <a:spcPct val="100000"/>
              </a:lnSpc>
              <a:defRPr sz="4000" b="0">
                <a:latin typeface="+mj-lt"/>
              </a:defRPr>
            </a:lvl1pPr>
          </a:lstStyle>
          <a:p>
            <a:r>
              <a:rPr lang="en-US" noProof="0" smtClean="0"/>
              <a:t>Click to edit Master title style</a:t>
            </a:r>
            <a:endParaRPr lang="en-US" noProof="0"/>
          </a:p>
        </p:txBody>
      </p:sp>
      <p:sp>
        <p:nvSpPr>
          <p:cNvPr id="7" name="Content Placeholder 6">
            <a:extLst>
              <a:ext uri="{FF2B5EF4-FFF2-40B4-BE49-F238E27FC236}">
                <a16:creationId xmlns:a16="http://schemas.microsoft.com/office/drawing/2014/main" id="{35FB90DC-1879-4B22-883B-7444D1A858EC}"/>
              </a:ext>
            </a:extLst>
          </p:cNvPr>
          <p:cNvSpPr>
            <a:spLocks noGrp="1"/>
          </p:cNvSpPr>
          <p:nvPr>
            <p:ph sz="quarter" idx="13"/>
          </p:nvPr>
        </p:nvSpPr>
        <p:spPr>
          <a:xfrm>
            <a:off x="548640" y="2667000"/>
            <a:ext cx="10288693" cy="3660648"/>
          </a:xfrm>
        </p:spPr>
        <p:txBody>
          <a:bodyPr lIns="91440" rIns="91440"/>
          <a:lstStyle/>
          <a:p>
            <a:pPr lvl="0"/>
            <a:r>
              <a:rPr lang="en-US" noProof="0" smtClean="0"/>
              <a:t>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endParaRPr lang="en-US" noProof="0"/>
          </a:p>
        </p:txBody>
      </p:sp>
      <p:sp>
        <p:nvSpPr>
          <p:cNvPr id="10" name="Picture Placeholder 9">
            <a:extLst>
              <a:ext uri="{FF2B5EF4-FFF2-40B4-BE49-F238E27FC236}">
                <a16:creationId xmlns:a16="http://schemas.microsoft.com/office/drawing/2014/main" id="{B1F422E5-0916-42D9-AC79-50E4FC133F3D}"/>
              </a:ext>
              <a:ext uri="{C183D7F6-B498-43B3-948B-1728B52AA6E4}">
                <adec:decorative xmlns="" xmlns:adec="http://schemas.microsoft.com/office/drawing/2017/decorative" val="1"/>
              </a:ext>
            </a:extLst>
          </p:cNvPr>
          <p:cNvSpPr>
            <a:spLocks noGrp="1"/>
          </p:cNvSpPr>
          <p:nvPr>
            <p:ph type="pic" sz="quarter" idx="15" hasCustomPrompt="1"/>
          </p:nvPr>
        </p:nvSpPr>
        <p:spPr>
          <a:xfrm>
            <a:off x="0" y="0"/>
            <a:ext cx="8329286" cy="457200"/>
          </a:xfrm>
          <a:custGeom>
            <a:avLst/>
            <a:gdLst>
              <a:gd name="connsiteX0" fmla="*/ 0 w 8329286"/>
              <a:gd name="connsiteY0" fmla="*/ 0 h 457200"/>
              <a:gd name="connsiteX1" fmla="*/ 8329286 w 8329286"/>
              <a:gd name="connsiteY1" fmla="*/ 0 h 457200"/>
              <a:gd name="connsiteX2" fmla="*/ 7982281 w 8329286"/>
              <a:gd name="connsiteY2" fmla="*/ 457200 h 457200"/>
              <a:gd name="connsiteX3" fmla="*/ 0 w 8329286"/>
              <a:gd name="connsiteY3" fmla="*/ 457200 h 457200"/>
            </a:gdLst>
            <a:ahLst/>
            <a:cxnLst>
              <a:cxn ang="0">
                <a:pos x="connsiteX0" y="connsiteY0"/>
              </a:cxn>
              <a:cxn ang="0">
                <a:pos x="connsiteX1" y="connsiteY1"/>
              </a:cxn>
              <a:cxn ang="0">
                <a:pos x="connsiteX2" y="connsiteY2"/>
              </a:cxn>
              <a:cxn ang="0">
                <a:pos x="connsiteX3" y="connsiteY3"/>
              </a:cxn>
            </a:cxnLst>
            <a:rect l="l" t="t" r="r" b="b"/>
            <a:pathLst>
              <a:path w="8329286" h="457200">
                <a:moveTo>
                  <a:pt x="0" y="0"/>
                </a:moveTo>
                <a:lnTo>
                  <a:pt x="8329286" y="0"/>
                </a:lnTo>
                <a:lnTo>
                  <a:pt x="7982281" y="457200"/>
                </a:lnTo>
                <a:lnTo>
                  <a:pt x="0" y="457200"/>
                </a:lnTo>
                <a:close/>
              </a:path>
            </a:pathLst>
          </a:custGeom>
          <a:solidFill>
            <a:schemeClr val="bg1"/>
          </a:solidFill>
          <a:effectLst>
            <a:outerShdw blurRad="50800" dist="38100" dir="5400000" algn="t" rotWithShape="0">
              <a:prstClr val="black">
                <a:alpha val="40000"/>
              </a:prstClr>
            </a:outerShdw>
          </a:effectLst>
        </p:spPr>
        <p:txBody>
          <a:bodyPr wrap="square" anchor="ctr">
            <a:noAutofit/>
          </a:bodyPr>
          <a:lstStyle>
            <a:lvl1pPr marL="0" indent="0" algn="ctr">
              <a:buNone/>
              <a:defRPr sz="1600">
                <a:solidFill>
                  <a:schemeClr val="bg1">
                    <a:lumMod val="75000"/>
                  </a:schemeClr>
                </a:solidFill>
              </a:defRPr>
            </a:lvl1pPr>
          </a:lstStyle>
          <a:p>
            <a:r>
              <a:rPr lang="en-US" noProof="0" dirty="0"/>
              <a:t>Insert Image</a:t>
            </a:r>
          </a:p>
        </p:txBody>
      </p:sp>
      <p:sp>
        <p:nvSpPr>
          <p:cNvPr id="14" name="Slide Number Placeholder 5">
            <a:extLst>
              <a:ext uri="{FF2B5EF4-FFF2-40B4-BE49-F238E27FC236}">
                <a16:creationId xmlns:a16="http://schemas.microsoft.com/office/drawing/2014/main" id="{0621E917-505B-493E-99EE-2E57CB3327C6}"/>
              </a:ext>
            </a:extLst>
          </p:cNvPr>
          <p:cNvSpPr>
            <a:spLocks noGrp="1"/>
          </p:cNvSpPr>
          <p:nvPr>
            <p:ph type="sldNum" sz="quarter" idx="4"/>
          </p:nvPr>
        </p:nvSpPr>
        <p:spPr>
          <a:xfrm>
            <a:off x="628788" y="6339840"/>
            <a:ext cx="302281" cy="365760"/>
          </a:xfrm>
          <a:prstGeom prst="rect">
            <a:avLst/>
          </a:prstGeom>
          <a:solidFill>
            <a:schemeClr val="bg1">
              <a:alpha val="82000"/>
            </a:schemeClr>
          </a:solidFill>
          <a:ln>
            <a:solidFill>
              <a:schemeClr val="accent2"/>
            </a:solidFill>
          </a:ln>
        </p:spPr>
        <p:txBody>
          <a:bodyPr vert="horz" lIns="0" tIns="45720" rIns="0" bIns="45720" rtlCol="0" anchor="ctr"/>
          <a:lstStyle>
            <a:lvl1pPr algn="ctr">
              <a:defRPr sz="1000">
                <a:solidFill>
                  <a:schemeClr val="tx1">
                    <a:lumMod val="95000"/>
                    <a:lumOff val="5000"/>
                  </a:schemeClr>
                </a:solidFill>
                <a:latin typeface="+mj-lt"/>
              </a:defRPr>
            </a:lvl1pPr>
          </a:lstStyle>
          <a:p>
            <a:fld id="{4FAB73BC-B049-4115-A692-8D63A059BFB8}" type="slidenum">
              <a:rPr lang="en-US" noProof="0" smtClean="0"/>
              <a:pPr/>
              <a:t>‹#›</a:t>
            </a:fld>
            <a:endParaRPr lang="en-US" noProof="0" dirty="0"/>
          </a:p>
        </p:txBody>
      </p:sp>
    </p:spTree>
    <p:extLst>
      <p:ext uri="{BB962C8B-B14F-4D97-AF65-F5344CB8AC3E}">
        <p14:creationId xmlns:p14="http://schemas.microsoft.com/office/powerpoint/2010/main" val="986061791"/>
      </p:ext>
    </p:extLst>
  </p:cSld>
  <p:clrMapOvr>
    <a:masterClrMapping/>
  </p:clrMapOvr>
  <p:extLst>
    <p:ext uri="{DCECCB84-F9BA-43D5-87BE-67443E8EF086}">
      <p15:sldGuideLst xmlns:p15="http://schemas.microsoft.com/office/powerpoint/2012/main">
        <p15:guide id="1" orient="horz" pos="2160">
          <p15:clr>
            <a:srgbClr val="FBAE40"/>
          </p15:clr>
        </p15:guide>
        <p15:guide id="2" orient="horz" pos="720">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itle Emphasis-Subtitle and Content">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0B42CCEE-B750-4EF9-BAE5-217844AE7456}"/>
              </a:ext>
              <a:ext uri="{C183D7F6-B498-43B3-948B-1728B52AA6E4}">
                <adec:decorative xmlns="" xmlns:adec="http://schemas.microsoft.com/office/drawing/2017/decorative" val="1"/>
              </a:ext>
            </a:extLst>
          </p:cNvPr>
          <p:cNvSpPr/>
          <p:nvPr userDrawn="1"/>
        </p:nvSpPr>
        <p:spPr>
          <a:xfrm>
            <a:off x="0" y="0"/>
            <a:ext cx="12192000" cy="11297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9015F2E0-A9EE-4095-8DFC-C3BBA80FAEEE}"/>
              </a:ext>
            </a:extLst>
          </p:cNvPr>
          <p:cNvSpPr>
            <a:spLocks noGrp="1"/>
          </p:cNvSpPr>
          <p:nvPr>
            <p:ph type="title"/>
          </p:nvPr>
        </p:nvSpPr>
        <p:spPr>
          <a:xfrm>
            <a:off x="548640" y="990600"/>
            <a:ext cx="10805160" cy="707886"/>
          </a:xfrm>
        </p:spPr>
        <p:txBody>
          <a:bodyPr anchor="t">
            <a:normAutofit/>
          </a:bodyPr>
          <a:lstStyle>
            <a:lvl1pPr>
              <a:lnSpc>
                <a:spcPct val="100000"/>
              </a:lnSpc>
              <a:defRPr sz="4000" b="0">
                <a:latin typeface="+mj-lt"/>
              </a:defRPr>
            </a:lvl1pPr>
          </a:lstStyle>
          <a:p>
            <a:r>
              <a:rPr lang="en-US" noProof="0" smtClean="0"/>
              <a:t>Click to edit Master title style</a:t>
            </a:r>
            <a:endParaRPr lang="en-US" noProof="0"/>
          </a:p>
        </p:txBody>
      </p:sp>
      <p:sp>
        <p:nvSpPr>
          <p:cNvPr id="7" name="Content Placeholder 6">
            <a:extLst>
              <a:ext uri="{FF2B5EF4-FFF2-40B4-BE49-F238E27FC236}">
                <a16:creationId xmlns:a16="http://schemas.microsoft.com/office/drawing/2014/main" id="{35FB90DC-1879-4B22-883B-7444D1A858EC}"/>
              </a:ext>
            </a:extLst>
          </p:cNvPr>
          <p:cNvSpPr>
            <a:spLocks noGrp="1"/>
          </p:cNvSpPr>
          <p:nvPr>
            <p:ph sz="quarter" idx="13"/>
          </p:nvPr>
        </p:nvSpPr>
        <p:spPr>
          <a:xfrm>
            <a:off x="548640" y="2667000"/>
            <a:ext cx="10288693" cy="3660648"/>
          </a:xfrm>
        </p:spPr>
        <p:txBody>
          <a:bodyPr lIns="91440" rIns="91440"/>
          <a:lstStyle/>
          <a:p>
            <a:pPr lvl="0"/>
            <a:r>
              <a:rPr lang="en-US" noProof="0" smtClean="0"/>
              <a:t>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endParaRPr lang="en-US" noProof="0"/>
          </a:p>
        </p:txBody>
      </p:sp>
      <p:sp>
        <p:nvSpPr>
          <p:cNvPr id="10" name="Picture Placeholder 9">
            <a:extLst>
              <a:ext uri="{FF2B5EF4-FFF2-40B4-BE49-F238E27FC236}">
                <a16:creationId xmlns:a16="http://schemas.microsoft.com/office/drawing/2014/main" id="{B1F422E5-0916-42D9-AC79-50E4FC133F3D}"/>
              </a:ext>
              <a:ext uri="{C183D7F6-B498-43B3-948B-1728B52AA6E4}">
                <adec:decorative xmlns="" xmlns:adec="http://schemas.microsoft.com/office/drawing/2017/decorative" val="1"/>
              </a:ext>
            </a:extLst>
          </p:cNvPr>
          <p:cNvSpPr>
            <a:spLocks noGrp="1"/>
          </p:cNvSpPr>
          <p:nvPr>
            <p:ph type="pic" sz="quarter" idx="15" hasCustomPrompt="1"/>
          </p:nvPr>
        </p:nvSpPr>
        <p:spPr>
          <a:xfrm>
            <a:off x="0" y="0"/>
            <a:ext cx="8329286" cy="457200"/>
          </a:xfrm>
          <a:custGeom>
            <a:avLst/>
            <a:gdLst>
              <a:gd name="connsiteX0" fmla="*/ 0 w 8329286"/>
              <a:gd name="connsiteY0" fmla="*/ 0 h 457200"/>
              <a:gd name="connsiteX1" fmla="*/ 8329286 w 8329286"/>
              <a:gd name="connsiteY1" fmla="*/ 0 h 457200"/>
              <a:gd name="connsiteX2" fmla="*/ 7982281 w 8329286"/>
              <a:gd name="connsiteY2" fmla="*/ 457200 h 457200"/>
              <a:gd name="connsiteX3" fmla="*/ 0 w 8329286"/>
              <a:gd name="connsiteY3" fmla="*/ 457200 h 457200"/>
            </a:gdLst>
            <a:ahLst/>
            <a:cxnLst>
              <a:cxn ang="0">
                <a:pos x="connsiteX0" y="connsiteY0"/>
              </a:cxn>
              <a:cxn ang="0">
                <a:pos x="connsiteX1" y="connsiteY1"/>
              </a:cxn>
              <a:cxn ang="0">
                <a:pos x="connsiteX2" y="connsiteY2"/>
              </a:cxn>
              <a:cxn ang="0">
                <a:pos x="connsiteX3" y="connsiteY3"/>
              </a:cxn>
            </a:cxnLst>
            <a:rect l="l" t="t" r="r" b="b"/>
            <a:pathLst>
              <a:path w="8329286" h="457200">
                <a:moveTo>
                  <a:pt x="0" y="0"/>
                </a:moveTo>
                <a:lnTo>
                  <a:pt x="8329286" y="0"/>
                </a:lnTo>
                <a:lnTo>
                  <a:pt x="7982281" y="457200"/>
                </a:lnTo>
                <a:lnTo>
                  <a:pt x="0" y="457200"/>
                </a:lnTo>
                <a:close/>
              </a:path>
            </a:pathLst>
          </a:custGeom>
          <a:solidFill>
            <a:schemeClr val="bg1"/>
          </a:solidFill>
          <a:effectLst>
            <a:outerShdw blurRad="50800" dist="38100" dir="5400000" algn="t" rotWithShape="0">
              <a:prstClr val="black">
                <a:alpha val="40000"/>
              </a:prstClr>
            </a:outerShdw>
          </a:effectLst>
        </p:spPr>
        <p:txBody>
          <a:bodyPr wrap="square" anchor="ctr">
            <a:noAutofit/>
          </a:bodyPr>
          <a:lstStyle>
            <a:lvl1pPr marL="0" indent="0" algn="ctr">
              <a:buNone/>
              <a:defRPr sz="1600">
                <a:solidFill>
                  <a:schemeClr val="bg1">
                    <a:lumMod val="75000"/>
                  </a:schemeClr>
                </a:solidFill>
              </a:defRPr>
            </a:lvl1pPr>
          </a:lstStyle>
          <a:p>
            <a:r>
              <a:rPr lang="en-US" noProof="0" dirty="0"/>
              <a:t>Insert Image</a:t>
            </a:r>
          </a:p>
        </p:txBody>
      </p:sp>
      <p:sp>
        <p:nvSpPr>
          <p:cNvPr id="8" name="Text Placeholder 7">
            <a:extLst>
              <a:ext uri="{FF2B5EF4-FFF2-40B4-BE49-F238E27FC236}">
                <a16:creationId xmlns:a16="http://schemas.microsoft.com/office/drawing/2014/main" id="{4D8DAD49-E192-4934-8CF1-25E9CA66F761}"/>
              </a:ext>
            </a:extLst>
          </p:cNvPr>
          <p:cNvSpPr>
            <a:spLocks noGrp="1"/>
          </p:cNvSpPr>
          <p:nvPr>
            <p:ph type="body" sz="quarter" idx="16" hasCustomPrompt="1"/>
          </p:nvPr>
        </p:nvSpPr>
        <p:spPr>
          <a:xfrm>
            <a:off x="-1" y="1676400"/>
            <a:ext cx="10837333" cy="424732"/>
          </a:xfrm>
          <a:solidFill>
            <a:schemeClr val="accent1"/>
          </a:solidFill>
        </p:spPr>
        <p:txBody>
          <a:bodyPr wrap="square" lIns="640080" rIns="91440">
            <a:spAutoFit/>
          </a:bodyPr>
          <a:lstStyle>
            <a:lvl1pPr marL="0" indent="0">
              <a:buNone/>
              <a:defRPr sz="2400" b="0">
                <a:solidFill>
                  <a:schemeClr val="bg1"/>
                </a:solidFill>
              </a:defRPr>
            </a:lvl1pPr>
          </a:lstStyle>
          <a:p>
            <a:pPr lvl="0"/>
            <a:r>
              <a:rPr lang="en-US" noProof="0"/>
              <a:t>Add additional text </a:t>
            </a:r>
          </a:p>
        </p:txBody>
      </p:sp>
      <p:sp>
        <p:nvSpPr>
          <p:cNvPr id="13" name="Slide Number Placeholder 5">
            <a:extLst>
              <a:ext uri="{FF2B5EF4-FFF2-40B4-BE49-F238E27FC236}">
                <a16:creationId xmlns:a16="http://schemas.microsoft.com/office/drawing/2014/main" id="{08E95652-9528-4150-8049-C40C3BB1BB08}"/>
              </a:ext>
            </a:extLst>
          </p:cNvPr>
          <p:cNvSpPr>
            <a:spLocks noGrp="1"/>
          </p:cNvSpPr>
          <p:nvPr>
            <p:ph type="sldNum" sz="quarter" idx="4"/>
          </p:nvPr>
        </p:nvSpPr>
        <p:spPr>
          <a:xfrm>
            <a:off x="628788" y="6339840"/>
            <a:ext cx="302281" cy="365760"/>
          </a:xfrm>
          <a:prstGeom prst="rect">
            <a:avLst/>
          </a:prstGeom>
          <a:solidFill>
            <a:schemeClr val="bg1">
              <a:alpha val="82000"/>
            </a:schemeClr>
          </a:solidFill>
          <a:ln>
            <a:solidFill>
              <a:schemeClr val="accent2"/>
            </a:solidFill>
          </a:ln>
        </p:spPr>
        <p:txBody>
          <a:bodyPr vert="horz" lIns="0" tIns="45720" rIns="0" bIns="45720" rtlCol="0" anchor="ctr"/>
          <a:lstStyle>
            <a:lvl1pPr algn="ctr">
              <a:defRPr sz="1000">
                <a:solidFill>
                  <a:schemeClr val="tx1">
                    <a:lumMod val="95000"/>
                    <a:lumOff val="5000"/>
                  </a:schemeClr>
                </a:solidFill>
                <a:latin typeface="+mj-lt"/>
              </a:defRPr>
            </a:lvl1pPr>
          </a:lstStyle>
          <a:p>
            <a:fld id="{4FAB73BC-B049-4115-A692-8D63A059BFB8}" type="slidenum">
              <a:rPr lang="en-US" noProof="0" smtClean="0"/>
              <a:pPr/>
              <a:t>‹#›</a:t>
            </a:fld>
            <a:endParaRPr lang="en-US" noProof="0" dirty="0"/>
          </a:p>
        </p:txBody>
      </p:sp>
    </p:spTree>
    <p:extLst>
      <p:ext uri="{BB962C8B-B14F-4D97-AF65-F5344CB8AC3E}">
        <p14:creationId xmlns:p14="http://schemas.microsoft.com/office/powerpoint/2010/main" val="2762893322"/>
      </p:ext>
    </p:extLst>
  </p:cSld>
  <p:clrMapOvr>
    <a:masterClrMapping/>
  </p:clrMapOvr>
  <p:extLst>
    <p:ext uri="{DCECCB84-F9BA-43D5-87BE-67443E8EF086}">
      <p15:sldGuideLst xmlns:p15="http://schemas.microsoft.com/office/powerpoint/2012/main">
        <p15:guide id="1" orient="horz" pos="2160">
          <p15:clr>
            <a:srgbClr val="FBAE40"/>
          </p15:clr>
        </p15:guide>
        <p15:guide id="2" orient="horz" pos="72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itle Subtitle and Content">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0B42CCEE-B750-4EF9-BAE5-217844AE7456}"/>
              </a:ext>
              <a:ext uri="{C183D7F6-B498-43B3-948B-1728B52AA6E4}">
                <adec:decorative xmlns="" xmlns:adec="http://schemas.microsoft.com/office/drawing/2017/decorative" val="1"/>
              </a:ext>
            </a:extLst>
          </p:cNvPr>
          <p:cNvSpPr/>
          <p:nvPr userDrawn="1"/>
        </p:nvSpPr>
        <p:spPr>
          <a:xfrm>
            <a:off x="0" y="0"/>
            <a:ext cx="12192000" cy="11297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9015F2E0-A9EE-4095-8DFC-C3BBA80FAEEE}"/>
              </a:ext>
            </a:extLst>
          </p:cNvPr>
          <p:cNvSpPr>
            <a:spLocks noGrp="1"/>
          </p:cNvSpPr>
          <p:nvPr>
            <p:ph type="title"/>
          </p:nvPr>
        </p:nvSpPr>
        <p:spPr>
          <a:xfrm>
            <a:off x="548640" y="990600"/>
            <a:ext cx="10805160" cy="707886"/>
          </a:xfrm>
        </p:spPr>
        <p:txBody>
          <a:bodyPr lIns="91440" anchor="t">
            <a:normAutofit/>
          </a:bodyPr>
          <a:lstStyle>
            <a:lvl1pPr>
              <a:lnSpc>
                <a:spcPct val="100000"/>
              </a:lnSpc>
              <a:defRPr sz="4000" b="0">
                <a:latin typeface="+mj-lt"/>
              </a:defRPr>
            </a:lvl1pPr>
          </a:lstStyle>
          <a:p>
            <a:r>
              <a:rPr lang="en-US" noProof="0" smtClean="0"/>
              <a:t>Click to edit Master title style</a:t>
            </a:r>
            <a:endParaRPr lang="en-US" noProof="0"/>
          </a:p>
        </p:txBody>
      </p:sp>
      <p:sp>
        <p:nvSpPr>
          <p:cNvPr id="7" name="Content Placeholder 6">
            <a:extLst>
              <a:ext uri="{FF2B5EF4-FFF2-40B4-BE49-F238E27FC236}">
                <a16:creationId xmlns:a16="http://schemas.microsoft.com/office/drawing/2014/main" id="{35FB90DC-1879-4B22-883B-7444D1A858EC}"/>
              </a:ext>
            </a:extLst>
          </p:cNvPr>
          <p:cNvSpPr>
            <a:spLocks noGrp="1"/>
          </p:cNvSpPr>
          <p:nvPr>
            <p:ph sz="quarter" idx="13"/>
          </p:nvPr>
        </p:nvSpPr>
        <p:spPr>
          <a:xfrm>
            <a:off x="548640" y="2667000"/>
            <a:ext cx="10288693" cy="3660648"/>
          </a:xfrm>
        </p:spPr>
        <p:txBody>
          <a:bodyPr lIns="91440" rIns="91440"/>
          <a:lstStyle/>
          <a:p>
            <a:pPr lvl="0"/>
            <a:r>
              <a:rPr lang="en-US" noProof="0" smtClean="0"/>
              <a:t>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endParaRPr lang="en-US" noProof="0"/>
          </a:p>
        </p:txBody>
      </p:sp>
      <p:sp>
        <p:nvSpPr>
          <p:cNvPr id="10" name="Picture Placeholder 9">
            <a:extLst>
              <a:ext uri="{FF2B5EF4-FFF2-40B4-BE49-F238E27FC236}">
                <a16:creationId xmlns:a16="http://schemas.microsoft.com/office/drawing/2014/main" id="{B1F422E5-0916-42D9-AC79-50E4FC133F3D}"/>
              </a:ext>
              <a:ext uri="{C183D7F6-B498-43B3-948B-1728B52AA6E4}">
                <adec:decorative xmlns="" xmlns:adec="http://schemas.microsoft.com/office/drawing/2017/decorative" val="1"/>
              </a:ext>
            </a:extLst>
          </p:cNvPr>
          <p:cNvSpPr>
            <a:spLocks noGrp="1"/>
          </p:cNvSpPr>
          <p:nvPr>
            <p:ph type="pic" sz="quarter" idx="15" hasCustomPrompt="1"/>
          </p:nvPr>
        </p:nvSpPr>
        <p:spPr>
          <a:xfrm>
            <a:off x="0" y="0"/>
            <a:ext cx="8329286" cy="457200"/>
          </a:xfrm>
          <a:custGeom>
            <a:avLst/>
            <a:gdLst>
              <a:gd name="connsiteX0" fmla="*/ 0 w 8329286"/>
              <a:gd name="connsiteY0" fmla="*/ 0 h 457200"/>
              <a:gd name="connsiteX1" fmla="*/ 8329286 w 8329286"/>
              <a:gd name="connsiteY1" fmla="*/ 0 h 457200"/>
              <a:gd name="connsiteX2" fmla="*/ 7982281 w 8329286"/>
              <a:gd name="connsiteY2" fmla="*/ 457200 h 457200"/>
              <a:gd name="connsiteX3" fmla="*/ 0 w 8329286"/>
              <a:gd name="connsiteY3" fmla="*/ 457200 h 457200"/>
            </a:gdLst>
            <a:ahLst/>
            <a:cxnLst>
              <a:cxn ang="0">
                <a:pos x="connsiteX0" y="connsiteY0"/>
              </a:cxn>
              <a:cxn ang="0">
                <a:pos x="connsiteX1" y="connsiteY1"/>
              </a:cxn>
              <a:cxn ang="0">
                <a:pos x="connsiteX2" y="connsiteY2"/>
              </a:cxn>
              <a:cxn ang="0">
                <a:pos x="connsiteX3" y="connsiteY3"/>
              </a:cxn>
            </a:cxnLst>
            <a:rect l="l" t="t" r="r" b="b"/>
            <a:pathLst>
              <a:path w="8329286" h="457200">
                <a:moveTo>
                  <a:pt x="0" y="0"/>
                </a:moveTo>
                <a:lnTo>
                  <a:pt x="8329286" y="0"/>
                </a:lnTo>
                <a:lnTo>
                  <a:pt x="7982281" y="457200"/>
                </a:lnTo>
                <a:lnTo>
                  <a:pt x="0" y="457200"/>
                </a:lnTo>
                <a:close/>
              </a:path>
            </a:pathLst>
          </a:custGeom>
          <a:solidFill>
            <a:schemeClr val="bg1"/>
          </a:solidFill>
          <a:effectLst>
            <a:outerShdw blurRad="50800" dist="38100" dir="5400000" algn="t" rotWithShape="0">
              <a:prstClr val="black">
                <a:alpha val="40000"/>
              </a:prstClr>
            </a:outerShdw>
          </a:effectLst>
        </p:spPr>
        <p:txBody>
          <a:bodyPr wrap="square" anchor="ctr">
            <a:noAutofit/>
          </a:bodyPr>
          <a:lstStyle>
            <a:lvl1pPr marL="0" indent="0" algn="ctr">
              <a:buNone/>
              <a:defRPr sz="1600">
                <a:solidFill>
                  <a:schemeClr val="bg1">
                    <a:lumMod val="75000"/>
                  </a:schemeClr>
                </a:solidFill>
              </a:defRPr>
            </a:lvl1pPr>
          </a:lstStyle>
          <a:p>
            <a:r>
              <a:rPr lang="en-US" noProof="0" dirty="0"/>
              <a:t>Insert Image</a:t>
            </a:r>
          </a:p>
        </p:txBody>
      </p:sp>
      <p:sp>
        <p:nvSpPr>
          <p:cNvPr id="8" name="Text Placeholder 7">
            <a:extLst>
              <a:ext uri="{FF2B5EF4-FFF2-40B4-BE49-F238E27FC236}">
                <a16:creationId xmlns:a16="http://schemas.microsoft.com/office/drawing/2014/main" id="{4D8DAD49-E192-4934-8CF1-25E9CA66F761}"/>
              </a:ext>
            </a:extLst>
          </p:cNvPr>
          <p:cNvSpPr>
            <a:spLocks noGrp="1"/>
          </p:cNvSpPr>
          <p:nvPr>
            <p:ph type="body" sz="quarter" idx="16" hasCustomPrompt="1"/>
          </p:nvPr>
        </p:nvSpPr>
        <p:spPr>
          <a:xfrm>
            <a:off x="548640" y="1676400"/>
            <a:ext cx="10837333" cy="424732"/>
          </a:xfrm>
          <a:noFill/>
        </p:spPr>
        <p:txBody>
          <a:bodyPr wrap="square" lIns="91440" rIns="91440">
            <a:spAutoFit/>
          </a:bodyPr>
          <a:lstStyle>
            <a:lvl1pPr marL="0" indent="0">
              <a:buNone/>
              <a:defRPr sz="2400" b="0">
                <a:solidFill>
                  <a:schemeClr val="tx2"/>
                </a:solidFill>
              </a:defRPr>
            </a:lvl1pPr>
          </a:lstStyle>
          <a:p>
            <a:pPr lvl="0"/>
            <a:r>
              <a:rPr lang="en-US" noProof="0"/>
              <a:t>Add additional text </a:t>
            </a:r>
          </a:p>
        </p:txBody>
      </p:sp>
      <p:sp>
        <p:nvSpPr>
          <p:cNvPr id="13" name="Slide Number Placeholder 5">
            <a:extLst>
              <a:ext uri="{FF2B5EF4-FFF2-40B4-BE49-F238E27FC236}">
                <a16:creationId xmlns:a16="http://schemas.microsoft.com/office/drawing/2014/main" id="{2DBF2FB3-2A18-4DFA-BE67-CBEB450840A4}"/>
              </a:ext>
            </a:extLst>
          </p:cNvPr>
          <p:cNvSpPr>
            <a:spLocks noGrp="1"/>
          </p:cNvSpPr>
          <p:nvPr>
            <p:ph type="sldNum" sz="quarter" idx="4"/>
          </p:nvPr>
        </p:nvSpPr>
        <p:spPr>
          <a:xfrm>
            <a:off x="628788" y="6339840"/>
            <a:ext cx="302281" cy="365760"/>
          </a:xfrm>
          <a:prstGeom prst="rect">
            <a:avLst/>
          </a:prstGeom>
          <a:solidFill>
            <a:schemeClr val="bg1">
              <a:alpha val="82000"/>
            </a:schemeClr>
          </a:solidFill>
          <a:ln>
            <a:solidFill>
              <a:schemeClr val="accent2"/>
            </a:solidFill>
          </a:ln>
        </p:spPr>
        <p:txBody>
          <a:bodyPr vert="horz" lIns="0" tIns="45720" rIns="0" bIns="45720" rtlCol="0" anchor="ctr"/>
          <a:lstStyle>
            <a:lvl1pPr algn="ctr">
              <a:defRPr sz="1000">
                <a:solidFill>
                  <a:schemeClr val="tx1">
                    <a:lumMod val="95000"/>
                    <a:lumOff val="5000"/>
                  </a:schemeClr>
                </a:solidFill>
                <a:latin typeface="+mj-lt"/>
              </a:defRPr>
            </a:lvl1pPr>
          </a:lstStyle>
          <a:p>
            <a:fld id="{4FAB73BC-B049-4115-A692-8D63A059BFB8}" type="slidenum">
              <a:rPr lang="en-US" noProof="0" smtClean="0"/>
              <a:pPr/>
              <a:t>‹#›</a:t>
            </a:fld>
            <a:endParaRPr lang="en-US" noProof="0" dirty="0"/>
          </a:p>
        </p:txBody>
      </p:sp>
    </p:spTree>
    <p:extLst>
      <p:ext uri="{BB962C8B-B14F-4D97-AF65-F5344CB8AC3E}">
        <p14:creationId xmlns:p14="http://schemas.microsoft.com/office/powerpoint/2010/main" val="3072862160"/>
      </p:ext>
    </p:extLst>
  </p:cSld>
  <p:clrMapOvr>
    <a:masterClrMapping/>
  </p:clrMapOvr>
  <p:extLst>
    <p:ext uri="{DCECCB84-F9BA-43D5-87BE-67443E8EF086}">
      <p15:sldGuideLst xmlns:p15="http://schemas.microsoft.com/office/powerpoint/2012/main">
        <p15:guide id="1" orient="horz" pos="2160">
          <p15:clr>
            <a:srgbClr val="FBAE40"/>
          </p15:clr>
        </p15:guide>
        <p15:guide id="2" orient="horz" pos="720">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TITLE ONLY_Blue">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0B42CCEE-B750-4EF9-BAE5-217844AE7456}"/>
              </a:ext>
              <a:ext uri="{C183D7F6-B498-43B3-948B-1728B52AA6E4}">
                <adec:decorative xmlns="" xmlns:adec="http://schemas.microsoft.com/office/drawing/2017/decorative" val="1"/>
              </a:ext>
            </a:extLst>
          </p:cNvPr>
          <p:cNvSpPr/>
          <p:nvPr userDrawn="1"/>
        </p:nvSpPr>
        <p:spPr>
          <a:xfrm>
            <a:off x="0" y="0"/>
            <a:ext cx="12192000" cy="11297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9015F2E0-A9EE-4095-8DFC-C3BBA80FAEEE}"/>
              </a:ext>
            </a:extLst>
          </p:cNvPr>
          <p:cNvSpPr>
            <a:spLocks noGrp="1"/>
          </p:cNvSpPr>
          <p:nvPr>
            <p:ph type="title"/>
          </p:nvPr>
        </p:nvSpPr>
        <p:spPr>
          <a:xfrm>
            <a:off x="548640" y="990600"/>
            <a:ext cx="10805160" cy="707886"/>
          </a:xfrm>
        </p:spPr>
        <p:txBody>
          <a:bodyPr lIns="91440" anchor="t">
            <a:normAutofit/>
          </a:bodyPr>
          <a:lstStyle>
            <a:lvl1pPr>
              <a:lnSpc>
                <a:spcPct val="100000"/>
              </a:lnSpc>
              <a:defRPr sz="4000" b="0">
                <a:latin typeface="+mj-lt"/>
              </a:defRPr>
            </a:lvl1pPr>
          </a:lstStyle>
          <a:p>
            <a:r>
              <a:rPr lang="en-US" noProof="0" smtClean="0"/>
              <a:t>Click to edit Master title style</a:t>
            </a:r>
            <a:endParaRPr lang="en-US" noProof="0"/>
          </a:p>
        </p:txBody>
      </p:sp>
      <p:sp>
        <p:nvSpPr>
          <p:cNvPr id="13" name="Slide Number Placeholder 5">
            <a:extLst>
              <a:ext uri="{FF2B5EF4-FFF2-40B4-BE49-F238E27FC236}">
                <a16:creationId xmlns:a16="http://schemas.microsoft.com/office/drawing/2014/main" id="{2DBF2FB3-2A18-4DFA-BE67-CBEB450840A4}"/>
              </a:ext>
            </a:extLst>
          </p:cNvPr>
          <p:cNvSpPr>
            <a:spLocks noGrp="1"/>
          </p:cNvSpPr>
          <p:nvPr>
            <p:ph type="sldNum" sz="quarter" idx="4"/>
          </p:nvPr>
        </p:nvSpPr>
        <p:spPr>
          <a:xfrm>
            <a:off x="628788" y="6339840"/>
            <a:ext cx="302281" cy="365760"/>
          </a:xfrm>
          <a:prstGeom prst="rect">
            <a:avLst/>
          </a:prstGeom>
          <a:solidFill>
            <a:schemeClr val="bg1">
              <a:alpha val="82000"/>
            </a:schemeClr>
          </a:solidFill>
          <a:ln>
            <a:solidFill>
              <a:schemeClr val="accent2"/>
            </a:solidFill>
          </a:ln>
        </p:spPr>
        <p:txBody>
          <a:bodyPr vert="horz" lIns="0" tIns="45720" rIns="0" bIns="45720" rtlCol="0" anchor="ctr"/>
          <a:lstStyle>
            <a:lvl1pPr algn="ctr">
              <a:defRPr sz="1000">
                <a:solidFill>
                  <a:schemeClr val="tx1">
                    <a:lumMod val="95000"/>
                    <a:lumOff val="5000"/>
                  </a:schemeClr>
                </a:solidFill>
                <a:latin typeface="+mj-lt"/>
              </a:defRPr>
            </a:lvl1pPr>
          </a:lstStyle>
          <a:p>
            <a:fld id="{4FAB73BC-B049-4115-A692-8D63A059BFB8}" type="slidenum">
              <a:rPr lang="en-US" noProof="0" smtClean="0"/>
              <a:pPr/>
              <a:t>‹#›</a:t>
            </a:fld>
            <a:endParaRPr lang="en-US" noProof="0" dirty="0"/>
          </a:p>
        </p:txBody>
      </p:sp>
      <p:sp>
        <p:nvSpPr>
          <p:cNvPr id="9" name="Freeform: Shape 8">
            <a:extLst>
              <a:ext uri="{FF2B5EF4-FFF2-40B4-BE49-F238E27FC236}">
                <a16:creationId xmlns:a16="http://schemas.microsoft.com/office/drawing/2014/main" id="{0CE973A6-10E7-4E33-AA8B-7240F9197012}"/>
              </a:ext>
              <a:ext uri="{C183D7F6-B498-43B3-948B-1728B52AA6E4}">
                <adec:decorative xmlns="" xmlns:adec="http://schemas.microsoft.com/office/drawing/2017/decorative" val="1"/>
              </a:ext>
            </a:extLst>
          </p:cNvPr>
          <p:cNvSpPr/>
          <p:nvPr userDrawn="1"/>
        </p:nvSpPr>
        <p:spPr>
          <a:xfrm>
            <a:off x="0" y="0"/>
            <a:ext cx="8329286" cy="457200"/>
          </a:xfrm>
          <a:custGeom>
            <a:avLst/>
            <a:gdLst>
              <a:gd name="connsiteX0" fmla="*/ 0 w 8329286"/>
              <a:gd name="connsiteY0" fmla="*/ 0 h 457200"/>
              <a:gd name="connsiteX1" fmla="*/ 8329286 w 8329286"/>
              <a:gd name="connsiteY1" fmla="*/ 0 h 457200"/>
              <a:gd name="connsiteX2" fmla="*/ 7982281 w 8329286"/>
              <a:gd name="connsiteY2" fmla="*/ 457200 h 457200"/>
              <a:gd name="connsiteX3" fmla="*/ 0 w 8329286"/>
              <a:gd name="connsiteY3" fmla="*/ 457200 h 457200"/>
            </a:gdLst>
            <a:ahLst/>
            <a:cxnLst>
              <a:cxn ang="0">
                <a:pos x="connsiteX0" y="connsiteY0"/>
              </a:cxn>
              <a:cxn ang="0">
                <a:pos x="connsiteX1" y="connsiteY1"/>
              </a:cxn>
              <a:cxn ang="0">
                <a:pos x="connsiteX2" y="connsiteY2"/>
              </a:cxn>
              <a:cxn ang="0">
                <a:pos x="connsiteX3" y="connsiteY3"/>
              </a:cxn>
            </a:cxnLst>
            <a:rect l="l" t="t" r="r" b="b"/>
            <a:pathLst>
              <a:path w="8329286" h="457200">
                <a:moveTo>
                  <a:pt x="0" y="0"/>
                </a:moveTo>
                <a:lnTo>
                  <a:pt x="8329286" y="0"/>
                </a:lnTo>
                <a:lnTo>
                  <a:pt x="7982281" y="457200"/>
                </a:lnTo>
                <a:lnTo>
                  <a:pt x="0" y="457200"/>
                </a:lnTo>
                <a:close/>
              </a:path>
            </a:pathLst>
          </a:custGeom>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Tree>
    <p:extLst>
      <p:ext uri="{BB962C8B-B14F-4D97-AF65-F5344CB8AC3E}">
        <p14:creationId xmlns:p14="http://schemas.microsoft.com/office/powerpoint/2010/main" val="1233657511"/>
      </p:ext>
    </p:extLst>
  </p:cSld>
  <p:clrMapOvr>
    <a:masterClrMapping/>
  </p:clrMapOvr>
  <p:extLst>
    <p:ext uri="{DCECCB84-F9BA-43D5-87BE-67443E8EF086}">
      <p15:sldGuideLst xmlns:p15="http://schemas.microsoft.com/office/powerpoint/2012/main">
        <p15:guide id="1" orient="horz" pos="2160">
          <p15:clr>
            <a:srgbClr val="FBAE40"/>
          </p15:clr>
        </p15:guide>
        <p15:guide id="2" orient="horz" pos="720">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ITLE ONLY_sea green">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0B42CCEE-B750-4EF9-BAE5-217844AE7456}"/>
              </a:ext>
              <a:ext uri="{C183D7F6-B498-43B3-948B-1728B52AA6E4}">
                <adec:decorative xmlns="" xmlns:adec="http://schemas.microsoft.com/office/drawing/2017/decorative" val="1"/>
              </a:ext>
            </a:extLst>
          </p:cNvPr>
          <p:cNvSpPr/>
          <p:nvPr userDrawn="1"/>
        </p:nvSpPr>
        <p:spPr>
          <a:xfrm>
            <a:off x="0" y="0"/>
            <a:ext cx="12192000" cy="11297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9015F2E0-A9EE-4095-8DFC-C3BBA80FAEEE}"/>
              </a:ext>
            </a:extLst>
          </p:cNvPr>
          <p:cNvSpPr>
            <a:spLocks noGrp="1"/>
          </p:cNvSpPr>
          <p:nvPr>
            <p:ph type="title"/>
          </p:nvPr>
        </p:nvSpPr>
        <p:spPr>
          <a:xfrm>
            <a:off x="548640" y="990600"/>
            <a:ext cx="10805160" cy="707886"/>
          </a:xfrm>
        </p:spPr>
        <p:txBody>
          <a:bodyPr lIns="91440" anchor="t">
            <a:normAutofit/>
          </a:bodyPr>
          <a:lstStyle>
            <a:lvl1pPr>
              <a:lnSpc>
                <a:spcPct val="100000"/>
              </a:lnSpc>
              <a:defRPr sz="4000" b="0">
                <a:latin typeface="+mj-lt"/>
              </a:defRPr>
            </a:lvl1pPr>
          </a:lstStyle>
          <a:p>
            <a:r>
              <a:rPr lang="en-US" noProof="0" smtClean="0"/>
              <a:t>Click to edit Master title style</a:t>
            </a:r>
            <a:endParaRPr lang="en-US" noProof="0"/>
          </a:p>
        </p:txBody>
      </p:sp>
      <p:sp>
        <p:nvSpPr>
          <p:cNvPr id="13" name="Slide Number Placeholder 5">
            <a:extLst>
              <a:ext uri="{FF2B5EF4-FFF2-40B4-BE49-F238E27FC236}">
                <a16:creationId xmlns:a16="http://schemas.microsoft.com/office/drawing/2014/main" id="{2DBF2FB3-2A18-4DFA-BE67-CBEB450840A4}"/>
              </a:ext>
            </a:extLst>
          </p:cNvPr>
          <p:cNvSpPr>
            <a:spLocks noGrp="1"/>
          </p:cNvSpPr>
          <p:nvPr>
            <p:ph type="sldNum" sz="quarter" idx="4"/>
          </p:nvPr>
        </p:nvSpPr>
        <p:spPr>
          <a:xfrm>
            <a:off x="628788" y="6339840"/>
            <a:ext cx="302281" cy="365760"/>
          </a:xfrm>
          <a:prstGeom prst="rect">
            <a:avLst/>
          </a:prstGeom>
          <a:solidFill>
            <a:schemeClr val="bg1">
              <a:alpha val="82000"/>
            </a:schemeClr>
          </a:solidFill>
          <a:ln>
            <a:solidFill>
              <a:schemeClr val="accent2"/>
            </a:solidFill>
          </a:ln>
        </p:spPr>
        <p:txBody>
          <a:bodyPr vert="horz" lIns="0" tIns="45720" rIns="0" bIns="45720" rtlCol="0" anchor="ctr"/>
          <a:lstStyle>
            <a:lvl1pPr algn="ctr">
              <a:defRPr sz="1000">
                <a:solidFill>
                  <a:schemeClr val="tx1">
                    <a:lumMod val="95000"/>
                    <a:lumOff val="5000"/>
                  </a:schemeClr>
                </a:solidFill>
                <a:latin typeface="+mj-lt"/>
              </a:defRPr>
            </a:lvl1pPr>
          </a:lstStyle>
          <a:p>
            <a:fld id="{4FAB73BC-B049-4115-A692-8D63A059BFB8}" type="slidenum">
              <a:rPr lang="en-US" noProof="0" smtClean="0"/>
              <a:pPr/>
              <a:t>‹#›</a:t>
            </a:fld>
            <a:endParaRPr lang="en-US" noProof="0" dirty="0"/>
          </a:p>
        </p:txBody>
      </p:sp>
      <p:sp>
        <p:nvSpPr>
          <p:cNvPr id="9" name="Freeform: Shape 8">
            <a:extLst>
              <a:ext uri="{FF2B5EF4-FFF2-40B4-BE49-F238E27FC236}">
                <a16:creationId xmlns:a16="http://schemas.microsoft.com/office/drawing/2014/main" id="{0CE973A6-10E7-4E33-AA8B-7240F9197012}"/>
              </a:ext>
              <a:ext uri="{C183D7F6-B498-43B3-948B-1728B52AA6E4}">
                <adec:decorative xmlns="" xmlns:adec="http://schemas.microsoft.com/office/drawing/2017/decorative" val="1"/>
              </a:ext>
            </a:extLst>
          </p:cNvPr>
          <p:cNvSpPr/>
          <p:nvPr userDrawn="1"/>
        </p:nvSpPr>
        <p:spPr>
          <a:xfrm>
            <a:off x="0" y="0"/>
            <a:ext cx="8329286" cy="457200"/>
          </a:xfrm>
          <a:custGeom>
            <a:avLst/>
            <a:gdLst>
              <a:gd name="connsiteX0" fmla="*/ 0 w 8329286"/>
              <a:gd name="connsiteY0" fmla="*/ 0 h 457200"/>
              <a:gd name="connsiteX1" fmla="*/ 8329286 w 8329286"/>
              <a:gd name="connsiteY1" fmla="*/ 0 h 457200"/>
              <a:gd name="connsiteX2" fmla="*/ 7982281 w 8329286"/>
              <a:gd name="connsiteY2" fmla="*/ 457200 h 457200"/>
              <a:gd name="connsiteX3" fmla="*/ 0 w 8329286"/>
              <a:gd name="connsiteY3" fmla="*/ 457200 h 457200"/>
            </a:gdLst>
            <a:ahLst/>
            <a:cxnLst>
              <a:cxn ang="0">
                <a:pos x="connsiteX0" y="connsiteY0"/>
              </a:cxn>
              <a:cxn ang="0">
                <a:pos x="connsiteX1" y="connsiteY1"/>
              </a:cxn>
              <a:cxn ang="0">
                <a:pos x="connsiteX2" y="connsiteY2"/>
              </a:cxn>
              <a:cxn ang="0">
                <a:pos x="connsiteX3" y="connsiteY3"/>
              </a:cxn>
            </a:cxnLst>
            <a:rect l="l" t="t" r="r" b="b"/>
            <a:pathLst>
              <a:path w="8329286" h="457200">
                <a:moveTo>
                  <a:pt x="0" y="0"/>
                </a:moveTo>
                <a:lnTo>
                  <a:pt x="8329286" y="0"/>
                </a:lnTo>
                <a:lnTo>
                  <a:pt x="7982281" y="457200"/>
                </a:lnTo>
                <a:lnTo>
                  <a:pt x="0" y="457200"/>
                </a:lnTo>
                <a:close/>
              </a:path>
            </a:pathLst>
          </a:custGeom>
          <a:solidFill>
            <a:schemeClr val="accent5"/>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Tree>
    <p:extLst>
      <p:ext uri="{BB962C8B-B14F-4D97-AF65-F5344CB8AC3E}">
        <p14:creationId xmlns:p14="http://schemas.microsoft.com/office/powerpoint/2010/main" val="912733859"/>
      </p:ext>
    </p:extLst>
  </p:cSld>
  <p:clrMapOvr>
    <a:masterClrMapping/>
  </p:clrMapOvr>
  <p:extLst>
    <p:ext uri="{DCECCB84-F9BA-43D5-87BE-67443E8EF086}">
      <p15:sldGuideLst xmlns:p15="http://schemas.microsoft.com/office/powerpoint/2012/main">
        <p15:guide id="1" orient="horz" pos="2160">
          <p15:clr>
            <a:srgbClr val="FBAE40"/>
          </p15:clr>
        </p15:guide>
        <p15:guide id="2" orient="horz" pos="720">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TITLE ONLY_Orange">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0B42CCEE-B750-4EF9-BAE5-217844AE7456}"/>
              </a:ext>
              <a:ext uri="{C183D7F6-B498-43B3-948B-1728B52AA6E4}">
                <adec:decorative xmlns="" xmlns:adec="http://schemas.microsoft.com/office/drawing/2017/decorative" val="1"/>
              </a:ext>
            </a:extLst>
          </p:cNvPr>
          <p:cNvSpPr/>
          <p:nvPr userDrawn="1"/>
        </p:nvSpPr>
        <p:spPr>
          <a:xfrm>
            <a:off x="0" y="0"/>
            <a:ext cx="12192000" cy="11297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9015F2E0-A9EE-4095-8DFC-C3BBA80FAEEE}"/>
              </a:ext>
            </a:extLst>
          </p:cNvPr>
          <p:cNvSpPr>
            <a:spLocks noGrp="1"/>
          </p:cNvSpPr>
          <p:nvPr>
            <p:ph type="title"/>
          </p:nvPr>
        </p:nvSpPr>
        <p:spPr>
          <a:xfrm>
            <a:off x="548640" y="990600"/>
            <a:ext cx="10805160" cy="707886"/>
          </a:xfrm>
        </p:spPr>
        <p:txBody>
          <a:bodyPr lIns="91440" anchor="t">
            <a:normAutofit/>
          </a:bodyPr>
          <a:lstStyle>
            <a:lvl1pPr>
              <a:lnSpc>
                <a:spcPct val="100000"/>
              </a:lnSpc>
              <a:defRPr sz="4000" b="0">
                <a:latin typeface="+mj-lt"/>
              </a:defRPr>
            </a:lvl1pPr>
          </a:lstStyle>
          <a:p>
            <a:r>
              <a:rPr lang="en-US" noProof="0" smtClean="0"/>
              <a:t>Click to edit Master title style</a:t>
            </a:r>
            <a:endParaRPr lang="en-US" noProof="0"/>
          </a:p>
        </p:txBody>
      </p:sp>
      <p:sp>
        <p:nvSpPr>
          <p:cNvPr id="13" name="Slide Number Placeholder 5">
            <a:extLst>
              <a:ext uri="{FF2B5EF4-FFF2-40B4-BE49-F238E27FC236}">
                <a16:creationId xmlns:a16="http://schemas.microsoft.com/office/drawing/2014/main" id="{2DBF2FB3-2A18-4DFA-BE67-CBEB450840A4}"/>
              </a:ext>
            </a:extLst>
          </p:cNvPr>
          <p:cNvSpPr>
            <a:spLocks noGrp="1"/>
          </p:cNvSpPr>
          <p:nvPr>
            <p:ph type="sldNum" sz="quarter" idx="4"/>
          </p:nvPr>
        </p:nvSpPr>
        <p:spPr>
          <a:xfrm>
            <a:off x="628788" y="6339840"/>
            <a:ext cx="302281" cy="365760"/>
          </a:xfrm>
          <a:prstGeom prst="rect">
            <a:avLst/>
          </a:prstGeom>
          <a:solidFill>
            <a:schemeClr val="bg1">
              <a:alpha val="82000"/>
            </a:schemeClr>
          </a:solidFill>
          <a:ln>
            <a:solidFill>
              <a:schemeClr val="accent2"/>
            </a:solidFill>
          </a:ln>
        </p:spPr>
        <p:txBody>
          <a:bodyPr vert="horz" lIns="0" tIns="45720" rIns="0" bIns="45720" rtlCol="0" anchor="ctr"/>
          <a:lstStyle>
            <a:lvl1pPr algn="ctr">
              <a:defRPr sz="1000">
                <a:solidFill>
                  <a:schemeClr val="tx1">
                    <a:lumMod val="95000"/>
                    <a:lumOff val="5000"/>
                  </a:schemeClr>
                </a:solidFill>
                <a:latin typeface="+mj-lt"/>
              </a:defRPr>
            </a:lvl1pPr>
          </a:lstStyle>
          <a:p>
            <a:fld id="{4FAB73BC-B049-4115-A692-8D63A059BFB8}" type="slidenum">
              <a:rPr lang="en-US" noProof="0" smtClean="0"/>
              <a:pPr/>
              <a:t>‹#›</a:t>
            </a:fld>
            <a:endParaRPr lang="en-US" noProof="0" dirty="0"/>
          </a:p>
        </p:txBody>
      </p:sp>
      <p:sp>
        <p:nvSpPr>
          <p:cNvPr id="9" name="Freeform: Shape 8">
            <a:extLst>
              <a:ext uri="{FF2B5EF4-FFF2-40B4-BE49-F238E27FC236}">
                <a16:creationId xmlns:a16="http://schemas.microsoft.com/office/drawing/2014/main" id="{0CE973A6-10E7-4E33-AA8B-7240F9197012}"/>
              </a:ext>
              <a:ext uri="{C183D7F6-B498-43B3-948B-1728B52AA6E4}">
                <adec:decorative xmlns="" xmlns:adec="http://schemas.microsoft.com/office/drawing/2017/decorative" val="1"/>
              </a:ext>
            </a:extLst>
          </p:cNvPr>
          <p:cNvSpPr/>
          <p:nvPr userDrawn="1"/>
        </p:nvSpPr>
        <p:spPr>
          <a:xfrm>
            <a:off x="0" y="0"/>
            <a:ext cx="8329286" cy="457200"/>
          </a:xfrm>
          <a:custGeom>
            <a:avLst/>
            <a:gdLst>
              <a:gd name="connsiteX0" fmla="*/ 0 w 8329286"/>
              <a:gd name="connsiteY0" fmla="*/ 0 h 457200"/>
              <a:gd name="connsiteX1" fmla="*/ 8329286 w 8329286"/>
              <a:gd name="connsiteY1" fmla="*/ 0 h 457200"/>
              <a:gd name="connsiteX2" fmla="*/ 7982281 w 8329286"/>
              <a:gd name="connsiteY2" fmla="*/ 457200 h 457200"/>
              <a:gd name="connsiteX3" fmla="*/ 0 w 8329286"/>
              <a:gd name="connsiteY3" fmla="*/ 457200 h 457200"/>
            </a:gdLst>
            <a:ahLst/>
            <a:cxnLst>
              <a:cxn ang="0">
                <a:pos x="connsiteX0" y="connsiteY0"/>
              </a:cxn>
              <a:cxn ang="0">
                <a:pos x="connsiteX1" y="connsiteY1"/>
              </a:cxn>
              <a:cxn ang="0">
                <a:pos x="connsiteX2" y="connsiteY2"/>
              </a:cxn>
              <a:cxn ang="0">
                <a:pos x="connsiteX3" y="connsiteY3"/>
              </a:cxn>
            </a:cxnLst>
            <a:rect l="l" t="t" r="r" b="b"/>
            <a:pathLst>
              <a:path w="8329286" h="457200">
                <a:moveTo>
                  <a:pt x="0" y="0"/>
                </a:moveTo>
                <a:lnTo>
                  <a:pt x="8329286" y="0"/>
                </a:lnTo>
                <a:lnTo>
                  <a:pt x="7982281" y="457200"/>
                </a:lnTo>
                <a:lnTo>
                  <a:pt x="0" y="457200"/>
                </a:lnTo>
                <a:close/>
              </a:path>
            </a:pathLst>
          </a:custGeom>
          <a:solidFill>
            <a:schemeClr val="accent2"/>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Tree>
    <p:extLst>
      <p:ext uri="{BB962C8B-B14F-4D97-AF65-F5344CB8AC3E}">
        <p14:creationId xmlns:p14="http://schemas.microsoft.com/office/powerpoint/2010/main" val="2468673120"/>
      </p:ext>
    </p:extLst>
  </p:cSld>
  <p:clrMapOvr>
    <a:masterClrMapping/>
  </p:clrMapOvr>
  <p:extLst>
    <p:ext uri="{DCECCB84-F9BA-43D5-87BE-67443E8EF086}">
      <p15:sldGuideLst xmlns:p15="http://schemas.microsoft.com/office/powerpoint/2012/main">
        <p15:guide id="1" orient="horz" pos="2160">
          <p15:clr>
            <a:srgbClr val="FBAE40"/>
          </p15:clr>
        </p15:guide>
        <p15:guide id="2" orient="horz" pos="720">
          <p15:clr>
            <a:srgbClr val="FBAE40"/>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TITLE ONLY_Pink">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0B42CCEE-B750-4EF9-BAE5-217844AE7456}"/>
              </a:ext>
              <a:ext uri="{C183D7F6-B498-43B3-948B-1728B52AA6E4}">
                <adec:decorative xmlns="" xmlns:adec="http://schemas.microsoft.com/office/drawing/2017/decorative" val="1"/>
              </a:ext>
            </a:extLst>
          </p:cNvPr>
          <p:cNvSpPr/>
          <p:nvPr userDrawn="1"/>
        </p:nvSpPr>
        <p:spPr>
          <a:xfrm>
            <a:off x="0" y="0"/>
            <a:ext cx="12192000" cy="11297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9015F2E0-A9EE-4095-8DFC-C3BBA80FAEEE}"/>
              </a:ext>
            </a:extLst>
          </p:cNvPr>
          <p:cNvSpPr>
            <a:spLocks noGrp="1"/>
          </p:cNvSpPr>
          <p:nvPr>
            <p:ph type="title"/>
          </p:nvPr>
        </p:nvSpPr>
        <p:spPr>
          <a:xfrm>
            <a:off x="548640" y="990600"/>
            <a:ext cx="10805160" cy="707886"/>
          </a:xfrm>
        </p:spPr>
        <p:txBody>
          <a:bodyPr lIns="91440" anchor="t">
            <a:normAutofit/>
          </a:bodyPr>
          <a:lstStyle>
            <a:lvl1pPr>
              <a:lnSpc>
                <a:spcPct val="100000"/>
              </a:lnSpc>
              <a:defRPr sz="4000" b="0">
                <a:latin typeface="+mj-lt"/>
              </a:defRPr>
            </a:lvl1pPr>
          </a:lstStyle>
          <a:p>
            <a:r>
              <a:rPr lang="en-US" noProof="0" smtClean="0"/>
              <a:t>Click to edit Master title style</a:t>
            </a:r>
            <a:endParaRPr lang="en-US" noProof="0"/>
          </a:p>
        </p:txBody>
      </p:sp>
      <p:sp>
        <p:nvSpPr>
          <p:cNvPr id="13" name="Slide Number Placeholder 5">
            <a:extLst>
              <a:ext uri="{FF2B5EF4-FFF2-40B4-BE49-F238E27FC236}">
                <a16:creationId xmlns:a16="http://schemas.microsoft.com/office/drawing/2014/main" id="{2DBF2FB3-2A18-4DFA-BE67-CBEB450840A4}"/>
              </a:ext>
            </a:extLst>
          </p:cNvPr>
          <p:cNvSpPr>
            <a:spLocks noGrp="1"/>
          </p:cNvSpPr>
          <p:nvPr>
            <p:ph type="sldNum" sz="quarter" idx="4"/>
          </p:nvPr>
        </p:nvSpPr>
        <p:spPr>
          <a:xfrm>
            <a:off x="628788" y="6339840"/>
            <a:ext cx="302281" cy="365760"/>
          </a:xfrm>
          <a:prstGeom prst="rect">
            <a:avLst/>
          </a:prstGeom>
          <a:solidFill>
            <a:schemeClr val="bg1">
              <a:alpha val="82000"/>
            </a:schemeClr>
          </a:solidFill>
          <a:ln>
            <a:solidFill>
              <a:schemeClr val="accent2"/>
            </a:solidFill>
          </a:ln>
        </p:spPr>
        <p:txBody>
          <a:bodyPr vert="horz" lIns="0" tIns="45720" rIns="0" bIns="45720" rtlCol="0" anchor="ctr"/>
          <a:lstStyle>
            <a:lvl1pPr algn="ctr">
              <a:defRPr sz="1000">
                <a:solidFill>
                  <a:schemeClr val="tx1">
                    <a:lumMod val="95000"/>
                    <a:lumOff val="5000"/>
                  </a:schemeClr>
                </a:solidFill>
                <a:latin typeface="+mj-lt"/>
              </a:defRPr>
            </a:lvl1pPr>
          </a:lstStyle>
          <a:p>
            <a:fld id="{4FAB73BC-B049-4115-A692-8D63A059BFB8}" type="slidenum">
              <a:rPr lang="en-US" noProof="0" smtClean="0"/>
              <a:pPr/>
              <a:t>‹#›</a:t>
            </a:fld>
            <a:endParaRPr lang="en-US" noProof="0" dirty="0"/>
          </a:p>
        </p:txBody>
      </p:sp>
      <p:sp>
        <p:nvSpPr>
          <p:cNvPr id="9" name="Freeform: Shape 8">
            <a:extLst>
              <a:ext uri="{FF2B5EF4-FFF2-40B4-BE49-F238E27FC236}">
                <a16:creationId xmlns:a16="http://schemas.microsoft.com/office/drawing/2014/main" id="{0CE973A6-10E7-4E33-AA8B-7240F9197012}"/>
              </a:ext>
              <a:ext uri="{C183D7F6-B498-43B3-948B-1728B52AA6E4}">
                <adec:decorative xmlns="" xmlns:adec="http://schemas.microsoft.com/office/drawing/2017/decorative" val="1"/>
              </a:ext>
            </a:extLst>
          </p:cNvPr>
          <p:cNvSpPr/>
          <p:nvPr userDrawn="1"/>
        </p:nvSpPr>
        <p:spPr>
          <a:xfrm>
            <a:off x="0" y="0"/>
            <a:ext cx="8329286" cy="457200"/>
          </a:xfrm>
          <a:custGeom>
            <a:avLst/>
            <a:gdLst>
              <a:gd name="connsiteX0" fmla="*/ 0 w 8329286"/>
              <a:gd name="connsiteY0" fmla="*/ 0 h 457200"/>
              <a:gd name="connsiteX1" fmla="*/ 8329286 w 8329286"/>
              <a:gd name="connsiteY1" fmla="*/ 0 h 457200"/>
              <a:gd name="connsiteX2" fmla="*/ 7982281 w 8329286"/>
              <a:gd name="connsiteY2" fmla="*/ 457200 h 457200"/>
              <a:gd name="connsiteX3" fmla="*/ 0 w 8329286"/>
              <a:gd name="connsiteY3" fmla="*/ 457200 h 457200"/>
            </a:gdLst>
            <a:ahLst/>
            <a:cxnLst>
              <a:cxn ang="0">
                <a:pos x="connsiteX0" y="connsiteY0"/>
              </a:cxn>
              <a:cxn ang="0">
                <a:pos x="connsiteX1" y="connsiteY1"/>
              </a:cxn>
              <a:cxn ang="0">
                <a:pos x="connsiteX2" y="connsiteY2"/>
              </a:cxn>
              <a:cxn ang="0">
                <a:pos x="connsiteX3" y="connsiteY3"/>
              </a:cxn>
            </a:cxnLst>
            <a:rect l="l" t="t" r="r" b="b"/>
            <a:pathLst>
              <a:path w="8329286" h="457200">
                <a:moveTo>
                  <a:pt x="0" y="0"/>
                </a:moveTo>
                <a:lnTo>
                  <a:pt x="8329286" y="0"/>
                </a:lnTo>
                <a:lnTo>
                  <a:pt x="7982281" y="457200"/>
                </a:lnTo>
                <a:lnTo>
                  <a:pt x="0" y="457200"/>
                </a:lnTo>
                <a:close/>
              </a:path>
            </a:pathLst>
          </a:custGeom>
          <a:solidFill>
            <a:schemeClr val="accent6"/>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Tree>
    <p:extLst>
      <p:ext uri="{BB962C8B-B14F-4D97-AF65-F5344CB8AC3E}">
        <p14:creationId xmlns:p14="http://schemas.microsoft.com/office/powerpoint/2010/main" val="3434083933"/>
      </p:ext>
    </p:extLst>
  </p:cSld>
  <p:clrMapOvr>
    <a:masterClrMapping/>
  </p:clrMapOvr>
  <p:extLst>
    <p:ext uri="{DCECCB84-F9BA-43D5-87BE-67443E8EF086}">
      <p15:sldGuideLst xmlns:p15="http://schemas.microsoft.com/office/powerpoint/2012/main">
        <p15:guide id="1" orient="horz" pos="2160">
          <p15:clr>
            <a:srgbClr val="FBAE40"/>
          </p15:clr>
        </p15:guide>
        <p15:guide id="2" orient="horz" pos="720">
          <p15:clr>
            <a:srgbClr val="FBAE40"/>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TITLE ONLY_Light Blue">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0B42CCEE-B750-4EF9-BAE5-217844AE7456}"/>
              </a:ext>
              <a:ext uri="{C183D7F6-B498-43B3-948B-1728B52AA6E4}">
                <adec:decorative xmlns="" xmlns:adec="http://schemas.microsoft.com/office/drawing/2017/decorative" val="1"/>
              </a:ext>
            </a:extLst>
          </p:cNvPr>
          <p:cNvSpPr/>
          <p:nvPr userDrawn="1"/>
        </p:nvSpPr>
        <p:spPr>
          <a:xfrm>
            <a:off x="0" y="0"/>
            <a:ext cx="12192000" cy="11297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9015F2E0-A9EE-4095-8DFC-C3BBA80FAEEE}"/>
              </a:ext>
            </a:extLst>
          </p:cNvPr>
          <p:cNvSpPr>
            <a:spLocks noGrp="1"/>
          </p:cNvSpPr>
          <p:nvPr>
            <p:ph type="title"/>
          </p:nvPr>
        </p:nvSpPr>
        <p:spPr>
          <a:xfrm>
            <a:off x="548640" y="990600"/>
            <a:ext cx="10805160" cy="707886"/>
          </a:xfrm>
        </p:spPr>
        <p:txBody>
          <a:bodyPr lIns="91440" anchor="t">
            <a:normAutofit/>
          </a:bodyPr>
          <a:lstStyle>
            <a:lvl1pPr>
              <a:lnSpc>
                <a:spcPct val="100000"/>
              </a:lnSpc>
              <a:defRPr sz="4000" b="0">
                <a:latin typeface="+mj-lt"/>
              </a:defRPr>
            </a:lvl1pPr>
          </a:lstStyle>
          <a:p>
            <a:r>
              <a:rPr lang="en-US" noProof="0" smtClean="0"/>
              <a:t>Click to edit Master title style</a:t>
            </a:r>
            <a:endParaRPr lang="en-US" noProof="0"/>
          </a:p>
        </p:txBody>
      </p:sp>
      <p:sp>
        <p:nvSpPr>
          <p:cNvPr id="13" name="Slide Number Placeholder 5">
            <a:extLst>
              <a:ext uri="{FF2B5EF4-FFF2-40B4-BE49-F238E27FC236}">
                <a16:creationId xmlns:a16="http://schemas.microsoft.com/office/drawing/2014/main" id="{2DBF2FB3-2A18-4DFA-BE67-CBEB450840A4}"/>
              </a:ext>
            </a:extLst>
          </p:cNvPr>
          <p:cNvSpPr>
            <a:spLocks noGrp="1"/>
          </p:cNvSpPr>
          <p:nvPr>
            <p:ph type="sldNum" sz="quarter" idx="4"/>
          </p:nvPr>
        </p:nvSpPr>
        <p:spPr>
          <a:xfrm>
            <a:off x="628788" y="6339840"/>
            <a:ext cx="302281" cy="365760"/>
          </a:xfrm>
          <a:prstGeom prst="rect">
            <a:avLst/>
          </a:prstGeom>
          <a:solidFill>
            <a:schemeClr val="bg1">
              <a:alpha val="82000"/>
            </a:schemeClr>
          </a:solidFill>
          <a:ln>
            <a:solidFill>
              <a:schemeClr val="accent2"/>
            </a:solidFill>
          </a:ln>
        </p:spPr>
        <p:txBody>
          <a:bodyPr vert="horz" lIns="0" tIns="45720" rIns="0" bIns="45720" rtlCol="0" anchor="ctr"/>
          <a:lstStyle>
            <a:lvl1pPr algn="ctr">
              <a:defRPr sz="1000">
                <a:solidFill>
                  <a:schemeClr val="tx1">
                    <a:lumMod val="95000"/>
                    <a:lumOff val="5000"/>
                  </a:schemeClr>
                </a:solidFill>
                <a:latin typeface="+mj-lt"/>
              </a:defRPr>
            </a:lvl1pPr>
          </a:lstStyle>
          <a:p>
            <a:fld id="{4FAB73BC-B049-4115-A692-8D63A059BFB8}" type="slidenum">
              <a:rPr lang="en-US" noProof="0" smtClean="0"/>
              <a:pPr/>
              <a:t>‹#›</a:t>
            </a:fld>
            <a:endParaRPr lang="en-US" noProof="0" dirty="0"/>
          </a:p>
        </p:txBody>
      </p:sp>
      <p:sp>
        <p:nvSpPr>
          <p:cNvPr id="9" name="Freeform: Shape 8">
            <a:extLst>
              <a:ext uri="{FF2B5EF4-FFF2-40B4-BE49-F238E27FC236}">
                <a16:creationId xmlns:a16="http://schemas.microsoft.com/office/drawing/2014/main" id="{0CE973A6-10E7-4E33-AA8B-7240F9197012}"/>
              </a:ext>
              <a:ext uri="{C183D7F6-B498-43B3-948B-1728B52AA6E4}">
                <adec:decorative xmlns="" xmlns:adec="http://schemas.microsoft.com/office/drawing/2017/decorative" val="1"/>
              </a:ext>
            </a:extLst>
          </p:cNvPr>
          <p:cNvSpPr/>
          <p:nvPr userDrawn="1"/>
        </p:nvSpPr>
        <p:spPr>
          <a:xfrm>
            <a:off x="0" y="0"/>
            <a:ext cx="8329286" cy="457200"/>
          </a:xfrm>
          <a:custGeom>
            <a:avLst/>
            <a:gdLst>
              <a:gd name="connsiteX0" fmla="*/ 0 w 8329286"/>
              <a:gd name="connsiteY0" fmla="*/ 0 h 457200"/>
              <a:gd name="connsiteX1" fmla="*/ 8329286 w 8329286"/>
              <a:gd name="connsiteY1" fmla="*/ 0 h 457200"/>
              <a:gd name="connsiteX2" fmla="*/ 7982281 w 8329286"/>
              <a:gd name="connsiteY2" fmla="*/ 457200 h 457200"/>
              <a:gd name="connsiteX3" fmla="*/ 0 w 8329286"/>
              <a:gd name="connsiteY3" fmla="*/ 457200 h 457200"/>
            </a:gdLst>
            <a:ahLst/>
            <a:cxnLst>
              <a:cxn ang="0">
                <a:pos x="connsiteX0" y="connsiteY0"/>
              </a:cxn>
              <a:cxn ang="0">
                <a:pos x="connsiteX1" y="connsiteY1"/>
              </a:cxn>
              <a:cxn ang="0">
                <a:pos x="connsiteX2" y="connsiteY2"/>
              </a:cxn>
              <a:cxn ang="0">
                <a:pos x="connsiteX3" y="connsiteY3"/>
              </a:cxn>
            </a:cxnLst>
            <a:rect l="l" t="t" r="r" b="b"/>
            <a:pathLst>
              <a:path w="8329286" h="457200">
                <a:moveTo>
                  <a:pt x="0" y="0"/>
                </a:moveTo>
                <a:lnTo>
                  <a:pt x="8329286" y="0"/>
                </a:lnTo>
                <a:lnTo>
                  <a:pt x="7982281" y="457200"/>
                </a:lnTo>
                <a:lnTo>
                  <a:pt x="0" y="457200"/>
                </a:lnTo>
                <a:close/>
              </a:path>
            </a:pathLst>
          </a:custGeom>
          <a:solidFill>
            <a:schemeClr val="accent3"/>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Tree>
    <p:extLst>
      <p:ext uri="{BB962C8B-B14F-4D97-AF65-F5344CB8AC3E}">
        <p14:creationId xmlns:p14="http://schemas.microsoft.com/office/powerpoint/2010/main" val="3512243648"/>
      </p:ext>
    </p:extLst>
  </p:cSld>
  <p:clrMapOvr>
    <a:masterClrMapping/>
  </p:clrMapOvr>
  <p:extLst>
    <p:ext uri="{DCECCB84-F9BA-43D5-87BE-67443E8EF086}">
      <p15:sldGuideLst xmlns:p15="http://schemas.microsoft.com/office/powerpoint/2012/main">
        <p15:guide id="1" orient="horz" pos="2160">
          <p15:clr>
            <a:srgbClr val="FBAE40"/>
          </p15:clr>
        </p15:guide>
        <p15:guide id="2" orient="horz" pos="720">
          <p15:clr>
            <a:srgbClr val="FBAE40"/>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TITLE ONLY_Grey">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0B42CCEE-B750-4EF9-BAE5-217844AE7456}"/>
              </a:ext>
              <a:ext uri="{C183D7F6-B498-43B3-948B-1728B52AA6E4}">
                <adec:decorative xmlns="" xmlns:adec="http://schemas.microsoft.com/office/drawing/2017/decorative" val="1"/>
              </a:ext>
            </a:extLst>
          </p:cNvPr>
          <p:cNvSpPr/>
          <p:nvPr userDrawn="1"/>
        </p:nvSpPr>
        <p:spPr>
          <a:xfrm>
            <a:off x="0" y="0"/>
            <a:ext cx="12192000" cy="11297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9015F2E0-A9EE-4095-8DFC-C3BBA80FAEEE}"/>
              </a:ext>
            </a:extLst>
          </p:cNvPr>
          <p:cNvSpPr>
            <a:spLocks noGrp="1"/>
          </p:cNvSpPr>
          <p:nvPr>
            <p:ph type="title"/>
          </p:nvPr>
        </p:nvSpPr>
        <p:spPr>
          <a:xfrm>
            <a:off x="548640" y="990600"/>
            <a:ext cx="10805160" cy="707886"/>
          </a:xfrm>
        </p:spPr>
        <p:txBody>
          <a:bodyPr lIns="91440" anchor="t">
            <a:normAutofit/>
          </a:bodyPr>
          <a:lstStyle>
            <a:lvl1pPr>
              <a:lnSpc>
                <a:spcPct val="100000"/>
              </a:lnSpc>
              <a:defRPr sz="4000" b="0">
                <a:latin typeface="+mj-lt"/>
              </a:defRPr>
            </a:lvl1pPr>
          </a:lstStyle>
          <a:p>
            <a:r>
              <a:rPr lang="en-US" noProof="0" smtClean="0"/>
              <a:t>Click to edit Master title style</a:t>
            </a:r>
            <a:endParaRPr lang="en-US" noProof="0"/>
          </a:p>
        </p:txBody>
      </p:sp>
      <p:sp>
        <p:nvSpPr>
          <p:cNvPr id="13" name="Slide Number Placeholder 5">
            <a:extLst>
              <a:ext uri="{FF2B5EF4-FFF2-40B4-BE49-F238E27FC236}">
                <a16:creationId xmlns:a16="http://schemas.microsoft.com/office/drawing/2014/main" id="{2DBF2FB3-2A18-4DFA-BE67-CBEB450840A4}"/>
              </a:ext>
            </a:extLst>
          </p:cNvPr>
          <p:cNvSpPr>
            <a:spLocks noGrp="1"/>
          </p:cNvSpPr>
          <p:nvPr>
            <p:ph type="sldNum" sz="quarter" idx="4"/>
          </p:nvPr>
        </p:nvSpPr>
        <p:spPr>
          <a:xfrm>
            <a:off x="628788" y="6339840"/>
            <a:ext cx="302281" cy="365760"/>
          </a:xfrm>
          <a:prstGeom prst="rect">
            <a:avLst/>
          </a:prstGeom>
          <a:solidFill>
            <a:schemeClr val="bg1">
              <a:alpha val="82000"/>
            </a:schemeClr>
          </a:solidFill>
          <a:ln>
            <a:solidFill>
              <a:schemeClr val="accent2"/>
            </a:solidFill>
          </a:ln>
        </p:spPr>
        <p:txBody>
          <a:bodyPr vert="horz" lIns="0" tIns="45720" rIns="0" bIns="45720" rtlCol="0" anchor="ctr"/>
          <a:lstStyle>
            <a:lvl1pPr algn="ctr">
              <a:defRPr sz="1000">
                <a:solidFill>
                  <a:schemeClr val="tx1">
                    <a:lumMod val="95000"/>
                    <a:lumOff val="5000"/>
                  </a:schemeClr>
                </a:solidFill>
                <a:latin typeface="+mj-lt"/>
              </a:defRPr>
            </a:lvl1pPr>
          </a:lstStyle>
          <a:p>
            <a:fld id="{4FAB73BC-B049-4115-A692-8D63A059BFB8}" type="slidenum">
              <a:rPr lang="en-US" noProof="0" smtClean="0"/>
              <a:pPr/>
              <a:t>‹#›</a:t>
            </a:fld>
            <a:endParaRPr lang="en-US" noProof="0" dirty="0"/>
          </a:p>
        </p:txBody>
      </p:sp>
      <p:sp>
        <p:nvSpPr>
          <p:cNvPr id="9" name="Freeform: Shape 8">
            <a:extLst>
              <a:ext uri="{FF2B5EF4-FFF2-40B4-BE49-F238E27FC236}">
                <a16:creationId xmlns:a16="http://schemas.microsoft.com/office/drawing/2014/main" id="{0CE973A6-10E7-4E33-AA8B-7240F9197012}"/>
              </a:ext>
              <a:ext uri="{C183D7F6-B498-43B3-948B-1728B52AA6E4}">
                <adec:decorative xmlns="" xmlns:adec="http://schemas.microsoft.com/office/drawing/2017/decorative" val="1"/>
              </a:ext>
            </a:extLst>
          </p:cNvPr>
          <p:cNvSpPr/>
          <p:nvPr userDrawn="1"/>
        </p:nvSpPr>
        <p:spPr>
          <a:xfrm>
            <a:off x="0" y="0"/>
            <a:ext cx="8329286" cy="457200"/>
          </a:xfrm>
          <a:custGeom>
            <a:avLst/>
            <a:gdLst>
              <a:gd name="connsiteX0" fmla="*/ 0 w 8329286"/>
              <a:gd name="connsiteY0" fmla="*/ 0 h 457200"/>
              <a:gd name="connsiteX1" fmla="*/ 8329286 w 8329286"/>
              <a:gd name="connsiteY1" fmla="*/ 0 h 457200"/>
              <a:gd name="connsiteX2" fmla="*/ 7982281 w 8329286"/>
              <a:gd name="connsiteY2" fmla="*/ 457200 h 457200"/>
              <a:gd name="connsiteX3" fmla="*/ 0 w 8329286"/>
              <a:gd name="connsiteY3" fmla="*/ 457200 h 457200"/>
            </a:gdLst>
            <a:ahLst/>
            <a:cxnLst>
              <a:cxn ang="0">
                <a:pos x="connsiteX0" y="connsiteY0"/>
              </a:cxn>
              <a:cxn ang="0">
                <a:pos x="connsiteX1" y="connsiteY1"/>
              </a:cxn>
              <a:cxn ang="0">
                <a:pos x="connsiteX2" y="connsiteY2"/>
              </a:cxn>
              <a:cxn ang="0">
                <a:pos x="connsiteX3" y="connsiteY3"/>
              </a:cxn>
            </a:cxnLst>
            <a:rect l="l" t="t" r="r" b="b"/>
            <a:pathLst>
              <a:path w="8329286" h="457200">
                <a:moveTo>
                  <a:pt x="0" y="0"/>
                </a:moveTo>
                <a:lnTo>
                  <a:pt x="8329286" y="0"/>
                </a:lnTo>
                <a:lnTo>
                  <a:pt x="7982281" y="457200"/>
                </a:lnTo>
                <a:lnTo>
                  <a:pt x="0" y="457200"/>
                </a:lnTo>
                <a:close/>
              </a:path>
            </a:pathLst>
          </a:custGeom>
          <a:solidFill>
            <a:schemeClr val="bg2">
              <a:lumMod val="50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Tree>
    <p:extLst>
      <p:ext uri="{BB962C8B-B14F-4D97-AF65-F5344CB8AC3E}">
        <p14:creationId xmlns:p14="http://schemas.microsoft.com/office/powerpoint/2010/main" val="1124320823"/>
      </p:ext>
    </p:extLst>
  </p:cSld>
  <p:clrMapOvr>
    <a:masterClrMapping/>
  </p:clrMapOvr>
  <p:extLst>
    <p:ext uri="{DCECCB84-F9BA-43D5-87BE-67443E8EF086}">
      <p15:sldGuideLst xmlns:p15="http://schemas.microsoft.com/office/powerpoint/2012/main">
        <p15:guide id="1" orient="horz" pos="2160">
          <p15:clr>
            <a:srgbClr val="FBAE40"/>
          </p15:clr>
        </p15:guide>
        <p15:guide id="2" orient="horz" pos="720">
          <p15:clr>
            <a:srgbClr val="FBAE40"/>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TITLE ONLY_Blue_Triangle patch BG">
    <p:spTree>
      <p:nvGrpSpPr>
        <p:cNvPr id="1" name=""/>
        <p:cNvGrpSpPr/>
        <p:nvPr/>
      </p:nvGrpSpPr>
      <p:grpSpPr>
        <a:xfrm>
          <a:off x="0" y="0"/>
          <a:ext cx="0" cy="0"/>
          <a:chOff x="0" y="0"/>
          <a:chExt cx="0" cy="0"/>
        </a:xfrm>
      </p:grpSpPr>
      <p:sp>
        <p:nvSpPr>
          <p:cNvPr id="8" name="Freeform: Shape 7">
            <a:extLst>
              <a:ext uri="{FF2B5EF4-FFF2-40B4-BE49-F238E27FC236}">
                <a16:creationId xmlns:a16="http://schemas.microsoft.com/office/drawing/2014/main" id="{605BCA9F-FC20-461D-9118-7EC2AC28D050}"/>
              </a:ext>
              <a:ext uri="{C183D7F6-B498-43B3-948B-1728B52AA6E4}">
                <adec:decorative xmlns="" xmlns:adec="http://schemas.microsoft.com/office/drawing/2017/decorative" val="1"/>
              </a:ext>
            </a:extLst>
          </p:cNvPr>
          <p:cNvSpPr/>
          <p:nvPr userDrawn="1"/>
        </p:nvSpPr>
        <p:spPr>
          <a:xfrm>
            <a:off x="3175958" y="0"/>
            <a:ext cx="9016043" cy="6858000"/>
          </a:xfrm>
          <a:custGeom>
            <a:avLst/>
            <a:gdLst>
              <a:gd name="connsiteX0" fmla="*/ 5153328 w 9016043"/>
              <a:gd name="connsiteY0" fmla="*/ 0 h 6858000"/>
              <a:gd name="connsiteX1" fmla="*/ 9016043 w 9016043"/>
              <a:gd name="connsiteY1" fmla="*/ 0 h 6858000"/>
              <a:gd name="connsiteX2" fmla="*/ 9016043 w 9016043"/>
              <a:gd name="connsiteY2" fmla="*/ 6858000 h 6858000"/>
              <a:gd name="connsiteX3" fmla="*/ 0 w 9016043"/>
              <a:gd name="connsiteY3" fmla="*/ 6858000 h 6858000"/>
              <a:gd name="connsiteX4" fmla="*/ 5153328 w 9016043"/>
              <a:gd name="connsiteY4" fmla="*/ 68183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016043" h="6858000">
                <a:moveTo>
                  <a:pt x="5153328" y="0"/>
                </a:moveTo>
                <a:lnTo>
                  <a:pt x="9016043" y="0"/>
                </a:lnTo>
                <a:lnTo>
                  <a:pt x="9016043" y="6858000"/>
                </a:lnTo>
                <a:lnTo>
                  <a:pt x="0" y="6858000"/>
                </a:lnTo>
                <a:lnTo>
                  <a:pt x="5153328" y="68183"/>
                </a:lnTo>
                <a:close/>
              </a:path>
            </a:pathLst>
          </a:custGeom>
          <a:solidFill>
            <a:srgbClr val="EEEEE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a:endParaRPr lang="en-US" noProof="0" dirty="0"/>
          </a:p>
        </p:txBody>
      </p:sp>
      <p:sp>
        <p:nvSpPr>
          <p:cNvPr id="11" name="Rectangle 10">
            <a:extLst>
              <a:ext uri="{FF2B5EF4-FFF2-40B4-BE49-F238E27FC236}">
                <a16:creationId xmlns:a16="http://schemas.microsoft.com/office/drawing/2014/main" id="{0B42CCEE-B750-4EF9-BAE5-217844AE7456}"/>
              </a:ext>
              <a:ext uri="{C183D7F6-B498-43B3-948B-1728B52AA6E4}">
                <adec:decorative xmlns="" xmlns:adec="http://schemas.microsoft.com/office/drawing/2017/decorative" val="1"/>
              </a:ext>
            </a:extLst>
          </p:cNvPr>
          <p:cNvSpPr/>
          <p:nvPr userDrawn="1"/>
        </p:nvSpPr>
        <p:spPr>
          <a:xfrm>
            <a:off x="0" y="0"/>
            <a:ext cx="12192000" cy="11297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9015F2E0-A9EE-4095-8DFC-C3BBA80FAEEE}"/>
              </a:ext>
            </a:extLst>
          </p:cNvPr>
          <p:cNvSpPr>
            <a:spLocks noGrp="1"/>
          </p:cNvSpPr>
          <p:nvPr>
            <p:ph type="title"/>
          </p:nvPr>
        </p:nvSpPr>
        <p:spPr>
          <a:xfrm>
            <a:off x="548640" y="990600"/>
            <a:ext cx="10805160" cy="707886"/>
          </a:xfrm>
        </p:spPr>
        <p:txBody>
          <a:bodyPr lIns="91440" anchor="t">
            <a:normAutofit/>
          </a:bodyPr>
          <a:lstStyle>
            <a:lvl1pPr>
              <a:lnSpc>
                <a:spcPct val="100000"/>
              </a:lnSpc>
              <a:defRPr sz="4000" b="0">
                <a:latin typeface="+mj-lt"/>
              </a:defRPr>
            </a:lvl1pPr>
          </a:lstStyle>
          <a:p>
            <a:r>
              <a:rPr lang="en-US" noProof="0" smtClean="0"/>
              <a:t>Click to edit Master title style</a:t>
            </a:r>
            <a:endParaRPr lang="en-US" noProof="0"/>
          </a:p>
        </p:txBody>
      </p:sp>
      <p:sp>
        <p:nvSpPr>
          <p:cNvPr id="13" name="Slide Number Placeholder 5">
            <a:extLst>
              <a:ext uri="{FF2B5EF4-FFF2-40B4-BE49-F238E27FC236}">
                <a16:creationId xmlns:a16="http://schemas.microsoft.com/office/drawing/2014/main" id="{2DBF2FB3-2A18-4DFA-BE67-CBEB450840A4}"/>
              </a:ext>
            </a:extLst>
          </p:cNvPr>
          <p:cNvSpPr>
            <a:spLocks noGrp="1"/>
          </p:cNvSpPr>
          <p:nvPr>
            <p:ph type="sldNum" sz="quarter" idx="4"/>
          </p:nvPr>
        </p:nvSpPr>
        <p:spPr>
          <a:xfrm>
            <a:off x="628788" y="6339840"/>
            <a:ext cx="302281" cy="365760"/>
          </a:xfrm>
          <a:prstGeom prst="rect">
            <a:avLst/>
          </a:prstGeom>
          <a:solidFill>
            <a:schemeClr val="bg1">
              <a:alpha val="82000"/>
            </a:schemeClr>
          </a:solidFill>
          <a:ln>
            <a:solidFill>
              <a:schemeClr val="accent2"/>
            </a:solidFill>
          </a:ln>
        </p:spPr>
        <p:txBody>
          <a:bodyPr vert="horz" lIns="0" tIns="45720" rIns="0" bIns="45720" rtlCol="0" anchor="ctr"/>
          <a:lstStyle>
            <a:lvl1pPr algn="ctr">
              <a:defRPr sz="1000">
                <a:solidFill>
                  <a:schemeClr val="tx1">
                    <a:lumMod val="95000"/>
                    <a:lumOff val="5000"/>
                  </a:schemeClr>
                </a:solidFill>
                <a:latin typeface="+mj-lt"/>
              </a:defRPr>
            </a:lvl1pPr>
          </a:lstStyle>
          <a:p>
            <a:fld id="{4FAB73BC-B049-4115-A692-8D63A059BFB8}" type="slidenum">
              <a:rPr lang="en-US" noProof="0" smtClean="0"/>
              <a:pPr/>
              <a:t>‹#›</a:t>
            </a:fld>
            <a:endParaRPr lang="en-US" noProof="0" dirty="0"/>
          </a:p>
        </p:txBody>
      </p:sp>
      <p:sp>
        <p:nvSpPr>
          <p:cNvPr id="9" name="Freeform: Shape 8">
            <a:extLst>
              <a:ext uri="{FF2B5EF4-FFF2-40B4-BE49-F238E27FC236}">
                <a16:creationId xmlns:a16="http://schemas.microsoft.com/office/drawing/2014/main" id="{0CE973A6-10E7-4E33-AA8B-7240F9197012}"/>
              </a:ext>
              <a:ext uri="{C183D7F6-B498-43B3-948B-1728B52AA6E4}">
                <adec:decorative xmlns="" xmlns:adec="http://schemas.microsoft.com/office/drawing/2017/decorative" val="1"/>
              </a:ext>
            </a:extLst>
          </p:cNvPr>
          <p:cNvSpPr/>
          <p:nvPr userDrawn="1"/>
        </p:nvSpPr>
        <p:spPr>
          <a:xfrm>
            <a:off x="0" y="0"/>
            <a:ext cx="8329286" cy="457200"/>
          </a:xfrm>
          <a:custGeom>
            <a:avLst/>
            <a:gdLst>
              <a:gd name="connsiteX0" fmla="*/ 0 w 8329286"/>
              <a:gd name="connsiteY0" fmla="*/ 0 h 457200"/>
              <a:gd name="connsiteX1" fmla="*/ 8329286 w 8329286"/>
              <a:gd name="connsiteY1" fmla="*/ 0 h 457200"/>
              <a:gd name="connsiteX2" fmla="*/ 7982281 w 8329286"/>
              <a:gd name="connsiteY2" fmla="*/ 457200 h 457200"/>
              <a:gd name="connsiteX3" fmla="*/ 0 w 8329286"/>
              <a:gd name="connsiteY3" fmla="*/ 457200 h 457200"/>
            </a:gdLst>
            <a:ahLst/>
            <a:cxnLst>
              <a:cxn ang="0">
                <a:pos x="connsiteX0" y="connsiteY0"/>
              </a:cxn>
              <a:cxn ang="0">
                <a:pos x="connsiteX1" y="connsiteY1"/>
              </a:cxn>
              <a:cxn ang="0">
                <a:pos x="connsiteX2" y="connsiteY2"/>
              </a:cxn>
              <a:cxn ang="0">
                <a:pos x="connsiteX3" y="connsiteY3"/>
              </a:cxn>
            </a:cxnLst>
            <a:rect l="l" t="t" r="r" b="b"/>
            <a:pathLst>
              <a:path w="8329286" h="457200">
                <a:moveTo>
                  <a:pt x="0" y="0"/>
                </a:moveTo>
                <a:lnTo>
                  <a:pt x="8329286" y="0"/>
                </a:lnTo>
                <a:lnTo>
                  <a:pt x="7982281" y="457200"/>
                </a:lnTo>
                <a:lnTo>
                  <a:pt x="0" y="457200"/>
                </a:lnTo>
                <a:close/>
              </a:path>
            </a:pathLst>
          </a:custGeom>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Tree>
    <p:extLst>
      <p:ext uri="{BB962C8B-B14F-4D97-AF65-F5344CB8AC3E}">
        <p14:creationId xmlns:p14="http://schemas.microsoft.com/office/powerpoint/2010/main" val="1342175710"/>
      </p:ext>
    </p:extLst>
  </p:cSld>
  <p:clrMapOvr>
    <a:masterClrMapping/>
  </p:clrMapOvr>
  <p:extLst>
    <p:ext uri="{DCECCB84-F9BA-43D5-87BE-67443E8EF086}">
      <p15:sldGuideLst xmlns:p15="http://schemas.microsoft.com/office/powerpoint/2012/main">
        <p15:guide id="1" orient="horz" pos="2160">
          <p15:clr>
            <a:srgbClr val="FBAE40"/>
          </p15:clr>
        </p15:guide>
        <p15:guide id="2" orient="horz" pos="720">
          <p15:clr>
            <a:srgbClr val="FBAE40"/>
          </p15:clr>
        </p15:guide>
      </p15:sldGuideLst>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Title Subtitle Content and Image">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0B42CCEE-B750-4EF9-BAE5-217844AE7456}"/>
              </a:ext>
              <a:ext uri="{C183D7F6-B498-43B3-948B-1728B52AA6E4}">
                <adec:decorative xmlns="" xmlns:adec="http://schemas.microsoft.com/office/drawing/2017/decorative" val="1"/>
              </a:ext>
            </a:extLst>
          </p:cNvPr>
          <p:cNvSpPr/>
          <p:nvPr userDrawn="1"/>
        </p:nvSpPr>
        <p:spPr>
          <a:xfrm>
            <a:off x="0" y="0"/>
            <a:ext cx="12192000" cy="11297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9015F2E0-A9EE-4095-8DFC-C3BBA80FAEEE}"/>
              </a:ext>
            </a:extLst>
          </p:cNvPr>
          <p:cNvSpPr>
            <a:spLocks noGrp="1"/>
          </p:cNvSpPr>
          <p:nvPr>
            <p:ph type="title"/>
          </p:nvPr>
        </p:nvSpPr>
        <p:spPr>
          <a:xfrm>
            <a:off x="548640" y="990600"/>
            <a:ext cx="10805160" cy="707886"/>
          </a:xfrm>
        </p:spPr>
        <p:txBody>
          <a:bodyPr lIns="91440" anchor="t">
            <a:normAutofit/>
          </a:bodyPr>
          <a:lstStyle>
            <a:lvl1pPr>
              <a:lnSpc>
                <a:spcPct val="100000"/>
              </a:lnSpc>
              <a:defRPr sz="4000" b="0">
                <a:latin typeface="+mj-lt"/>
              </a:defRPr>
            </a:lvl1pPr>
          </a:lstStyle>
          <a:p>
            <a:r>
              <a:rPr lang="en-US" noProof="0" smtClean="0"/>
              <a:t>Click to edit Master title style</a:t>
            </a:r>
            <a:endParaRPr lang="en-US" noProof="0"/>
          </a:p>
        </p:txBody>
      </p:sp>
      <p:sp>
        <p:nvSpPr>
          <p:cNvPr id="7" name="Content Placeholder 6">
            <a:extLst>
              <a:ext uri="{FF2B5EF4-FFF2-40B4-BE49-F238E27FC236}">
                <a16:creationId xmlns:a16="http://schemas.microsoft.com/office/drawing/2014/main" id="{35FB90DC-1879-4B22-883B-7444D1A858EC}"/>
              </a:ext>
            </a:extLst>
          </p:cNvPr>
          <p:cNvSpPr>
            <a:spLocks noGrp="1"/>
          </p:cNvSpPr>
          <p:nvPr>
            <p:ph sz="quarter" idx="13"/>
          </p:nvPr>
        </p:nvSpPr>
        <p:spPr>
          <a:xfrm>
            <a:off x="548641" y="2667000"/>
            <a:ext cx="5775960" cy="3660648"/>
          </a:xfrm>
        </p:spPr>
        <p:txBody>
          <a:bodyPr lIns="91440" rIns="91440"/>
          <a:lstStyle/>
          <a:p>
            <a:pPr lvl="0"/>
            <a:r>
              <a:rPr lang="en-US" noProof="0" smtClean="0"/>
              <a:t>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endParaRPr lang="en-US" noProof="0"/>
          </a:p>
        </p:txBody>
      </p:sp>
      <p:sp>
        <p:nvSpPr>
          <p:cNvPr id="10" name="Picture Placeholder 9">
            <a:extLst>
              <a:ext uri="{FF2B5EF4-FFF2-40B4-BE49-F238E27FC236}">
                <a16:creationId xmlns:a16="http://schemas.microsoft.com/office/drawing/2014/main" id="{B1F422E5-0916-42D9-AC79-50E4FC133F3D}"/>
              </a:ext>
              <a:ext uri="{C183D7F6-B498-43B3-948B-1728B52AA6E4}">
                <adec:decorative xmlns="" xmlns:adec="http://schemas.microsoft.com/office/drawing/2017/decorative" val="1"/>
              </a:ext>
            </a:extLst>
          </p:cNvPr>
          <p:cNvSpPr>
            <a:spLocks noGrp="1"/>
          </p:cNvSpPr>
          <p:nvPr>
            <p:ph type="pic" sz="quarter" idx="15" hasCustomPrompt="1"/>
          </p:nvPr>
        </p:nvSpPr>
        <p:spPr>
          <a:xfrm>
            <a:off x="0" y="0"/>
            <a:ext cx="8329286" cy="457200"/>
          </a:xfrm>
          <a:custGeom>
            <a:avLst/>
            <a:gdLst>
              <a:gd name="connsiteX0" fmla="*/ 0 w 8329286"/>
              <a:gd name="connsiteY0" fmla="*/ 0 h 457200"/>
              <a:gd name="connsiteX1" fmla="*/ 8329286 w 8329286"/>
              <a:gd name="connsiteY1" fmla="*/ 0 h 457200"/>
              <a:gd name="connsiteX2" fmla="*/ 7982281 w 8329286"/>
              <a:gd name="connsiteY2" fmla="*/ 457200 h 457200"/>
              <a:gd name="connsiteX3" fmla="*/ 0 w 8329286"/>
              <a:gd name="connsiteY3" fmla="*/ 457200 h 457200"/>
            </a:gdLst>
            <a:ahLst/>
            <a:cxnLst>
              <a:cxn ang="0">
                <a:pos x="connsiteX0" y="connsiteY0"/>
              </a:cxn>
              <a:cxn ang="0">
                <a:pos x="connsiteX1" y="connsiteY1"/>
              </a:cxn>
              <a:cxn ang="0">
                <a:pos x="connsiteX2" y="connsiteY2"/>
              </a:cxn>
              <a:cxn ang="0">
                <a:pos x="connsiteX3" y="connsiteY3"/>
              </a:cxn>
            </a:cxnLst>
            <a:rect l="l" t="t" r="r" b="b"/>
            <a:pathLst>
              <a:path w="8329286" h="457200">
                <a:moveTo>
                  <a:pt x="0" y="0"/>
                </a:moveTo>
                <a:lnTo>
                  <a:pt x="8329286" y="0"/>
                </a:lnTo>
                <a:lnTo>
                  <a:pt x="7982281" y="457200"/>
                </a:lnTo>
                <a:lnTo>
                  <a:pt x="0" y="457200"/>
                </a:lnTo>
                <a:close/>
              </a:path>
            </a:pathLst>
          </a:custGeom>
          <a:solidFill>
            <a:schemeClr val="bg1"/>
          </a:solidFill>
          <a:effectLst>
            <a:outerShdw blurRad="50800" dist="38100" dir="5400000" algn="t" rotWithShape="0">
              <a:prstClr val="black">
                <a:alpha val="40000"/>
              </a:prstClr>
            </a:outerShdw>
          </a:effectLst>
        </p:spPr>
        <p:txBody>
          <a:bodyPr wrap="square" anchor="ctr">
            <a:noAutofit/>
          </a:bodyPr>
          <a:lstStyle>
            <a:lvl1pPr marL="0" indent="0" algn="ctr">
              <a:buNone/>
              <a:defRPr sz="1600">
                <a:solidFill>
                  <a:schemeClr val="bg1">
                    <a:lumMod val="75000"/>
                  </a:schemeClr>
                </a:solidFill>
              </a:defRPr>
            </a:lvl1pPr>
          </a:lstStyle>
          <a:p>
            <a:r>
              <a:rPr lang="en-US" noProof="0" dirty="0"/>
              <a:t>Insert Image</a:t>
            </a:r>
          </a:p>
        </p:txBody>
      </p:sp>
      <p:sp>
        <p:nvSpPr>
          <p:cNvPr id="8" name="Text Placeholder 7">
            <a:extLst>
              <a:ext uri="{FF2B5EF4-FFF2-40B4-BE49-F238E27FC236}">
                <a16:creationId xmlns:a16="http://schemas.microsoft.com/office/drawing/2014/main" id="{4D8DAD49-E192-4934-8CF1-25E9CA66F761}"/>
              </a:ext>
            </a:extLst>
          </p:cNvPr>
          <p:cNvSpPr>
            <a:spLocks noGrp="1"/>
          </p:cNvSpPr>
          <p:nvPr>
            <p:ph type="body" sz="quarter" idx="16" hasCustomPrompt="1"/>
          </p:nvPr>
        </p:nvSpPr>
        <p:spPr>
          <a:xfrm>
            <a:off x="548640" y="1676400"/>
            <a:ext cx="10837333" cy="424732"/>
          </a:xfrm>
          <a:noFill/>
        </p:spPr>
        <p:txBody>
          <a:bodyPr wrap="square" lIns="91440" rIns="91440">
            <a:spAutoFit/>
          </a:bodyPr>
          <a:lstStyle>
            <a:lvl1pPr marL="0" indent="0">
              <a:buNone/>
              <a:defRPr sz="2400" b="0">
                <a:solidFill>
                  <a:schemeClr val="tx2"/>
                </a:solidFill>
              </a:defRPr>
            </a:lvl1pPr>
          </a:lstStyle>
          <a:p>
            <a:pPr lvl="0"/>
            <a:r>
              <a:rPr lang="en-US" noProof="0"/>
              <a:t>Add additional text </a:t>
            </a:r>
          </a:p>
        </p:txBody>
      </p:sp>
      <p:sp>
        <p:nvSpPr>
          <p:cNvPr id="9" name="Picture Placeholder 8">
            <a:extLst>
              <a:ext uri="{FF2B5EF4-FFF2-40B4-BE49-F238E27FC236}">
                <a16:creationId xmlns:a16="http://schemas.microsoft.com/office/drawing/2014/main" id="{17C4BA0D-DEC0-450E-8F4D-B0E6D2D7D0C3}"/>
              </a:ext>
            </a:extLst>
          </p:cNvPr>
          <p:cNvSpPr>
            <a:spLocks noGrp="1"/>
          </p:cNvSpPr>
          <p:nvPr>
            <p:ph type="pic" sz="quarter" idx="17" hasCustomPrompt="1"/>
          </p:nvPr>
        </p:nvSpPr>
        <p:spPr>
          <a:xfrm>
            <a:off x="6629399" y="2667000"/>
            <a:ext cx="5013959" cy="3660775"/>
          </a:xfrm>
        </p:spPr>
        <p:txBody>
          <a:bodyPr anchor="ctr"/>
          <a:lstStyle>
            <a:lvl1pPr marL="0" indent="0" algn="ctr">
              <a:buNone/>
              <a:defRPr>
                <a:solidFill>
                  <a:schemeClr val="bg1">
                    <a:lumMod val="50000"/>
                  </a:schemeClr>
                </a:solidFill>
              </a:defRPr>
            </a:lvl1pPr>
          </a:lstStyle>
          <a:p>
            <a:r>
              <a:rPr lang="en-US" noProof="0" dirty="0"/>
              <a:t>Insert Image</a:t>
            </a:r>
          </a:p>
        </p:txBody>
      </p:sp>
      <p:sp>
        <p:nvSpPr>
          <p:cNvPr id="13" name="Slide Number Placeholder 5">
            <a:extLst>
              <a:ext uri="{FF2B5EF4-FFF2-40B4-BE49-F238E27FC236}">
                <a16:creationId xmlns:a16="http://schemas.microsoft.com/office/drawing/2014/main" id="{8F869F17-9BF3-4974-956D-0CBCD60BA35B}"/>
              </a:ext>
            </a:extLst>
          </p:cNvPr>
          <p:cNvSpPr>
            <a:spLocks noGrp="1"/>
          </p:cNvSpPr>
          <p:nvPr>
            <p:ph type="sldNum" sz="quarter" idx="4"/>
          </p:nvPr>
        </p:nvSpPr>
        <p:spPr>
          <a:xfrm>
            <a:off x="628788" y="6339840"/>
            <a:ext cx="302281" cy="365760"/>
          </a:xfrm>
          <a:prstGeom prst="rect">
            <a:avLst/>
          </a:prstGeom>
          <a:solidFill>
            <a:schemeClr val="bg1">
              <a:alpha val="82000"/>
            </a:schemeClr>
          </a:solidFill>
          <a:ln>
            <a:solidFill>
              <a:schemeClr val="accent2"/>
            </a:solidFill>
          </a:ln>
        </p:spPr>
        <p:txBody>
          <a:bodyPr vert="horz" lIns="0" tIns="45720" rIns="0" bIns="45720" rtlCol="0" anchor="ctr"/>
          <a:lstStyle>
            <a:lvl1pPr algn="ctr">
              <a:defRPr sz="1000">
                <a:solidFill>
                  <a:schemeClr val="tx1">
                    <a:lumMod val="95000"/>
                    <a:lumOff val="5000"/>
                  </a:schemeClr>
                </a:solidFill>
                <a:latin typeface="+mj-lt"/>
              </a:defRPr>
            </a:lvl1pPr>
          </a:lstStyle>
          <a:p>
            <a:fld id="{4FAB73BC-B049-4115-A692-8D63A059BFB8}" type="slidenum">
              <a:rPr lang="en-US" noProof="0" smtClean="0"/>
              <a:pPr/>
              <a:t>‹#›</a:t>
            </a:fld>
            <a:endParaRPr lang="en-US" noProof="0" dirty="0"/>
          </a:p>
        </p:txBody>
      </p:sp>
    </p:spTree>
    <p:extLst>
      <p:ext uri="{BB962C8B-B14F-4D97-AF65-F5344CB8AC3E}">
        <p14:creationId xmlns:p14="http://schemas.microsoft.com/office/powerpoint/2010/main" val="1168505325"/>
      </p:ext>
    </p:extLst>
  </p:cSld>
  <p:clrMapOvr>
    <a:masterClrMapping/>
  </p:clrMapOvr>
  <p:extLst>
    <p:ext uri="{DCECCB84-F9BA-43D5-87BE-67443E8EF086}">
      <p15:sldGuideLst xmlns:p15="http://schemas.microsoft.com/office/powerpoint/2012/main">
        <p15:guide id="1" orient="horz" pos="2160">
          <p15:clr>
            <a:srgbClr val="FBAE40"/>
          </p15:clr>
        </p15:guide>
        <p15:guide id="2" orient="horz" pos="720">
          <p15:clr>
            <a:srgbClr val="FBAE40"/>
          </p15:clr>
        </p15:guide>
      </p15:sldGuideLst>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Title Subtitle Content and Image_Top shape bar">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0B42CCEE-B750-4EF9-BAE5-217844AE7456}"/>
              </a:ext>
              <a:ext uri="{C183D7F6-B498-43B3-948B-1728B52AA6E4}">
                <adec:decorative xmlns="" xmlns:adec="http://schemas.microsoft.com/office/drawing/2017/decorative" val="1"/>
              </a:ext>
            </a:extLst>
          </p:cNvPr>
          <p:cNvSpPr/>
          <p:nvPr userDrawn="1"/>
        </p:nvSpPr>
        <p:spPr>
          <a:xfrm>
            <a:off x="0" y="0"/>
            <a:ext cx="12192000" cy="11297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9015F2E0-A9EE-4095-8DFC-C3BBA80FAEEE}"/>
              </a:ext>
            </a:extLst>
          </p:cNvPr>
          <p:cNvSpPr>
            <a:spLocks noGrp="1"/>
          </p:cNvSpPr>
          <p:nvPr>
            <p:ph type="title"/>
          </p:nvPr>
        </p:nvSpPr>
        <p:spPr>
          <a:xfrm>
            <a:off x="548640" y="990600"/>
            <a:ext cx="10805160" cy="707886"/>
          </a:xfrm>
        </p:spPr>
        <p:txBody>
          <a:bodyPr lIns="91440" anchor="t">
            <a:normAutofit/>
          </a:bodyPr>
          <a:lstStyle>
            <a:lvl1pPr>
              <a:lnSpc>
                <a:spcPct val="100000"/>
              </a:lnSpc>
              <a:defRPr sz="4000" b="0">
                <a:latin typeface="+mj-lt"/>
              </a:defRPr>
            </a:lvl1pPr>
          </a:lstStyle>
          <a:p>
            <a:r>
              <a:rPr lang="en-US" noProof="0" smtClean="0"/>
              <a:t>Click to edit Master title style</a:t>
            </a:r>
            <a:endParaRPr lang="en-US" noProof="0"/>
          </a:p>
        </p:txBody>
      </p:sp>
      <p:sp>
        <p:nvSpPr>
          <p:cNvPr id="7" name="Content Placeholder 6">
            <a:extLst>
              <a:ext uri="{FF2B5EF4-FFF2-40B4-BE49-F238E27FC236}">
                <a16:creationId xmlns:a16="http://schemas.microsoft.com/office/drawing/2014/main" id="{35FB90DC-1879-4B22-883B-7444D1A858EC}"/>
              </a:ext>
            </a:extLst>
          </p:cNvPr>
          <p:cNvSpPr>
            <a:spLocks noGrp="1"/>
          </p:cNvSpPr>
          <p:nvPr>
            <p:ph sz="quarter" idx="13"/>
          </p:nvPr>
        </p:nvSpPr>
        <p:spPr>
          <a:xfrm>
            <a:off x="548641" y="2667000"/>
            <a:ext cx="5775960" cy="3660648"/>
          </a:xfrm>
        </p:spPr>
        <p:txBody>
          <a:bodyPr lIns="91440" rIns="91440"/>
          <a:lstStyle/>
          <a:p>
            <a:pPr lvl="0"/>
            <a:r>
              <a:rPr lang="en-US" noProof="0" smtClean="0"/>
              <a:t>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endParaRPr lang="en-US" noProof="0"/>
          </a:p>
        </p:txBody>
      </p:sp>
      <p:sp>
        <p:nvSpPr>
          <p:cNvPr id="8" name="Text Placeholder 7">
            <a:extLst>
              <a:ext uri="{FF2B5EF4-FFF2-40B4-BE49-F238E27FC236}">
                <a16:creationId xmlns:a16="http://schemas.microsoft.com/office/drawing/2014/main" id="{4D8DAD49-E192-4934-8CF1-25E9CA66F761}"/>
              </a:ext>
            </a:extLst>
          </p:cNvPr>
          <p:cNvSpPr>
            <a:spLocks noGrp="1"/>
          </p:cNvSpPr>
          <p:nvPr>
            <p:ph type="body" sz="quarter" idx="16" hasCustomPrompt="1"/>
          </p:nvPr>
        </p:nvSpPr>
        <p:spPr>
          <a:xfrm>
            <a:off x="548640" y="1676400"/>
            <a:ext cx="10837333" cy="424732"/>
          </a:xfrm>
          <a:noFill/>
        </p:spPr>
        <p:txBody>
          <a:bodyPr wrap="square" lIns="91440" rIns="91440">
            <a:spAutoFit/>
          </a:bodyPr>
          <a:lstStyle>
            <a:lvl1pPr marL="0" indent="0">
              <a:buNone/>
              <a:defRPr sz="2400" b="0">
                <a:solidFill>
                  <a:schemeClr val="tx2"/>
                </a:solidFill>
              </a:defRPr>
            </a:lvl1pPr>
          </a:lstStyle>
          <a:p>
            <a:pPr lvl="0"/>
            <a:r>
              <a:rPr lang="en-US" noProof="0"/>
              <a:t>Add additional text </a:t>
            </a:r>
          </a:p>
        </p:txBody>
      </p:sp>
      <p:sp>
        <p:nvSpPr>
          <p:cNvPr id="9" name="Picture Placeholder 8">
            <a:extLst>
              <a:ext uri="{FF2B5EF4-FFF2-40B4-BE49-F238E27FC236}">
                <a16:creationId xmlns:a16="http://schemas.microsoft.com/office/drawing/2014/main" id="{17C4BA0D-DEC0-450E-8F4D-B0E6D2D7D0C3}"/>
              </a:ext>
            </a:extLst>
          </p:cNvPr>
          <p:cNvSpPr>
            <a:spLocks noGrp="1"/>
          </p:cNvSpPr>
          <p:nvPr>
            <p:ph type="pic" sz="quarter" idx="17" hasCustomPrompt="1"/>
          </p:nvPr>
        </p:nvSpPr>
        <p:spPr>
          <a:xfrm>
            <a:off x="6629399" y="2667000"/>
            <a:ext cx="5013959" cy="3660775"/>
          </a:xfrm>
        </p:spPr>
        <p:txBody>
          <a:bodyPr anchor="ctr"/>
          <a:lstStyle>
            <a:lvl1pPr marL="0" indent="0" algn="ctr">
              <a:buNone/>
              <a:defRPr>
                <a:solidFill>
                  <a:schemeClr val="bg1">
                    <a:lumMod val="50000"/>
                  </a:schemeClr>
                </a:solidFill>
              </a:defRPr>
            </a:lvl1pPr>
          </a:lstStyle>
          <a:p>
            <a:r>
              <a:rPr lang="en-US" noProof="0" dirty="0"/>
              <a:t>Insert Image</a:t>
            </a:r>
          </a:p>
        </p:txBody>
      </p:sp>
      <p:sp>
        <p:nvSpPr>
          <p:cNvPr id="13" name="Slide Number Placeholder 5">
            <a:extLst>
              <a:ext uri="{FF2B5EF4-FFF2-40B4-BE49-F238E27FC236}">
                <a16:creationId xmlns:a16="http://schemas.microsoft.com/office/drawing/2014/main" id="{A654DBB0-1027-4E5D-B635-00F2F173A24F}"/>
              </a:ext>
            </a:extLst>
          </p:cNvPr>
          <p:cNvSpPr>
            <a:spLocks noGrp="1"/>
          </p:cNvSpPr>
          <p:nvPr>
            <p:ph type="sldNum" sz="quarter" idx="4"/>
          </p:nvPr>
        </p:nvSpPr>
        <p:spPr>
          <a:xfrm>
            <a:off x="628788" y="6339840"/>
            <a:ext cx="302281" cy="365760"/>
          </a:xfrm>
          <a:prstGeom prst="rect">
            <a:avLst/>
          </a:prstGeom>
          <a:solidFill>
            <a:schemeClr val="bg1">
              <a:alpha val="82000"/>
            </a:schemeClr>
          </a:solidFill>
          <a:ln>
            <a:solidFill>
              <a:schemeClr val="accent2"/>
            </a:solidFill>
          </a:ln>
        </p:spPr>
        <p:txBody>
          <a:bodyPr vert="horz" lIns="0" tIns="45720" rIns="0" bIns="45720" rtlCol="0" anchor="ctr"/>
          <a:lstStyle>
            <a:lvl1pPr algn="ctr">
              <a:defRPr sz="1000">
                <a:solidFill>
                  <a:schemeClr val="tx1">
                    <a:lumMod val="95000"/>
                    <a:lumOff val="5000"/>
                  </a:schemeClr>
                </a:solidFill>
                <a:latin typeface="+mj-lt"/>
              </a:defRPr>
            </a:lvl1pPr>
          </a:lstStyle>
          <a:p>
            <a:fld id="{4FAB73BC-B049-4115-A692-8D63A059BFB8}" type="slidenum">
              <a:rPr lang="en-US" noProof="0" smtClean="0"/>
              <a:pPr/>
              <a:t>‹#›</a:t>
            </a:fld>
            <a:endParaRPr lang="en-US" noProof="0" dirty="0"/>
          </a:p>
        </p:txBody>
      </p:sp>
    </p:spTree>
    <p:extLst>
      <p:ext uri="{BB962C8B-B14F-4D97-AF65-F5344CB8AC3E}">
        <p14:creationId xmlns:p14="http://schemas.microsoft.com/office/powerpoint/2010/main" val="1336580681"/>
      </p:ext>
    </p:extLst>
  </p:cSld>
  <p:clrMapOvr>
    <a:masterClrMapping/>
  </p:clrMapOvr>
  <p:extLst>
    <p:ext uri="{DCECCB84-F9BA-43D5-87BE-67443E8EF086}">
      <p15:sldGuideLst xmlns:p15="http://schemas.microsoft.com/office/powerpoint/2012/main">
        <p15:guide id="1" orient="horz" pos="2160">
          <p15:clr>
            <a:srgbClr val="FBAE40"/>
          </p15:clr>
        </p15:guide>
        <p15:guide id="2" orient="horz" pos="720">
          <p15:clr>
            <a:srgbClr val="FBAE40"/>
          </p15:clr>
        </p15:guide>
      </p15:sldGuideLst>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Title Subtitle Content and Image_Top shape white bar">
    <p:spTree>
      <p:nvGrpSpPr>
        <p:cNvPr id="1" name=""/>
        <p:cNvGrpSpPr/>
        <p:nvPr/>
      </p:nvGrpSpPr>
      <p:grpSpPr>
        <a:xfrm>
          <a:off x="0" y="0"/>
          <a:ext cx="0" cy="0"/>
          <a:chOff x="0" y="0"/>
          <a:chExt cx="0" cy="0"/>
        </a:xfrm>
      </p:grpSpPr>
      <p:sp>
        <p:nvSpPr>
          <p:cNvPr id="9" name="Picture Placeholder 8">
            <a:extLst>
              <a:ext uri="{FF2B5EF4-FFF2-40B4-BE49-F238E27FC236}">
                <a16:creationId xmlns:a16="http://schemas.microsoft.com/office/drawing/2014/main" id="{17C4BA0D-DEC0-450E-8F4D-B0E6D2D7D0C3}"/>
              </a:ext>
              <a:ext uri="{C183D7F6-B498-43B3-948B-1728B52AA6E4}">
                <adec:decorative xmlns="" xmlns:adec="http://schemas.microsoft.com/office/drawing/2017/decorative" val="1"/>
              </a:ext>
            </a:extLst>
          </p:cNvPr>
          <p:cNvSpPr>
            <a:spLocks noGrp="1"/>
          </p:cNvSpPr>
          <p:nvPr>
            <p:ph type="pic" sz="quarter" idx="17" hasCustomPrompt="1"/>
          </p:nvPr>
        </p:nvSpPr>
        <p:spPr>
          <a:xfrm>
            <a:off x="5334001" y="112976"/>
            <a:ext cx="6858000" cy="6745024"/>
          </a:xfrm>
        </p:spPr>
        <p:txBody>
          <a:bodyPr anchor="ctr"/>
          <a:lstStyle>
            <a:lvl1pPr marL="0" indent="0" algn="ctr">
              <a:buNone/>
              <a:defRPr>
                <a:solidFill>
                  <a:schemeClr val="bg1">
                    <a:lumMod val="50000"/>
                  </a:schemeClr>
                </a:solidFill>
              </a:defRPr>
            </a:lvl1pPr>
          </a:lstStyle>
          <a:p>
            <a:r>
              <a:rPr lang="en-US" noProof="0" dirty="0"/>
              <a:t>Insert Image</a:t>
            </a:r>
          </a:p>
        </p:txBody>
      </p:sp>
      <p:sp>
        <p:nvSpPr>
          <p:cNvPr id="12" name="Text Placeholder 16">
            <a:extLst>
              <a:ext uri="{FF2B5EF4-FFF2-40B4-BE49-F238E27FC236}">
                <a16:creationId xmlns:a16="http://schemas.microsoft.com/office/drawing/2014/main" id="{E59725C5-1168-4A5F-B420-8E0562019687}"/>
              </a:ext>
            </a:extLst>
          </p:cNvPr>
          <p:cNvSpPr>
            <a:spLocks noGrp="1"/>
          </p:cNvSpPr>
          <p:nvPr>
            <p:ph type="body" sz="quarter" idx="19" hasCustomPrompt="1"/>
          </p:nvPr>
        </p:nvSpPr>
        <p:spPr>
          <a:xfrm rot="5400000">
            <a:off x="5238089" y="208890"/>
            <a:ext cx="6745024" cy="6553200"/>
          </a:xfrm>
          <a:gradFill flip="none" rotWithShape="1">
            <a:gsLst>
              <a:gs pos="0">
                <a:schemeClr val="bg1"/>
              </a:gs>
              <a:gs pos="82000">
                <a:schemeClr val="bg1">
                  <a:alpha val="0"/>
                </a:schemeClr>
              </a:gs>
            </a:gsLst>
            <a:lin ang="16200000" scaled="1"/>
            <a:tileRect/>
          </a:gradFill>
          <a:effectLst/>
        </p:spPr>
        <p:txBody>
          <a:bodyPr/>
          <a:lstStyle>
            <a:lvl1pPr marL="0" indent="0">
              <a:buNone/>
              <a:defRPr>
                <a:solidFill>
                  <a:schemeClr val="tx1">
                    <a:alpha val="0"/>
                  </a:schemeClr>
                </a:solidFill>
              </a:defRPr>
            </a:lvl1pPr>
          </a:lstStyle>
          <a:p>
            <a:pPr lvl="0"/>
            <a:r>
              <a:rPr lang="en-US" noProof="0"/>
              <a:t>I</a:t>
            </a:r>
          </a:p>
        </p:txBody>
      </p:sp>
      <p:sp>
        <p:nvSpPr>
          <p:cNvPr id="11" name="Rectangle 10">
            <a:extLst>
              <a:ext uri="{FF2B5EF4-FFF2-40B4-BE49-F238E27FC236}">
                <a16:creationId xmlns:a16="http://schemas.microsoft.com/office/drawing/2014/main" id="{0B42CCEE-B750-4EF9-BAE5-217844AE7456}"/>
              </a:ext>
              <a:ext uri="{C183D7F6-B498-43B3-948B-1728B52AA6E4}">
                <adec:decorative xmlns="" xmlns:adec="http://schemas.microsoft.com/office/drawing/2017/decorative" val="1"/>
              </a:ext>
            </a:extLst>
          </p:cNvPr>
          <p:cNvSpPr/>
          <p:nvPr userDrawn="1"/>
        </p:nvSpPr>
        <p:spPr>
          <a:xfrm>
            <a:off x="0" y="0"/>
            <a:ext cx="12192000" cy="11297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9015F2E0-A9EE-4095-8DFC-C3BBA80FAEEE}"/>
              </a:ext>
            </a:extLst>
          </p:cNvPr>
          <p:cNvSpPr>
            <a:spLocks noGrp="1"/>
          </p:cNvSpPr>
          <p:nvPr>
            <p:ph type="title"/>
          </p:nvPr>
        </p:nvSpPr>
        <p:spPr>
          <a:xfrm>
            <a:off x="548640" y="990600"/>
            <a:ext cx="10805160" cy="707886"/>
          </a:xfrm>
        </p:spPr>
        <p:txBody>
          <a:bodyPr lIns="91440" anchor="t">
            <a:normAutofit/>
          </a:bodyPr>
          <a:lstStyle>
            <a:lvl1pPr>
              <a:lnSpc>
                <a:spcPct val="100000"/>
              </a:lnSpc>
              <a:defRPr sz="4000" b="0">
                <a:latin typeface="+mj-lt"/>
              </a:defRPr>
            </a:lvl1pPr>
          </a:lstStyle>
          <a:p>
            <a:r>
              <a:rPr lang="en-US" noProof="0" smtClean="0"/>
              <a:t>Click to edit Master title style</a:t>
            </a:r>
            <a:endParaRPr lang="en-US" noProof="0"/>
          </a:p>
        </p:txBody>
      </p:sp>
      <p:sp>
        <p:nvSpPr>
          <p:cNvPr id="7" name="Content Placeholder 6">
            <a:extLst>
              <a:ext uri="{FF2B5EF4-FFF2-40B4-BE49-F238E27FC236}">
                <a16:creationId xmlns:a16="http://schemas.microsoft.com/office/drawing/2014/main" id="{35FB90DC-1879-4B22-883B-7444D1A858EC}"/>
              </a:ext>
            </a:extLst>
          </p:cNvPr>
          <p:cNvSpPr>
            <a:spLocks noGrp="1"/>
          </p:cNvSpPr>
          <p:nvPr>
            <p:ph sz="quarter" idx="13"/>
          </p:nvPr>
        </p:nvSpPr>
        <p:spPr>
          <a:xfrm>
            <a:off x="548641" y="2667000"/>
            <a:ext cx="5775960" cy="3660648"/>
          </a:xfrm>
        </p:spPr>
        <p:txBody>
          <a:bodyPr lIns="91440" rIns="91440"/>
          <a:lstStyle/>
          <a:p>
            <a:pPr lvl="0"/>
            <a:r>
              <a:rPr lang="en-US" noProof="0" smtClean="0"/>
              <a:t>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endParaRPr lang="en-US" noProof="0"/>
          </a:p>
        </p:txBody>
      </p:sp>
      <p:sp>
        <p:nvSpPr>
          <p:cNvPr id="8" name="Text Placeholder 7">
            <a:extLst>
              <a:ext uri="{FF2B5EF4-FFF2-40B4-BE49-F238E27FC236}">
                <a16:creationId xmlns:a16="http://schemas.microsoft.com/office/drawing/2014/main" id="{4D8DAD49-E192-4934-8CF1-25E9CA66F761}"/>
              </a:ext>
            </a:extLst>
          </p:cNvPr>
          <p:cNvSpPr>
            <a:spLocks noGrp="1"/>
          </p:cNvSpPr>
          <p:nvPr>
            <p:ph type="body" sz="quarter" idx="16" hasCustomPrompt="1"/>
          </p:nvPr>
        </p:nvSpPr>
        <p:spPr>
          <a:xfrm>
            <a:off x="548640" y="1676400"/>
            <a:ext cx="10837333" cy="424732"/>
          </a:xfrm>
          <a:noFill/>
        </p:spPr>
        <p:txBody>
          <a:bodyPr wrap="square" lIns="91440" rIns="91440">
            <a:spAutoFit/>
          </a:bodyPr>
          <a:lstStyle>
            <a:lvl1pPr marL="0" indent="0">
              <a:buNone/>
              <a:defRPr sz="2400" b="0">
                <a:solidFill>
                  <a:schemeClr val="tx2"/>
                </a:solidFill>
              </a:defRPr>
            </a:lvl1pPr>
          </a:lstStyle>
          <a:p>
            <a:pPr lvl="0"/>
            <a:r>
              <a:rPr lang="en-US" noProof="0"/>
              <a:t>Add additional text </a:t>
            </a:r>
          </a:p>
        </p:txBody>
      </p:sp>
      <p:sp>
        <p:nvSpPr>
          <p:cNvPr id="16" name="Slide Number Placeholder 5">
            <a:extLst>
              <a:ext uri="{FF2B5EF4-FFF2-40B4-BE49-F238E27FC236}">
                <a16:creationId xmlns:a16="http://schemas.microsoft.com/office/drawing/2014/main" id="{7532AFA8-ADE4-4C3E-AF0A-235C724999FF}"/>
              </a:ext>
            </a:extLst>
          </p:cNvPr>
          <p:cNvSpPr>
            <a:spLocks noGrp="1"/>
          </p:cNvSpPr>
          <p:nvPr>
            <p:ph type="sldNum" sz="quarter" idx="4"/>
          </p:nvPr>
        </p:nvSpPr>
        <p:spPr>
          <a:xfrm>
            <a:off x="628788" y="6339840"/>
            <a:ext cx="302281" cy="365760"/>
          </a:xfrm>
          <a:prstGeom prst="rect">
            <a:avLst/>
          </a:prstGeom>
          <a:solidFill>
            <a:schemeClr val="bg1">
              <a:alpha val="82000"/>
            </a:schemeClr>
          </a:solidFill>
          <a:ln>
            <a:solidFill>
              <a:schemeClr val="accent2"/>
            </a:solidFill>
          </a:ln>
        </p:spPr>
        <p:txBody>
          <a:bodyPr vert="horz" lIns="0" tIns="45720" rIns="0" bIns="45720" rtlCol="0" anchor="ctr"/>
          <a:lstStyle>
            <a:lvl1pPr algn="ctr">
              <a:defRPr sz="1000">
                <a:solidFill>
                  <a:schemeClr val="tx1">
                    <a:lumMod val="95000"/>
                    <a:lumOff val="5000"/>
                  </a:schemeClr>
                </a:solidFill>
                <a:latin typeface="+mj-lt"/>
              </a:defRPr>
            </a:lvl1pPr>
          </a:lstStyle>
          <a:p>
            <a:fld id="{4FAB73BC-B049-4115-A692-8D63A059BFB8}" type="slidenum">
              <a:rPr lang="en-US" noProof="0" smtClean="0"/>
              <a:pPr/>
              <a:t>‹#›</a:t>
            </a:fld>
            <a:endParaRPr lang="en-US" noProof="0" dirty="0"/>
          </a:p>
        </p:txBody>
      </p:sp>
    </p:spTree>
    <p:extLst>
      <p:ext uri="{BB962C8B-B14F-4D97-AF65-F5344CB8AC3E}">
        <p14:creationId xmlns:p14="http://schemas.microsoft.com/office/powerpoint/2010/main" val="659458152"/>
      </p:ext>
    </p:extLst>
  </p:cSld>
  <p:clrMapOvr>
    <a:masterClrMapping/>
  </p:clrMapOvr>
  <p:extLst>
    <p:ext uri="{DCECCB84-F9BA-43D5-87BE-67443E8EF086}">
      <p15:sldGuideLst xmlns:p15="http://schemas.microsoft.com/office/powerpoint/2012/main">
        <p15:guide id="1" orient="horz" pos="2160">
          <p15:clr>
            <a:srgbClr val="FBAE40"/>
          </p15:clr>
        </p15:guide>
        <p15:guide id="2" orient="horz" pos="720">
          <p15:clr>
            <a:srgbClr val="FBAE40"/>
          </p15:clr>
        </p15:guide>
        <p15:guide id="3" pos="432">
          <p15:clr>
            <a:srgbClr val="FBAE40"/>
          </p15:clr>
        </p15:guide>
      </p15:sldGuideLst>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Title Subtitle Content and half horizontal Image_Top shape bar">
    <p:spTree>
      <p:nvGrpSpPr>
        <p:cNvPr id="1" name=""/>
        <p:cNvGrpSpPr/>
        <p:nvPr/>
      </p:nvGrpSpPr>
      <p:grpSpPr>
        <a:xfrm>
          <a:off x="0" y="0"/>
          <a:ext cx="0" cy="0"/>
          <a:chOff x="0" y="0"/>
          <a:chExt cx="0" cy="0"/>
        </a:xfrm>
      </p:grpSpPr>
      <p:sp>
        <p:nvSpPr>
          <p:cNvPr id="9" name="Picture Placeholder 8">
            <a:extLst>
              <a:ext uri="{FF2B5EF4-FFF2-40B4-BE49-F238E27FC236}">
                <a16:creationId xmlns:a16="http://schemas.microsoft.com/office/drawing/2014/main" id="{17C4BA0D-DEC0-450E-8F4D-B0E6D2D7D0C3}"/>
              </a:ext>
              <a:ext uri="{C183D7F6-B498-43B3-948B-1728B52AA6E4}">
                <adec:decorative xmlns="" xmlns:adec="http://schemas.microsoft.com/office/drawing/2017/decorative" val="1"/>
              </a:ext>
            </a:extLst>
          </p:cNvPr>
          <p:cNvSpPr>
            <a:spLocks noGrp="1"/>
          </p:cNvSpPr>
          <p:nvPr>
            <p:ph type="pic" sz="quarter" idx="17" hasCustomPrompt="1"/>
          </p:nvPr>
        </p:nvSpPr>
        <p:spPr>
          <a:xfrm>
            <a:off x="548641" y="2667001"/>
            <a:ext cx="11094718" cy="1757126"/>
          </a:xfrm>
        </p:spPr>
        <p:txBody>
          <a:bodyPr anchor="ctr"/>
          <a:lstStyle>
            <a:lvl1pPr marL="0" indent="0" algn="ctr">
              <a:buNone/>
              <a:defRPr>
                <a:solidFill>
                  <a:schemeClr val="bg1">
                    <a:lumMod val="50000"/>
                  </a:schemeClr>
                </a:solidFill>
              </a:defRPr>
            </a:lvl1pPr>
          </a:lstStyle>
          <a:p>
            <a:r>
              <a:rPr lang="en-US" noProof="0" dirty="0"/>
              <a:t>Insert Image</a:t>
            </a:r>
          </a:p>
        </p:txBody>
      </p:sp>
      <p:sp>
        <p:nvSpPr>
          <p:cNvPr id="11" name="Rectangle 10">
            <a:extLst>
              <a:ext uri="{FF2B5EF4-FFF2-40B4-BE49-F238E27FC236}">
                <a16:creationId xmlns:a16="http://schemas.microsoft.com/office/drawing/2014/main" id="{0B42CCEE-B750-4EF9-BAE5-217844AE7456}"/>
              </a:ext>
              <a:ext uri="{C183D7F6-B498-43B3-948B-1728B52AA6E4}">
                <adec:decorative xmlns="" xmlns:adec="http://schemas.microsoft.com/office/drawing/2017/decorative" val="1"/>
              </a:ext>
            </a:extLst>
          </p:cNvPr>
          <p:cNvSpPr/>
          <p:nvPr userDrawn="1"/>
        </p:nvSpPr>
        <p:spPr>
          <a:xfrm>
            <a:off x="0" y="0"/>
            <a:ext cx="12192000" cy="11297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9015F2E0-A9EE-4095-8DFC-C3BBA80FAEEE}"/>
              </a:ext>
            </a:extLst>
          </p:cNvPr>
          <p:cNvSpPr>
            <a:spLocks noGrp="1"/>
          </p:cNvSpPr>
          <p:nvPr>
            <p:ph type="title"/>
          </p:nvPr>
        </p:nvSpPr>
        <p:spPr>
          <a:xfrm>
            <a:off x="548640" y="990600"/>
            <a:ext cx="10805160" cy="707886"/>
          </a:xfrm>
        </p:spPr>
        <p:txBody>
          <a:bodyPr lIns="91440" anchor="t">
            <a:normAutofit/>
          </a:bodyPr>
          <a:lstStyle>
            <a:lvl1pPr>
              <a:lnSpc>
                <a:spcPct val="100000"/>
              </a:lnSpc>
              <a:defRPr sz="4000" b="0">
                <a:latin typeface="+mj-lt"/>
              </a:defRPr>
            </a:lvl1pPr>
          </a:lstStyle>
          <a:p>
            <a:r>
              <a:rPr lang="en-US" noProof="0" smtClean="0"/>
              <a:t>Click to edit Master title style</a:t>
            </a:r>
            <a:endParaRPr lang="en-US" noProof="0"/>
          </a:p>
        </p:txBody>
      </p:sp>
      <p:sp>
        <p:nvSpPr>
          <p:cNvPr id="7" name="Content Placeholder 6">
            <a:extLst>
              <a:ext uri="{FF2B5EF4-FFF2-40B4-BE49-F238E27FC236}">
                <a16:creationId xmlns:a16="http://schemas.microsoft.com/office/drawing/2014/main" id="{35FB90DC-1879-4B22-883B-7444D1A858EC}"/>
              </a:ext>
            </a:extLst>
          </p:cNvPr>
          <p:cNvSpPr>
            <a:spLocks noGrp="1"/>
          </p:cNvSpPr>
          <p:nvPr>
            <p:ph sz="quarter" idx="13"/>
          </p:nvPr>
        </p:nvSpPr>
        <p:spPr>
          <a:xfrm>
            <a:off x="548640" y="4709677"/>
            <a:ext cx="11094717" cy="1500876"/>
          </a:xfrm>
        </p:spPr>
        <p:txBody>
          <a:bodyPr lIns="91440" rIns="91440"/>
          <a:lstStyle/>
          <a:p>
            <a:pPr lvl="0"/>
            <a:r>
              <a:rPr lang="en-US" noProof="0" smtClean="0"/>
              <a:t>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endParaRPr lang="en-US" noProof="0"/>
          </a:p>
        </p:txBody>
      </p:sp>
      <p:sp>
        <p:nvSpPr>
          <p:cNvPr id="8" name="Text Placeholder 7">
            <a:extLst>
              <a:ext uri="{FF2B5EF4-FFF2-40B4-BE49-F238E27FC236}">
                <a16:creationId xmlns:a16="http://schemas.microsoft.com/office/drawing/2014/main" id="{4D8DAD49-E192-4934-8CF1-25E9CA66F761}"/>
              </a:ext>
            </a:extLst>
          </p:cNvPr>
          <p:cNvSpPr>
            <a:spLocks noGrp="1"/>
          </p:cNvSpPr>
          <p:nvPr>
            <p:ph type="body" sz="quarter" idx="16" hasCustomPrompt="1"/>
          </p:nvPr>
        </p:nvSpPr>
        <p:spPr>
          <a:xfrm>
            <a:off x="548640" y="1676400"/>
            <a:ext cx="10837333" cy="424732"/>
          </a:xfrm>
          <a:noFill/>
        </p:spPr>
        <p:txBody>
          <a:bodyPr wrap="square" lIns="91440" rIns="91440">
            <a:spAutoFit/>
          </a:bodyPr>
          <a:lstStyle>
            <a:lvl1pPr marL="0" indent="0">
              <a:buNone/>
              <a:defRPr sz="2400" b="0">
                <a:solidFill>
                  <a:schemeClr val="tx2"/>
                </a:solidFill>
              </a:defRPr>
            </a:lvl1pPr>
          </a:lstStyle>
          <a:p>
            <a:pPr lvl="0"/>
            <a:r>
              <a:rPr lang="en-US" noProof="0"/>
              <a:t>Add additional text </a:t>
            </a:r>
          </a:p>
        </p:txBody>
      </p:sp>
      <p:sp>
        <p:nvSpPr>
          <p:cNvPr id="13" name="Slide Number Placeholder 5">
            <a:extLst>
              <a:ext uri="{FF2B5EF4-FFF2-40B4-BE49-F238E27FC236}">
                <a16:creationId xmlns:a16="http://schemas.microsoft.com/office/drawing/2014/main" id="{4232B29A-2701-4A73-83CF-09E0AB1B2DD0}"/>
              </a:ext>
            </a:extLst>
          </p:cNvPr>
          <p:cNvSpPr>
            <a:spLocks noGrp="1"/>
          </p:cNvSpPr>
          <p:nvPr>
            <p:ph type="sldNum" sz="quarter" idx="4"/>
          </p:nvPr>
        </p:nvSpPr>
        <p:spPr>
          <a:xfrm>
            <a:off x="628788" y="6339840"/>
            <a:ext cx="302281" cy="365760"/>
          </a:xfrm>
          <a:prstGeom prst="rect">
            <a:avLst/>
          </a:prstGeom>
          <a:solidFill>
            <a:schemeClr val="bg1">
              <a:alpha val="82000"/>
            </a:schemeClr>
          </a:solidFill>
          <a:ln>
            <a:solidFill>
              <a:schemeClr val="accent2"/>
            </a:solidFill>
          </a:ln>
        </p:spPr>
        <p:txBody>
          <a:bodyPr vert="horz" lIns="0" tIns="45720" rIns="0" bIns="45720" rtlCol="0" anchor="ctr"/>
          <a:lstStyle>
            <a:lvl1pPr algn="ctr">
              <a:defRPr sz="1000">
                <a:solidFill>
                  <a:schemeClr val="tx1">
                    <a:lumMod val="95000"/>
                    <a:lumOff val="5000"/>
                  </a:schemeClr>
                </a:solidFill>
                <a:latin typeface="+mj-lt"/>
              </a:defRPr>
            </a:lvl1pPr>
          </a:lstStyle>
          <a:p>
            <a:fld id="{4FAB73BC-B049-4115-A692-8D63A059BFB8}" type="slidenum">
              <a:rPr lang="en-US" noProof="0" smtClean="0"/>
              <a:pPr/>
              <a:t>‹#›</a:t>
            </a:fld>
            <a:endParaRPr lang="en-US" noProof="0" dirty="0"/>
          </a:p>
        </p:txBody>
      </p:sp>
    </p:spTree>
    <p:extLst>
      <p:ext uri="{BB962C8B-B14F-4D97-AF65-F5344CB8AC3E}">
        <p14:creationId xmlns:p14="http://schemas.microsoft.com/office/powerpoint/2010/main" val="584864685"/>
      </p:ext>
    </p:extLst>
  </p:cSld>
  <p:clrMapOvr>
    <a:masterClrMapping/>
  </p:clrMapOvr>
  <p:extLst>
    <p:ext uri="{DCECCB84-F9BA-43D5-87BE-67443E8EF086}">
      <p15:sldGuideLst xmlns:p15="http://schemas.microsoft.com/office/powerpoint/2012/main">
        <p15:guide id="1" orient="horz" pos="2160">
          <p15:clr>
            <a:srgbClr val="FBAE40"/>
          </p15:clr>
        </p15:guide>
        <p15:guide id="2" orient="horz" pos="720">
          <p15:clr>
            <a:srgbClr val="FBAE40"/>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Title Subtitle Content and half Image_Top shape bar">
    <p:spTree>
      <p:nvGrpSpPr>
        <p:cNvPr id="1" name=""/>
        <p:cNvGrpSpPr/>
        <p:nvPr/>
      </p:nvGrpSpPr>
      <p:grpSpPr>
        <a:xfrm>
          <a:off x="0" y="0"/>
          <a:ext cx="0" cy="0"/>
          <a:chOff x="0" y="0"/>
          <a:chExt cx="0" cy="0"/>
        </a:xfrm>
      </p:grpSpPr>
      <p:sp>
        <p:nvSpPr>
          <p:cNvPr id="9" name="Picture Placeholder 8">
            <a:extLst>
              <a:ext uri="{FF2B5EF4-FFF2-40B4-BE49-F238E27FC236}">
                <a16:creationId xmlns:a16="http://schemas.microsoft.com/office/drawing/2014/main" id="{17C4BA0D-DEC0-450E-8F4D-B0E6D2D7D0C3}"/>
              </a:ext>
              <a:ext uri="{C183D7F6-B498-43B3-948B-1728B52AA6E4}">
                <adec:decorative xmlns="" xmlns:adec="http://schemas.microsoft.com/office/drawing/2017/decorative" val="1"/>
              </a:ext>
            </a:extLst>
          </p:cNvPr>
          <p:cNvSpPr>
            <a:spLocks noGrp="1"/>
          </p:cNvSpPr>
          <p:nvPr>
            <p:ph type="pic" sz="quarter" idx="17" hasCustomPrompt="1"/>
          </p:nvPr>
        </p:nvSpPr>
        <p:spPr>
          <a:xfrm>
            <a:off x="548641" y="2667001"/>
            <a:ext cx="5775959" cy="3543552"/>
          </a:xfrm>
        </p:spPr>
        <p:txBody>
          <a:bodyPr anchor="ctr"/>
          <a:lstStyle>
            <a:lvl1pPr marL="0" indent="0" algn="ctr">
              <a:buNone/>
              <a:defRPr>
                <a:solidFill>
                  <a:schemeClr val="bg1">
                    <a:lumMod val="50000"/>
                  </a:schemeClr>
                </a:solidFill>
              </a:defRPr>
            </a:lvl1pPr>
          </a:lstStyle>
          <a:p>
            <a:r>
              <a:rPr lang="en-US" noProof="0" dirty="0"/>
              <a:t>Insert Image</a:t>
            </a:r>
          </a:p>
        </p:txBody>
      </p:sp>
      <p:sp>
        <p:nvSpPr>
          <p:cNvPr id="11" name="Rectangle 10">
            <a:extLst>
              <a:ext uri="{FF2B5EF4-FFF2-40B4-BE49-F238E27FC236}">
                <a16:creationId xmlns:a16="http://schemas.microsoft.com/office/drawing/2014/main" id="{0B42CCEE-B750-4EF9-BAE5-217844AE7456}"/>
              </a:ext>
              <a:ext uri="{C183D7F6-B498-43B3-948B-1728B52AA6E4}">
                <adec:decorative xmlns="" xmlns:adec="http://schemas.microsoft.com/office/drawing/2017/decorative" val="1"/>
              </a:ext>
            </a:extLst>
          </p:cNvPr>
          <p:cNvSpPr/>
          <p:nvPr userDrawn="1"/>
        </p:nvSpPr>
        <p:spPr>
          <a:xfrm>
            <a:off x="0" y="0"/>
            <a:ext cx="12192000" cy="11297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9015F2E0-A9EE-4095-8DFC-C3BBA80FAEEE}"/>
              </a:ext>
            </a:extLst>
          </p:cNvPr>
          <p:cNvSpPr>
            <a:spLocks noGrp="1"/>
          </p:cNvSpPr>
          <p:nvPr>
            <p:ph type="title"/>
          </p:nvPr>
        </p:nvSpPr>
        <p:spPr>
          <a:xfrm>
            <a:off x="548640" y="990600"/>
            <a:ext cx="10805160" cy="707886"/>
          </a:xfrm>
        </p:spPr>
        <p:txBody>
          <a:bodyPr lIns="91440" anchor="t">
            <a:normAutofit/>
          </a:bodyPr>
          <a:lstStyle>
            <a:lvl1pPr>
              <a:lnSpc>
                <a:spcPct val="100000"/>
              </a:lnSpc>
              <a:defRPr sz="4000" b="0">
                <a:latin typeface="+mj-lt"/>
              </a:defRPr>
            </a:lvl1pPr>
          </a:lstStyle>
          <a:p>
            <a:r>
              <a:rPr lang="en-US" noProof="0" smtClean="0"/>
              <a:t>Click to edit Master title style</a:t>
            </a:r>
            <a:endParaRPr lang="en-US" noProof="0"/>
          </a:p>
        </p:txBody>
      </p:sp>
      <p:sp>
        <p:nvSpPr>
          <p:cNvPr id="7" name="Content Placeholder 6">
            <a:extLst>
              <a:ext uri="{FF2B5EF4-FFF2-40B4-BE49-F238E27FC236}">
                <a16:creationId xmlns:a16="http://schemas.microsoft.com/office/drawing/2014/main" id="{35FB90DC-1879-4B22-883B-7444D1A858EC}"/>
              </a:ext>
            </a:extLst>
          </p:cNvPr>
          <p:cNvSpPr>
            <a:spLocks noGrp="1"/>
          </p:cNvSpPr>
          <p:nvPr>
            <p:ph sz="quarter" idx="13"/>
          </p:nvPr>
        </p:nvSpPr>
        <p:spPr>
          <a:xfrm>
            <a:off x="6553200" y="2667001"/>
            <a:ext cx="5090157" cy="3543552"/>
          </a:xfrm>
        </p:spPr>
        <p:txBody>
          <a:bodyPr lIns="91440" rIns="91440"/>
          <a:lstStyle/>
          <a:p>
            <a:pPr lvl="0"/>
            <a:r>
              <a:rPr lang="en-US" noProof="0" smtClean="0"/>
              <a:t>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endParaRPr lang="en-US" noProof="0"/>
          </a:p>
        </p:txBody>
      </p:sp>
      <p:sp>
        <p:nvSpPr>
          <p:cNvPr id="8" name="Text Placeholder 7">
            <a:extLst>
              <a:ext uri="{FF2B5EF4-FFF2-40B4-BE49-F238E27FC236}">
                <a16:creationId xmlns:a16="http://schemas.microsoft.com/office/drawing/2014/main" id="{4D8DAD49-E192-4934-8CF1-25E9CA66F761}"/>
              </a:ext>
            </a:extLst>
          </p:cNvPr>
          <p:cNvSpPr>
            <a:spLocks noGrp="1"/>
          </p:cNvSpPr>
          <p:nvPr>
            <p:ph type="body" sz="quarter" idx="16" hasCustomPrompt="1"/>
          </p:nvPr>
        </p:nvSpPr>
        <p:spPr>
          <a:xfrm>
            <a:off x="548640" y="1676400"/>
            <a:ext cx="10837333" cy="424732"/>
          </a:xfrm>
          <a:noFill/>
        </p:spPr>
        <p:txBody>
          <a:bodyPr wrap="square" lIns="91440" rIns="91440">
            <a:spAutoFit/>
          </a:bodyPr>
          <a:lstStyle>
            <a:lvl1pPr marL="0" indent="0">
              <a:buNone/>
              <a:defRPr sz="2400" b="0">
                <a:solidFill>
                  <a:schemeClr val="tx2"/>
                </a:solidFill>
              </a:defRPr>
            </a:lvl1pPr>
          </a:lstStyle>
          <a:p>
            <a:pPr lvl="0"/>
            <a:r>
              <a:rPr lang="en-US" noProof="0"/>
              <a:t>Add additional text </a:t>
            </a:r>
          </a:p>
        </p:txBody>
      </p:sp>
      <p:sp>
        <p:nvSpPr>
          <p:cNvPr id="13" name="Slide Number Placeholder 5">
            <a:extLst>
              <a:ext uri="{FF2B5EF4-FFF2-40B4-BE49-F238E27FC236}">
                <a16:creationId xmlns:a16="http://schemas.microsoft.com/office/drawing/2014/main" id="{6A52166E-5DA9-4AA1-9355-E8DBFDD90AEB}"/>
              </a:ext>
            </a:extLst>
          </p:cNvPr>
          <p:cNvSpPr>
            <a:spLocks noGrp="1"/>
          </p:cNvSpPr>
          <p:nvPr>
            <p:ph type="sldNum" sz="quarter" idx="4"/>
          </p:nvPr>
        </p:nvSpPr>
        <p:spPr>
          <a:xfrm>
            <a:off x="628788" y="6339840"/>
            <a:ext cx="302281" cy="365760"/>
          </a:xfrm>
          <a:prstGeom prst="rect">
            <a:avLst/>
          </a:prstGeom>
          <a:solidFill>
            <a:schemeClr val="bg1">
              <a:alpha val="82000"/>
            </a:schemeClr>
          </a:solidFill>
          <a:ln>
            <a:solidFill>
              <a:schemeClr val="accent2"/>
            </a:solidFill>
          </a:ln>
        </p:spPr>
        <p:txBody>
          <a:bodyPr vert="horz" lIns="0" tIns="45720" rIns="0" bIns="45720" rtlCol="0" anchor="ctr"/>
          <a:lstStyle>
            <a:lvl1pPr algn="ctr">
              <a:defRPr sz="1000">
                <a:solidFill>
                  <a:schemeClr val="tx1">
                    <a:lumMod val="95000"/>
                    <a:lumOff val="5000"/>
                  </a:schemeClr>
                </a:solidFill>
                <a:latin typeface="+mj-lt"/>
              </a:defRPr>
            </a:lvl1pPr>
          </a:lstStyle>
          <a:p>
            <a:fld id="{4FAB73BC-B049-4115-A692-8D63A059BFB8}" type="slidenum">
              <a:rPr lang="en-US" noProof="0" smtClean="0"/>
              <a:pPr/>
              <a:t>‹#›</a:t>
            </a:fld>
            <a:endParaRPr lang="en-US" noProof="0" dirty="0"/>
          </a:p>
        </p:txBody>
      </p:sp>
    </p:spTree>
    <p:extLst>
      <p:ext uri="{BB962C8B-B14F-4D97-AF65-F5344CB8AC3E}">
        <p14:creationId xmlns:p14="http://schemas.microsoft.com/office/powerpoint/2010/main" val="2465573524"/>
      </p:ext>
    </p:extLst>
  </p:cSld>
  <p:clrMapOvr>
    <a:masterClrMapping/>
  </p:clrMapOvr>
  <p:extLst>
    <p:ext uri="{DCECCB84-F9BA-43D5-87BE-67443E8EF086}">
      <p15:sldGuideLst xmlns:p15="http://schemas.microsoft.com/office/powerpoint/2012/main">
        <p15:guide id="1" orient="horz" pos="2160">
          <p15:clr>
            <a:srgbClr val="FBAE40"/>
          </p15:clr>
        </p15:guide>
        <p15:guide id="2" orient="horz" pos="720">
          <p15:clr>
            <a:srgbClr val="FBAE40"/>
          </p15:clr>
        </p15:guide>
      </p15:sldGuideLst>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Half Image Title Content and Top shape bar">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0B42CCEE-B750-4EF9-BAE5-217844AE7456}"/>
              </a:ext>
              <a:ext uri="{C183D7F6-B498-43B3-948B-1728B52AA6E4}">
                <adec:decorative xmlns="" xmlns:adec="http://schemas.microsoft.com/office/drawing/2017/decorative" val="1"/>
              </a:ext>
            </a:extLst>
          </p:cNvPr>
          <p:cNvSpPr/>
          <p:nvPr userDrawn="1"/>
        </p:nvSpPr>
        <p:spPr>
          <a:xfrm>
            <a:off x="0" y="0"/>
            <a:ext cx="12192000" cy="11297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9015F2E0-A9EE-4095-8DFC-C3BBA80FAEEE}"/>
              </a:ext>
            </a:extLst>
          </p:cNvPr>
          <p:cNvSpPr>
            <a:spLocks noGrp="1"/>
          </p:cNvSpPr>
          <p:nvPr>
            <p:ph type="title"/>
          </p:nvPr>
        </p:nvSpPr>
        <p:spPr>
          <a:xfrm>
            <a:off x="548640" y="3735623"/>
            <a:ext cx="10805160" cy="707886"/>
          </a:xfrm>
        </p:spPr>
        <p:txBody>
          <a:bodyPr lIns="91440" anchor="t">
            <a:normAutofit/>
          </a:bodyPr>
          <a:lstStyle>
            <a:lvl1pPr>
              <a:lnSpc>
                <a:spcPct val="100000"/>
              </a:lnSpc>
              <a:defRPr sz="4000" b="0">
                <a:latin typeface="+mj-lt"/>
              </a:defRPr>
            </a:lvl1pPr>
          </a:lstStyle>
          <a:p>
            <a:r>
              <a:rPr lang="en-US" noProof="0" smtClean="0"/>
              <a:t>Click to edit Master title style</a:t>
            </a:r>
            <a:endParaRPr lang="en-US" noProof="0"/>
          </a:p>
        </p:txBody>
      </p:sp>
      <p:sp>
        <p:nvSpPr>
          <p:cNvPr id="7" name="Content Placeholder 6">
            <a:extLst>
              <a:ext uri="{FF2B5EF4-FFF2-40B4-BE49-F238E27FC236}">
                <a16:creationId xmlns:a16="http://schemas.microsoft.com/office/drawing/2014/main" id="{35FB90DC-1879-4B22-883B-7444D1A858EC}"/>
              </a:ext>
            </a:extLst>
          </p:cNvPr>
          <p:cNvSpPr>
            <a:spLocks noGrp="1"/>
          </p:cNvSpPr>
          <p:nvPr>
            <p:ph sz="quarter" idx="13"/>
          </p:nvPr>
        </p:nvSpPr>
        <p:spPr>
          <a:xfrm>
            <a:off x="548640" y="4617492"/>
            <a:ext cx="9890759" cy="1527048"/>
          </a:xfrm>
        </p:spPr>
        <p:txBody>
          <a:bodyPr lIns="91440" rIns="91440">
            <a:normAutofit/>
          </a:bodyPr>
          <a:lstStyle>
            <a:lvl1pPr>
              <a:defRPr sz="1800"/>
            </a:lvl1pPr>
            <a:lvl2pPr>
              <a:defRPr sz="1600"/>
            </a:lvl2pPr>
            <a:lvl3pPr>
              <a:defRPr sz="1400"/>
            </a:lvl3pPr>
            <a:lvl4pPr>
              <a:defRPr sz="1200"/>
            </a:lvl4pPr>
            <a:lvl5pPr>
              <a:defRPr sz="1200"/>
            </a:lvl5pPr>
          </a:lstStyle>
          <a:p>
            <a:pPr lvl="0"/>
            <a:r>
              <a:rPr lang="en-US" noProof="0" smtClean="0"/>
              <a:t>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endParaRPr lang="en-US" noProof="0"/>
          </a:p>
        </p:txBody>
      </p:sp>
      <p:sp>
        <p:nvSpPr>
          <p:cNvPr id="9" name="Picture Placeholder 8">
            <a:extLst>
              <a:ext uri="{FF2B5EF4-FFF2-40B4-BE49-F238E27FC236}">
                <a16:creationId xmlns:a16="http://schemas.microsoft.com/office/drawing/2014/main" id="{17C4BA0D-DEC0-450E-8F4D-B0E6D2D7D0C3}"/>
              </a:ext>
              <a:ext uri="{C183D7F6-B498-43B3-948B-1728B52AA6E4}">
                <adec:decorative xmlns="" xmlns:adec="http://schemas.microsoft.com/office/drawing/2017/decorative" val="1"/>
              </a:ext>
            </a:extLst>
          </p:cNvPr>
          <p:cNvSpPr>
            <a:spLocks noGrp="1"/>
          </p:cNvSpPr>
          <p:nvPr>
            <p:ph type="pic" sz="quarter" idx="17" hasCustomPrompt="1"/>
          </p:nvPr>
        </p:nvSpPr>
        <p:spPr>
          <a:xfrm>
            <a:off x="0" y="112976"/>
            <a:ext cx="12191999" cy="3278423"/>
          </a:xfrm>
        </p:spPr>
        <p:txBody>
          <a:bodyPr anchor="ctr"/>
          <a:lstStyle>
            <a:lvl1pPr marL="0" indent="0" algn="ctr">
              <a:buNone/>
              <a:defRPr>
                <a:solidFill>
                  <a:schemeClr val="bg1">
                    <a:lumMod val="50000"/>
                  </a:schemeClr>
                </a:solidFill>
              </a:defRPr>
            </a:lvl1pPr>
          </a:lstStyle>
          <a:p>
            <a:r>
              <a:rPr lang="en-US" noProof="0" dirty="0"/>
              <a:t>Insert Image</a:t>
            </a:r>
          </a:p>
        </p:txBody>
      </p:sp>
      <p:sp>
        <p:nvSpPr>
          <p:cNvPr id="12" name="Slide Number Placeholder 5">
            <a:extLst>
              <a:ext uri="{FF2B5EF4-FFF2-40B4-BE49-F238E27FC236}">
                <a16:creationId xmlns:a16="http://schemas.microsoft.com/office/drawing/2014/main" id="{E9FF8476-DF8C-4276-8CF6-44BC91B88C2C}"/>
              </a:ext>
            </a:extLst>
          </p:cNvPr>
          <p:cNvSpPr>
            <a:spLocks noGrp="1"/>
          </p:cNvSpPr>
          <p:nvPr>
            <p:ph type="sldNum" sz="quarter" idx="4"/>
          </p:nvPr>
        </p:nvSpPr>
        <p:spPr>
          <a:xfrm>
            <a:off x="628788" y="6339840"/>
            <a:ext cx="302281" cy="365760"/>
          </a:xfrm>
          <a:prstGeom prst="rect">
            <a:avLst/>
          </a:prstGeom>
          <a:solidFill>
            <a:schemeClr val="bg1">
              <a:alpha val="82000"/>
            </a:schemeClr>
          </a:solidFill>
          <a:ln>
            <a:solidFill>
              <a:schemeClr val="accent2"/>
            </a:solidFill>
          </a:ln>
        </p:spPr>
        <p:txBody>
          <a:bodyPr vert="horz" lIns="0" tIns="45720" rIns="0" bIns="45720" rtlCol="0" anchor="ctr"/>
          <a:lstStyle>
            <a:lvl1pPr algn="ctr">
              <a:defRPr sz="1000">
                <a:solidFill>
                  <a:schemeClr val="tx1">
                    <a:lumMod val="95000"/>
                    <a:lumOff val="5000"/>
                  </a:schemeClr>
                </a:solidFill>
                <a:latin typeface="+mj-lt"/>
              </a:defRPr>
            </a:lvl1pPr>
          </a:lstStyle>
          <a:p>
            <a:fld id="{4FAB73BC-B049-4115-A692-8D63A059BFB8}" type="slidenum">
              <a:rPr lang="en-US" noProof="0" smtClean="0"/>
              <a:pPr/>
              <a:t>‹#›</a:t>
            </a:fld>
            <a:endParaRPr lang="en-US" noProof="0" dirty="0"/>
          </a:p>
        </p:txBody>
      </p:sp>
    </p:spTree>
    <p:extLst>
      <p:ext uri="{BB962C8B-B14F-4D97-AF65-F5344CB8AC3E}">
        <p14:creationId xmlns:p14="http://schemas.microsoft.com/office/powerpoint/2010/main" val="3996159143"/>
      </p:ext>
    </p:extLst>
  </p:cSld>
  <p:clrMapOvr>
    <a:masterClrMapping/>
  </p:clrMapOvr>
  <p:extLst>
    <p:ext uri="{DCECCB84-F9BA-43D5-87BE-67443E8EF086}">
      <p15:sldGuideLst xmlns:p15="http://schemas.microsoft.com/office/powerpoint/2012/main">
        <p15:guide id="1" orient="horz" pos="2160">
          <p15:clr>
            <a:srgbClr val="FBAE40"/>
          </p15:clr>
        </p15:guide>
        <p15:guide id="2" orient="horz" pos="720">
          <p15:clr>
            <a:srgbClr val="FBAE40"/>
          </p15:clr>
        </p15:guide>
      </p15:sldGuideLst>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Half Image Title Two column Content and Top shape bar">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0B42CCEE-B750-4EF9-BAE5-217844AE7456}"/>
              </a:ext>
              <a:ext uri="{C183D7F6-B498-43B3-948B-1728B52AA6E4}">
                <adec:decorative xmlns="" xmlns:adec="http://schemas.microsoft.com/office/drawing/2017/decorative" val="1"/>
              </a:ext>
            </a:extLst>
          </p:cNvPr>
          <p:cNvSpPr/>
          <p:nvPr userDrawn="1"/>
        </p:nvSpPr>
        <p:spPr>
          <a:xfrm>
            <a:off x="0" y="0"/>
            <a:ext cx="12192000" cy="11297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9015F2E0-A9EE-4095-8DFC-C3BBA80FAEEE}"/>
              </a:ext>
            </a:extLst>
          </p:cNvPr>
          <p:cNvSpPr>
            <a:spLocks noGrp="1"/>
          </p:cNvSpPr>
          <p:nvPr>
            <p:ph type="title"/>
          </p:nvPr>
        </p:nvSpPr>
        <p:spPr>
          <a:xfrm>
            <a:off x="548640" y="3735623"/>
            <a:ext cx="11109960" cy="707886"/>
          </a:xfrm>
        </p:spPr>
        <p:txBody>
          <a:bodyPr lIns="91440" anchor="t">
            <a:normAutofit/>
          </a:bodyPr>
          <a:lstStyle>
            <a:lvl1pPr>
              <a:lnSpc>
                <a:spcPct val="100000"/>
              </a:lnSpc>
              <a:defRPr sz="4000" b="0">
                <a:latin typeface="+mj-lt"/>
              </a:defRPr>
            </a:lvl1pPr>
          </a:lstStyle>
          <a:p>
            <a:r>
              <a:rPr lang="en-US" noProof="0" smtClean="0"/>
              <a:t>Click to edit Master title style</a:t>
            </a:r>
            <a:endParaRPr lang="en-US" noProof="0"/>
          </a:p>
        </p:txBody>
      </p:sp>
      <p:sp>
        <p:nvSpPr>
          <p:cNvPr id="7" name="Content Placeholder 6">
            <a:extLst>
              <a:ext uri="{FF2B5EF4-FFF2-40B4-BE49-F238E27FC236}">
                <a16:creationId xmlns:a16="http://schemas.microsoft.com/office/drawing/2014/main" id="{35FB90DC-1879-4B22-883B-7444D1A858EC}"/>
              </a:ext>
            </a:extLst>
          </p:cNvPr>
          <p:cNvSpPr>
            <a:spLocks noGrp="1"/>
          </p:cNvSpPr>
          <p:nvPr>
            <p:ph sz="quarter" idx="13"/>
          </p:nvPr>
        </p:nvSpPr>
        <p:spPr>
          <a:xfrm>
            <a:off x="548641" y="4617492"/>
            <a:ext cx="5212080" cy="1527048"/>
          </a:xfrm>
        </p:spPr>
        <p:txBody>
          <a:bodyPr lIns="91440" rIns="91440">
            <a:normAutofit/>
          </a:bodyPr>
          <a:lstStyle>
            <a:lvl1pPr>
              <a:defRPr sz="1800"/>
            </a:lvl1pPr>
            <a:lvl2pPr>
              <a:defRPr sz="1600"/>
            </a:lvl2pPr>
            <a:lvl3pPr>
              <a:defRPr sz="1400"/>
            </a:lvl3pPr>
            <a:lvl4pPr>
              <a:defRPr sz="1200"/>
            </a:lvl4pPr>
            <a:lvl5pPr>
              <a:defRPr sz="1200"/>
            </a:lvl5pPr>
          </a:lstStyle>
          <a:p>
            <a:pPr lvl="0"/>
            <a:r>
              <a:rPr lang="en-US" noProof="0" smtClean="0"/>
              <a:t>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endParaRPr lang="en-US" noProof="0"/>
          </a:p>
        </p:txBody>
      </p:sp>
      <p:sp>
        <p:nvSpPr>
          <p:cNvPr id="9" name="Picture Placeholder 8">
            <a:extLst>
              <a:ext uri="{FF2B5EF4-FFF2-40B4-BE49-F238E27FC236}">
                <a16:creationId xmlns:a16="http://schemas.microsoft.com/office/drawing/2014/main" id="{17C4BA0D-DEC0-450E-8F4D-B0E6D2D7D0C3}"/>
              </a:ext>
              <a:ext uri="{C183D7F6-B498-43B3-948B-1728B52AA6E4}">
                <adec:decorative xmlns="" xmlns:adec="http://schemas.microsoft.com/office/drawing/2017/decorative" val="1"/>
              </a:ext>
            </a:extLst>
          </p:cNvPr>
          <p:cNvSpPr>
            <a:spLocks noGrp="1"/>
          </p:cNvSpPr>
          <p:nvPr>
            <p:ph type="pic" sz="quarter" idx="17" hasCustomPrompt="1"/>
          </p:nvPr>
        </p:nvSpPr>
        <p:spPr>
          <a:xfrm>
            <a:off x="0" y="112976"/>
            <a:ext cx="12191999" cy="3278423"/>
          </a:xfrm>
        </p:spPr>
        <p:txBody>
          <a:bodyPr anchor="ctr"/>
          <a:lstStyle>
            <a:lvl1pPr marL="0" indent="0" algn="ctr">
              <a:buNone/>
              <a:defRPr>
                <a:solidFill>
                  <a:schemeClr val="bg1">
                    <a:lumMod val="50000"/>
                  </a:schemeClr>
                </a:solidFill>
              </a:defRPr>
            </a:lvl1pPr>
          </a:lstStyle>
          <a:p>
            <a:r>
              <a:rPr lang="en-US" noProof="0" dirty="0"/>
              <a:t>Insert Image</a:t>
            </a:r>
          </a:p>
        </p:txBody>
      </p:sp>
      <p:sp>
        <p:nvSpPr>
          <p:cNvPr id="12" name="Content Placeholder 6">
            <a:extLst>
              <a:ext uri="{FF2B5EF4-FFF2-40B4-BE49-F238E27FC236}">
                <a16:creationId xmlns:a16="http://schemas.microsoft.com/office/drawing/2014/main" id="{E93A96C6-A4F2-43F1-A47D-0D52EF29954B}"/>
              </a:ext>
            </a:extLst>
          </p:cNvPr>
          <p:cNvSpPr>
            <a:spLocks noGrp="1"/>
          </p:cNvSpPr>
          <p:nvPr>
            <p:ph sz="quarter" idx="19"/>
          </p:nvPr>
        </p:nvSpPr>
        <p:spPr>
          <a:xfrm>
            <a:off x="6446520" y="4617492"/>
            <a:ext cx="5212080" cy="1527048"/>
          </a:xfrm>
        </p:spPr>
        <p:txBody>
          <a:bodyPr lIns="91440" rIns="91440">
            <a:normAutofit/>
          </a:bodyPr>
          <a:lstStyle>
            <a:lvl1pPr>
              <a:defRPr sz="1800"/>
            </a:lvl1pPr>
            <a:lvl2pPr>
              <a:defRPr sz="1600"/>
            </a:lvl2pPr>
            <a:lvl3pPr>
              <a:defRPr sz="1400"/>
            </a:lvl3pPr>
            <a:lvl4pPr>
              <a:defRPr sz="1200"/>
            </a:lvl4pPr>
            <a:lvl5pPr>
              <a:defRPr sz="1200"/>
            </a:lvl5pPr>
          </a:lstStyle>
          <a:p>
            <a:pPr lvl="0"/>
            <a:r>
              <a:rPr lang="en-US" noProof="0" smtClean="0"/>
              <a:t>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endParaRPr lang="en-US" noProof="0"/>
          </a:p>
        </p:txBody>
      </p:sp>
      <p:sp>
        <p:nvSpPr>
          <p:cNvPr id="14" name="Slide Number Placeholder 5">
            <a:extLst>
              <a:ext uri="{FF2B5EF4-FFF2-40B4-BE49-F238E27FC236}">
                <a16:creationId xmlns:a16="http://schemas.microsoft.com/office/drawing/2014/main" id="{FC5AD12C-F7F6-431D-ABA4-F7E37CACEAC6}"/>
              </a:ext>
            </a:extLst>
          </p:cNvPr>
          <p:cNvSpPr>
            <a:spLocks noGrp="1"/>
          </p:cNvSpPr>
          <p:nvPr>
            <p:ph type="sldNum" sz="quarter" idx="4"/>
          </p:nvPr>
        </p:nvSpPr>
        <p:spPr>
          <a:xfrm>
            <a:off x="628788" y="6339840"/>
            <a:ext cx="302281" cy="365760"/>
          </a:xfrm>
          <a:prstGeom prst="rect">
            <a:avLst/>
          </a:prstGeom>
          <a:solidFill>
            <a:schemeClr val="bg1">
              <a:alpha val="82000"/>
            </a:schemeClr>
          </a:solidFill>
          <a:ln>
            <a:solidFill>
              <a:schemeClr val="accent2"/>
            </a:solidFill>
          </a:ln>
        </p:spPr>
        <p:txBody>
          <a:bodyPr vert="horz" lIns="0" tIns="45720" rIns="0" bIns="45720" rtlCol="0" anchor="ctr"/>
          <a:lstStyle>
            <a:lvl1pPr algn="ctr">
              <a:defRPr sz="1000">
                <a:solidFill>
                  <a:schemeClr val="tx1">
                    <a:lumMod val="95000"/>
                    <a:lumOff val="5000"/>
                  </a:schemeClr>
                </a:solidFill>
                <a:latin typeface="+mj-lt"/>
              </a:defRPr>
            </a:lvl1pPr>
          </a:lstStyle>
          <a:p>
            <a:fld id="{4FAB73BC-B049-4115-A692-8D63A059BFB8}" type="slidenum">
              <a:rPr lang="en-US" noProof="0" smtClean="0"/>
              <a:pPr/>
              <a:t>‹#›</a:t>
            </a:fld>
            <a:endParaRPr lang="en-US" noProof="0" dirty="0"/>
          </a:p>
        </p:txBody>
      </p:sp>
    </p:spTree>
    <p:extLst>
      <p:ext uri="{BB962C8B-B14F-4D97-AF65-F5344CB8AC3E}">
        <p14:creationId xmlns:p14="http://schemas.microsoft.com/office/powerpoint/2010/main" val="2523317638"/>
      </p:ext>
    </p:extLst>
  </p:cSld>
  <p:clrMapOvr>
    <a:masterClrMapping/>
  </p:clrMapOvr>
  <p:extLst>
    <p:ext uri="{DCECCB84-F9BA-43D5-87BE-67443E8EF086}">
      <p15:sldGuideLst xmlns:p15="http://schemas.microsoft.com/office/powerpoint/2012/main">
        <p15:guide id="1" orient="horz" pos="2160">
          <p15:clr>
            <a:srgbClr val="FBAE40"/>
          </p15:clr>
        </p15:guide>
        <p15:guide id="2" orient="horz" pos="720">
          <p15:clr>
            <a:srgbClr val="FBAE40"/>
          </p15:clr>
        </p15:guide>
      </p15:sldGuideLst>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1_Half Image Title Two column Content and Top shape bar">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0B42CCEE-B750-4EF9-BAE5-217844AE7456}"/>
              </a:ext>
              <a:ext uri="{C183D7F6-B498-43B3-948B-1728B52AA6E4}">
                <adec:decorative xmlns="" xmlns:adec="http://schemas.microsoft.com/office/drawing/2017/decorative" val="1"/>
              </a:ext>
            </a:extLst>
          </p:cNvPr>
          <p:cNvSpPr/>
          <p:nvPr userDrawn="1"/>
        </p:nvSpPr>
        <p:spPr>
          <a:xfrm>
            <a:off x="0" y="0"/>
            <a:ext cx="12192000" cy="11297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9015F2E0-A9EE-4095-8DFC-C3BBA80FAEEE}"/>
              </a:ext>
            </a:extLst>
          </p:cNvPr>
          <p:cNvSpPr>
            <a:spLocks noGrp="1"/>
          </p:cNvSpPr>
          <p:nvPr>
            <p:ph type="title"/>
          </p:nvPr>
        </p:nvSpPr>
        <p:spPr>
          <a:xfrm>
            <a:off x="1721698" y="3735622"/>
            <a:ext cx="5013960" cy="2408917"/>
          </a:xfrm>
        </p:spPr>
        <p:txBody>
          <a:bodyPr lIns="91440" anchor="t">
            <a:normAutofit/>
          </a:bodyPr>
          <a:lstStyle>
            <a:lvl1pPr>
              <a:lnSpc>
                <a:spcPct val="100000"/>
              </a:lnSpc>
              <a:defRPr sz="4000" b="0">
                <a:latin typeface="+mj-lt"/>
              </a:defRPr>
            </a:lvl1pPr>
          </a:lstStyle>
          <a:p>
            <a:r>
              <a:rPr lang="en-US" noProof="0" smtClean="0"/>
              <a:t>Click to edit Master title style</a:t>
            </a:r>
            <a:endParaRPr lang="en-US" noProof="0"/>
          </a:p>
        </p:txBody>
      </p:sp>
      <p:sp>
        <p:nvSpPr>
          <p:cNvPr id="9" name="Picture Placeholder 8">
            <a:extLst>
              <a:ext uri="{FF2B5EF4-FFF2-40B4-BE49-F238E27FC236}">
                <a16:creationId xmlns:a16="http://schemas.microsoft.com/office/drawing/2014/main" id="{17C4BA0D-DEC0-450E-8F4D-B0E6D2D7D0C3}"/>
              </a:ext>
              <a:ext uri="{C183D7F6-B498-43B3-948B-1728B52AA6E4}">
                <adec:decorative xmlns="" xmlns:adec="http://schemas.microsoft.com/office/drawing/2017/decorative" val="1"/>
              </a:ext>
            </a:extLst>
          </p:cNvPr>
          <p:cNvSpPr>
            <a:spLocks noGrp="1"/>
          </p:cNvSpPr>
          <p:nvPr>
            <p:ph type="pic" sz="quarter" idx="17" hasCustomPrompt="1"/>
          </p:nvPr>
        </p:nvSpPr>
        <p:spPr>
          <a:xfrm>
            <a:off x="0" y="112976"/>
            <a:ext cx="12191999" cy="3278423"/>
          </a:xfrm>
        </p:spPr>
        <p:txBody>
          <a:bodyPr anchor="ctr"/>
          <a:lstStyle>
            <a:lvl1pPr marL="0" indent="0" algn="ctr">
              <a:buNone/>
              <a:defRPr>
                <a:solidFill>
                  <a:schemeClr val="bg1">
                    <a:lumMod val="50000"/>
                  </a:schemeClr>
                </a:solidFill>
              </a:defRPr>
            </a:lvl1pPr>
          </a:lstStyle>
          <a:p>
            <a:r>
              <a:rPr lang="en-US" noProof="0" dirty="0"/>
              <a:t>Insert Image</a:t>
            </a:r>
          </a:p>
        </p:txBody>
      </p:sp>
      <p:sp>
        <p:nvSpPr>
          <p:cNvPr id="13" name="Text Placeholder 16">
            <a:extLst>
              <a:ext uri="{FF2B5EF4-FFF2-40B4-BE49-F238E27FC236}">
                <a16:creationId xmlns:a16="http://schemas.microsoft.com/office/drawing/2014/main" id="{38376498-C218-4EDB-8416-A59802EF2018}"/>
              </a:ext>
              <a:ext uri="{C183D7F6-B498-43B3-948B-1728B52AA6E4}">
                <adec:decorative xmlns="" xmlns:adec="http://schemas.microsoft.com/office/drawing/2017/decorative" val="1"/>
              </a:ext>
            </a:extLst>
          </p:cNvPr>
          <p:cNvSpPr>
            <a:spLocks noGrp="1"/>
          </p:cNvSpPr>
          <p:nvPr>
            <p:ph type="body" sz="quarter" idx="20" hasCustomPrompt="1"/>
          </p:nvPr>
        </p:nvSpPr>
        <p:spPr>
          <a:xfrm>
            <a:off x="7239000" y="1981199"/>
            <a:ext cx="4389542" cy="4163339"/>
          </a:xfrm>
          <a:solidFill>
            <a:schemeClr val="bg1"/>
          </a:solidFill>
          <a:ln w="28575">
            <a:solidFill>
              <a:schemeClr val="accent2"/>
            </a:solidFill>
          </a:ln>
          <a:effectLst/>
        </p:spPr>
        <p:txBody>
          <a:bodyPr/>
          <a:lstStyle>
            <a:lvl1pPr marL="0" indent="0">
              <a:buNone/>
              <a:defRPr>
                <a:solidFill>
                  <a:schemeClr val="tx1">
                    <a:alpha val="0"/>
                  </a:schemeClr>
                </a:solidFill>
              </a:defRPr>
            </a:lvl1pPr>
          </a:lstStyle>
          <a:p>
            <a:pPr lvl="0"/>
            <a:r>
              <a:rPr lang="en-US" noProof="0"/>
              <a:t>I</a:t>
            </a:r>
          </a:p>
        </p:txBody>
      </p:sp>
      <p:sp>
        <p:nvSpPr>
          <p:cNvPr id="12" name="Content Placeholder 6">
            <a:extLst>
              <a:ext uri="{FF2B5EF4-FFF2-40B4-BE49-F238E27FC236}">
                <a16:creationId xmlns:a16="http://schemas.microsoft.com/office/drawing/2014/main" id="{E93A96C6-A4F2-43F1-A47D-0D52EF29954B}"/>
              </a:ext>
            </a:extLst>
          </p:cNvPr>
          <p:cNvSpPr>
            <a:spLocks noGrp="1"/>
          </p:cNvSpPr>
          <p:nvPr>
            <p:ph sz="quarter" idx="19" hasCustomPrompt="1"/>
          </p:nvPr>
        </p:nvSpPr>
        <p:spPr>
          <a:xfrm>
            <a:off x="7589520" y="2286000"/>
            <a:ext cx="3688080" cy="3581400"/>
          </a:xfrm>
        </p:spPr>
        <p:txBody>
          <a:bodyPr lIns="91440" rIns="91440">
            <a:normAutofit/>
          </a:bodyPr>
          <a:lstStyle>
            <a:lvl1pPr marL="0" indent="0">
              <a:lnSpc>
                <a:spcPct val="100000"/>
              </a:lnSpc>
              <a:spcBef>
                <a:spcPts val="0"/>
              </a:spcBef>
              <a:spcAft>
                <a:spcPts val="0"/>
              </a:spcAft>
              <a:buNone/>
              <a:defRPr sz="3200">
                <a:solidFill>
                  <a:schemeClr val="accent2"/>
                </a:solidFill>
              </a:defRPr>
            </a:lvl1pPr>
            <a:lvl2pPr>
              <a:defRPr sz="1600"/>
            </a:lvl2pPr>
            <a:lvl3pPr>
              <a:defRPr sz="1400"/>
            </a:lvl3pPr>
            <a:lvl4pPr>
              <a:defRPr sz="1200"/>
            </a:lvl4pPr>
            <a:lvl5pPr>
              <a:defRPr sz="1200"/>
            </a:lvl5pPr>
          </a:lstStyle>
          <a:p>
            <a:pPr lvl="0"/>
            <a:r>
              <a:rPr lang="en-US" noProof="0"/>
              <a:t>Important Content</a:t>
            </a:r>
          </a:p>
        </p:txBody>
      </p:sp>
      <p:sp>
        <p:nvSpPr>
          <p:cNvPr id="8" name="Picture Placeholder 7">
            <a:extLst>
              <a:ext uri="{FF2B5EF4-FFF2-40B4-BE49-F238E27FC236}">
                <a16:creationId xmlns:a16="http://schemas.microsoft.com/office/drawing/2014/main" id="{1EC81B64-070E-43F3-BCB5-833AB965D638}"/>
              </a:ext>
              <a:ext uri="{C183D7F6-B498-43B3-948B-1728B52AA6E4}">
                <adec:decorative xmlns="" xmlns:adec="http://schemas.microsoft.com/office/drawing/2017/decorative" val="1"/>
              </a:ext>
            </a:extLst>
          </p:cNvPr>
          <p:cNvSpPr>
            <a:spLocks noGrp="1"/>
          </p:cNvSpPr>
          <p:nvPr>
            <p:ph type="pic" sz="quarter" idx="21" hasCustomPrompt="1"/>
          </p:nvPr>
        </p:nvSpPr>
        <p:spPr>
          <a:xfrm>
            <a:off x="548944" y="3717925"/>
            <a:ext cx="914400" cy="930275"/>
          </a:xfrm>
        </p:spPr>
        <p:txBody>
          <a:bodyPr anchor="ctr"/>
          <a:lstStyle>
            <a:lvl1pPr marL="0" indent="0" algn="ctr">
              <a:buNone/>
              <a:defRPr/>
            </a:lvl1pPr>
          </a:lstStyle>
          <a:p>
            <a:r>
              <a:rPr lang="en-US" noProof="0" dirty="0"/>
              <a:t>Icon</a:t>
            </a:r>
          </a:p>
        </p:txBody>
      </p:sp>
      <p:sp>
        <p:nvSpPr>
          <p:cNvPr id="15" name="Slide Number Placeholder 5">
            <a:extLst>
              <a:ext uri="{FF2B5EF4-FFF2-40B4-BE49-F238E27FC236}">
                <a16:creationId xmlns:a16="http://schemas.microsoft.com/office/drawing/2014/main" id="{8D5893EC-1256-429B-9581-379342C2368B}"/>
              </a:ext>
            </a:extLst>
          </p:cNvPr>
          <p:cNvSpPr>
            <a:spLocks noGrp="1"/>
          </p:cNvSpPr>
          <p:nvPr>
            <p:ph type="sldNum" sz="quarter" idx="4"/>
          </p:nvPr>
        </p:nvSpPr>
        <p:spPr>
          <a:xfrm>
            <a:off x="628788" y="6339840"/>
            <a:ext cx="302281" cy="365760"/>
          </a:xfrm>
          <a:prstGeom prst="rect">
            <a:avLst/>
          </a:prstGeom>
          <a:solidFill>
            <a:schemeClr val="bg1">
              <a:alpha val="82000"/>
            </a:schemeClr>
          </a:solidFill>
          <a:ln>
            <a:solidFill>
              <a:schemeClr val="accent2"/>
            </a:solidFill>
          </a:ln>
        </p:spPr>
        <p:txBody>
          <a:bodyPr vert="horz" lIns="0" tIns="45720" rIns="0" bIns="45720" rtlCol="0" anchor="ctr"/>
          <a:lstStyle>
            <a:lvl1pPr algn="ctr">
              <a:defRPr sz="1000">
                <a:solidFill>
                  <a:schemeClr val="tx1">
                    <a:lumMod val="95000"/>
                    <a:lumOff val="5000"/>
                  </a:schemeClr>
                </a:solidFill>
                <a:latin typeface="+mj-lt"/>
              </a:defRPr>
            </a:lvl1pPr>
          </a:lstStyle>
          <a:p>
            <a:fld id="{4FAB73BC-B049-4115-A692-8D63A059BFB8}" type="slidenum">
              <a:rPr lang="en-US" noProof="0" smtClean="0"/>
              <a:pPr/>
              <a:t>‹#›</a:t>
            </a:fld>
            <a:endParaRPr lang="en-US" noProof="0" dirty="0"/>
          </a:p>
        </p:txBody>
      </p:sp>
    </p:spTree>
    <p:extLst>
      <p:ext uri="{BB962C8B-B14F-4D97-AF65-F5344CB8AC3E}">
        <p14:creationId xmlns:p14="http://schemas.microsoft.com/office/powerpoint/2010/main" val="675324260"/>
      </p:ext>
    </p:extLst>
  </p:cSld>
  <p:clrMapOvr>
    <a:masterClrMapping/>
  </p:clrMapOvr>
  <p:extLst>
    <p:ext uri="{DCECCB84-F9BA-43D5-87BE-67443E8EF086}">
      <p15:sldGuideLst xmlns:p15="http://schemas.microsoft.com/office/powerpoint/2012/main">
        <p15:guide id="1" orient="horz" pos="2160">
          <p15:clr>
            <a:srgbClr val="FBAE40"/>
          </p15:clr>
        </p15:guide>
        <p15:guide id="2" orient="horz" pos="720">
          <p15:clr>
            <a:srgbClr val="FBAE40"/>
          </p15:clr>
        </p15:guide>
      </p15:sldGuideLst>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Half Image Multiple images Title Two column Content and Top shape bar">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0B42CCEE-B750-4EF9-BAE5-217844AE7456}"/>
              </a:ext>
              <a:ext uri="{C183D7F6-B498-43B3-948B-1728B52AA6E4}">
                <adec:decorative xmlns="" xmlns:adec="http://schemas.microsoft.com/office/drawing/2017/decorative" val="1"/>
              </a:ext>
            </a:extLst>
          </p:cNvPr>
          <p:cNvSpPr/>
          <p:nvPr userDrawn="1"/>
        </p:nvSpPr>
        <p:spPr>
          <a:xfrm>
            <a:off x="0" y="0"/>
            <a:ext cx="12192000" cy="11297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9015F2E0-A9EE-4095-8DFC-C3BBA80FAEEE}"/>
              </a:ext>
            </a:extLst>
          </p:cNvPr>
          <p:cNvSpPr>
            <a:spLocks noGrp="1"/>
          </p:cNvSpPr>
          <p:nvPr>
            <p:ph type="title"/>
          </p:nvPr>
        </p:nvSpPr>
        <p:spPr>
          <a:xfrm>
            <a:off x="7315200" y="4176259"/>
            <a:ext cx="4343400" cy="1968280"/>
          </a:xfrm>
        </p:spPr>
        <p:txBody>
          <a:bodyPr lIns="91440" anchor="t">
            <a:normAutofit/>
          </a:bodyPr>
          <a:lstStyle>
            <a:lvl1pPr>
              <a:lnSpc>
                <a:spcPct val="100000"/>
              </a:lnSpc>
              <a:defRPr sz="4000" b="0">
                <a:latin typeface="+mj-lt"/>
              </a:defRPr>
            </a:lvl1pPr>
          </a:lstStyle>
          <a:p>
            <a:r>
              <a:rPr lang="en-US" noProof="0" smtClean="0"/>
              <a:t>Click to edit Master title style</a:t>
            </a:r>
            <a:endParaRPr lang="en-US" noProof="0"/>
          </a:p>
        </p:txBody>
      </p:sp>
      <p:sp>
        <p:nvSpPr>
          <p:cNvPr id="9" name="Picture Placeholder 8">
            <a:extLst>
              <a:ext uri="{FF2B5EF4-FFF2-40B4-BE49-F238E27FC236}">
                <a16:creationId xmlns:a16="http://schemas.microsoft.com/office/drawing/2014/main" id="{17C4BA0D-DEC0-450E-8F4D-B0E6D2D7D0C3}"/>
              </a:ext>
              <a:ext uri="{C183D7F6-B498-43B3-948B-1728B52AA6E4}">
                <adec:decorative xmlns="" xmlns:adec="http://schemas.microsoft.com/office/drawing/2017/decorative" val="1"/>
              </a:ext>
            </a:extLst>
          </p:cNvPr>
          <p:cNvSpPr>
            <a:spLocks noGrp="1"/>
          </p:cNvSpPr>
          <p:nvPr>
            <p:ph type="pic" sz="quarter" idx="17" hasCustomPrompt="1"/>
          </p:nvPr>
        </p:nvSpPr>
        <p:spPr>
          <a:xfrm>
            <a:off x="0" y="112976"/>
            <a:ext cx="12191999" cy="3278423"/>
          </a:xfrm>
        </p:spPr>
        <p:txBody>
          <a:bodyPr anchor="ctr"/>
          <a:lstStyle>
            <a:lvl1pPr marL="0" indent="0" algn="ctr">
              <a:buNone/>
              <a:defRPr>
                <a:solidFill>
                  <a:schemeClr val="bg1">
                    <a:lumMod val="50000"/>
                  </a:schemeClr>
                </a:solidFill>
              </a:defRPr>
            </a:lvl1pPr>
          </a:lstStyle>
          <a:p>
            <a:r>
              <a:rPr lang="en-US" noProof="0" dirty="0"/>
              <a:t>Insert Image</a:t>
            </a:r>
          </a:p>
        </p:txBody>
      </p:sp>
      <p:sp>
        <p:nvSpPr>
          <p:cNvPr id="14" name="Picture Placeholder 8">
            <a:extLst>
              <a:ext uri="{FF2B5EF4-FFF2-40B4-BE49-F238E27FC236}">
                <a16:creationId xmlns:a16="http://schemas.microsoft.com/office/drawing/2014/main" id="{96DE17A8-F4B7-4571-A6E8-FD28BA425B19}"/>
              </a:ext>
              <a:ext uri="{C183D7F6-B498-43B3-948B-1728B52AA6E4}">
                <adec:decorative xmlns="" xmlns:adec="http://schemas.microsoft.com/office/drawing/2017/decorative" val="1"/>
              </a:ext>
            </a:extLst>
          </p:cNvPr>
          <p:cNvSpPr>
            <a:spLocks noGrp="1"/>
          </p:cNvSpPr>
          <p:nvPr>
            <p:ph type="pic" sz="quarter" idx="19" hasCustomPrompt="1"/>
          </p:nvPr>
        </p:nvSpPr>
        <p:spPr>
          <a:xfrm>
            <a:off x="542834" y="1066801"/>
            <a:ext cx="3505199" cy="5077738"/>
          </a:xfrm>
          <a:solidFill>
            <a:schemeClr val="bg1"/>
          </a:solidFill>
          <a:effectLst>
            <a:outerShdw blurRad="50800" dist="38100" dir="2700000" algn="tl" rotWithShape="0">
              <a:prstClr val="black">
                <a:alpha val="40000"/>
              </a:prstClr>
            </a:outerShdw>
          </a:effectLst>
        </p:spPr>
        <p:txBody>
          <a:bodyPr anchor="ctr"/>
          <a:lstStyle>
            <a:lvl1pPr marL="0" indent="0" algn="ctr">
              <a:buNone/>
              <a:defRPr>
                <a:solidFill>
                  <a:schemeClr val="bg1">
                    <a:lumMod val="50000"/>
                  </a:schemeClr>
                </a:solidFill>
              </a:defRPr>
            </a:lvl1pPr>
          </a:lstStyle>
          <a:p>
            <a:r>
              <a:rPr lang="en-US" noProof="0" dirty="0"/>
              <a:t>Insert Image</a:t>
            </a:r>
          </a:p>
        </p:txBody>
      </p:sp>
      <p:sp>
        <p:nvSpPr>
          <p:cNvPr id="15" name="Picture Placeholder 8">
            <a:extLst>
              <a:ext uri="{FF2B5EF4-FFF2-40B4-BE49-F238E27FC236}">
                <a16:creationId xmlns:a16="http://schemas.microsoft.com/office/drawing/2014/main" id="{9D9A0502-98A2-467D-BE1C-CE8391C73BF4}"/>
              </a:ext>
              <a:ext uri="{C183D7F6-B498-43B3-948B-1728B52AA6E4}">
                <adec:decorative xmlns="" xmlns:adec="http://schemas.microsoft.com/office/drawing/2017/decorative" val="1"/>
              </a:ext>
            </a:extLst>
          </p:cNvPr>
          <p:cNvSpPr>
            <a:spLocks noGrp="1"/>
          </p:cNvSpPr>
          <p:nvPr>
            <p:ph type="pic" sz="quarter" idx="20" hasCustomPrompt="1"/>
          </p:nvPr>
        </p:nvSpPr>
        <p:spPr>
          <a:xfrm>
            <a:off x="4191000" y="4343400"/>
            <a:ext cx="2743200" cy="1801138"/>
          </a:xfrm>
          <a:solidFill>
            <a:schemeClr val="bg1"/>
          </a:solidFill>
          <a:effectLst>
            <a:outerShdw blurRad="50800" dist="38100" dir="2700000" algn="tl" rotWithShape="0">
              <a:prstClr val="black">
                <a:alpha val="40000"/>
              </a:prstClr>
            </a:outerShdw>
          </a:effectLst>
        </p:spPr>
        <p:txBody>
          <a:bodyPr anchor="ctr"/>
          <a:lstStyle>
            <a:lvl1pPr marL="0" indent="0" algn="ctr">
              <a:buNone/>
              <a:defRPr>
                <a:solidFill>
                  <a:schemeClr val="bg1">
                    <a:lumMod val="50000"/>
                  </a:schemeClr>
                </a:solidFill>
              </a:defRPr>
            </a:lvl1pPr>
          </a:lstStyle>
          <a:p>
            <a:r>
              <a:rPr lang="en-US" noProof="0" dirty="0"/>
              <a:t>Insert Image</a:t>
            </a:r>
          </a:p>
        </p:txBody>
      </p:sp>
      <p:sp>
        <p:nvSpPr>
          <p:cNvPr id="16" name="Picture Placeholder 8">
            <a:extLst>
              <a:ext uri="{FF2B5EF4-FFF2-40B4-BE49-F238E27FC236}">
                <a16:creationId xmlns:a16="http://schemas.microsoft.com/office/drawing/2014/main" id="{8298DB4E-3B92-4CA4-852A-9F647E7219A4}"/>
              </a:ext>
              <a:ext uri="{C183D7F6-B498-43B3-948B-1728B52AA6E4}">
                <adec:decorative xmlns="" xmlns:adec="http://schemas.microsoft.com/office/drawing/2017/decorative" val="1"/>
              </a:ext>
            </a:extLst>
          </p:cNvPr>
          <p:cNvSpPr>
            <a:spLocks noGrp="1"/>
          </p:cNvSpPr>
          <p:nvPr>
            <p:ph type="pic" sz="quarter" idx="21" hasCustomPrompt="1"/>
          </p:nvPr>
        </p:nvSpPr>
        <p:spPr>
          <a:xfrm>
            <a:off x="4191000" y="1066801"/>
            <a:ext cx="2743200" cy="3126023"/>
          </a:xfrm>
          <a:solidFill>
            <a:schemeClr val="bg1"/>
          </a:solidFill>
          <a:effectLst>
            <a:outerShdw blurRad="50800" dist="38100" dir="2700000" algn="tl" rotWithShape="0">
              <a:prstClr val="black">
                <a:alpha val="40000"/>
              </a:prstClr>
            </a:outerShdw>
          </a:effectLst>
        </p:spPr>
        <p:txBody>
          <a:bodyPr anchor="ctr"/>
          <a:lstStyle>
            <a:lvl1pPr marL="0" indent="0" algn="ctr">
              <a:buNone/>
              <a:defRPr>
                <a:solidFill>
                  <a:schemeClr val="bg1">
                    <a:lumMod val="50000"/>
                  </a:schemeClr>
                </a:solidFill>
              </a:defRPr>
            </a:lvl1pPr>
          </a:lstStyle>
          <a:p>
            <a:r>
              <a:rPr lang="en-US" noProof="0" dirty="0"/>
              <a:t>Insert Image</a:t>
            </a:r>
          </a:p>
        </p:txBody>
      </p:sp>
      <p:sp>
        <p:nvSpPr>
          <p:cNvPr id="13" name="Slide Number Placeholder 5">
            <a:extLst>
              <a:ext uri="{FF2B5EF4-FFF2-40B4-BE49-F238E27FC236}">
                <a16:creationId xmlns:a16="http://schemas.microsoft.com/office/drawing/2014/main" id="{2E528B4D-15E8-4161-96F7-75D0217AD20C}"/>
              </a:ext>
            </a:extLst>
          </p:cNvPr>
          <p:cNvSpPr>
            <a:spLocks noGrp="1"/>
          </p:cNvSpPr>
          <p:nvPr>
            <p:ph type="sldNum" sz="quarter" idx="4"/>
          </p:nvPr>
        </p:nvSpPr>
        <p:spPr>
          <a:xfrm>
            <a:off x="628788" y="6339840"/>
            <a:ext cx="302281" cy="365760"/>
          </a:xfrm>
          <a:prstGeom prst="rect">
            <a:avLst/>
          </a:prstGeom>
          <a:solidFill>
            <a:schemeClr val="bg1">
              <a:alpha val="82000"/>
            </a:schemeClr>
          </a:solidFill>
          <a:ln>
            <a:solidFill>
              <a:schemeClr val="accent2"/>
            </a:solidFill>
          </a:ln>
        </p:spPr>
        <p:txBody>
          <a:bodyPr vert="horz" lIns="0" tIns="45720" rIns="0" bIns="45720" rtlCol="0" anchor="ctr"/>
          <a:lstStyle>
            <a:lvl1pPr algn="ctr">
              <a:defRPr sz="1000">
                <a:solidFill>
                  <a:schemeClr val="tx1">
                    <a:lumMod val="95000"/>
                    <a:lumOff val="5000"/>
                  </a:schemeClr>
                </a:solidFill>
                <a:latin typeface="+mj-lt"/>
              </a:defRPr>
            </a:lvl1pPr>
          </a:lstStyle>
          <a:p>
            <a:fld id="{4FAB73BC-B049-4115-A692-8D63A059BFB8}" type="slidenum">
              <a:rPr lang="en-US" noProof="0" smtClean="0"/>
              <a:pPr/>
              <a:t>‹#›</a:t>
            </a:fld>
            <a:endParaRPr lang="en-US" noProof="0" dirty="0"/>
          </a:p>
        </p:txBody>
      </p:sp>
    </p:spTree>
    <p:extLst>
      <p:ext uri="{BB962C8B-B14F-4D97-AF65-F5344CB8AC3E}">
        <p14:creationId xmlns:p14="http://schemas.microsoft.com/office/powerpoint/2010/main" val="671407181"/>
      </p:ext>
    </p:extLst>
  </p:cSld>
  <p:clrMapOvr>
    <a:masterClrMapping/>
  </p:clrMapOvr>
  <p:extLst>
    <p:ext uri="{DCECCB84-F9BA-43D5-87BE-67443E8EF086}">
      <p15:sldGuideLst xmlns:p15="http://schemas.microsoft.com/office/powerpoint/2012/main">
        <p15:guide id="1" orient="horz" pos="2160">
          <p15:clr>
            <a:srgbClr val="FBAE40"/>
          </p15:clr>
        </p15:guide>
        <p15:guide id="2" orient="horz" pos="720">
          <p15:clr>
            <a:srgbClr val="FBAE40"/>
          </p15:clr>
        </p15:guide>
      </p15:sldGuideLst>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Full Image with Top bar">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0B42CCEE-B750-4EF9-BAE5-217844AE7456}"/>
              </a:ext>
              <a:ext uri="{C183D7F6-B498-43B3-948B-1728B52AA6E4}">
                <adec:decorative xmlns="" xmlns:adec="http://schemas.microsoft.com/office/drawing/2017/decorative" val="1"/>
              </a:ext>
            </a:extLst>
          </p:cNvPr>
          <p:cNvSpPr/>
          <p:nvPr userDrawn="1"/>
        </p:nvSpPr>
        <p:spPr>
          <a:xfrm>
            <a:off x="0" y="0"/>
            <a:ext cx="12192000" cy="11297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9" name="Picture Placeholder 8">
            <a:extLst>
              <a:ext uri="{FF2B5EF4-FFF2-40B4-BE49-F238E27FC236}">
                <a16:creationId xmlns:a16="http://schemas.microsoft.com/office/drawing/2014/main" id="{17C4BA0D-DEC0-450E-8F4D-B0E6D2D7D0C3}"/>
              </a:ext>
              <a:ext uri="{C183D7F6-B498-43B3-948B-1728B52AA6E4}">
                <adec:decorative xmlns="" xmlns:adec="http://schemas.microsoft.com/office/drawing/2017/decorative" val="1"/>
              </a:ext>
            </a:extLst>
          </p:cNvPr>
          <p:cNvSpPr>
            <a:spLocks noGrp="1"/>
          </p:cNvSpPr>
          <p:nvPr>
            <p:ph type="pic" sz="quarter" idx="17" hasCustomPrompt="1"/>
          </p:nvPr>
        </p:nvSpPr>
        <p:spPr>
          <a:xfrm>
            <a:off x="0" y="112976"/>
            <a:ext cx="12191999" cy="6745024"/>
          </a:xfrm>
          <a:prstGeom prst="rect">
            <a:avLst/>
          </a:prstGeom>
        </p:spPr>
        <p:txBody>
          <a:bodyPr anchor="ctr"/>
          <a:lstStyle>
            <a:lvl1pPr marL="0" indent="0" algn="ctr">
              <a:buNone/>
              <a:defRPr>
                <a:solidFill>
                  <a:schemeClr val="bg1">
                    <a:lumMod val="50000"/>
                  </a:schemeClr>
                </a:solidFill>
              </a:defRPr>
            </a:lvl1pPr>
          </a:lstStyle>
          <a:p>
            <a:r>
              <a:rPr lang="en-US" noProof="0" dirty="0"/>
              <a:t>Insert Image</a:t>
            </a:r>
          </a:p>
        </p:txBody>
      </p:sp>
      <p:sp>
        <p:nvSpPr>
          <p:cNvPr id="10" name="Slide Number Placeholder 5">
            <a:extLst>
              <a:ext uri="{FF2B5EF4-FFF2-40B4-BE49-F238E27FC236}">
                <a16:creationId xmlns:a16="http://schemas.microsoft.com/office/drawing/2014/main" id="{7C67066A-9B9E-468B-97C6-94BF615FA94E}"/>
              </a:ext>
            </a:extLst>
          </p:cNvPr>
          <p:cNvSpPr>
            <a:spLocks noGrp="1"/>
          </p:cNvSpPr>
          <p:nvPr>
            <p:ph type="sldNum" sz="quarter" idx="4"/>
          </p:nvPr>
        </p:nvSpPr>
        <p:spPr>
          <a:xfrm>
            <a:off x="628788" y="6339840"/>
            <a:ext cx="302281" cy="365760"/>
          </a:xfrm>
          <a:prstGeom prst="rect">
            <a:avLst/>
          </a:prstGeom>
          <a:solidFill>
            <a:schemeClr val="bg1">
              <a:alpha val="82000"/>
            </a:schemeClr>
          </a:solidFill>
          <a:ln>
            <a:solidFill>
              <a:schemeClr val="accent2"/>
            </a:solidFill>
          </a:ln>
        </p:spPr>
        <p:txBody>
          <a:bodyPr vert="horz" lIns="0" tIns="45720" rIns="0" bIns="45720" rtlCol="0" anchor="ctr"/>
          <a:lstStyle>
            <a:lvl1pPr algn="ctr">
              <a:defRPr sz="1000">
                <a:solidFill>
                  <a:schemeClr val="tx1">
                    <a:lumMod val="95000"/>
                    <a:lumOff val="5000"/>
                  </a:schemeClr>
                </a:solidFill>
                <a:latin typeface="+mj-lt"/>
              </a:defRPr>
            </a:lvl1pPr>
          </a:lstStyle>
          <a:p>
            <a:fld id="{4FAB73BC-B049-4115-A692-8D63A059BFB8}" type="slidenum">
              <a:rPr lang="en-US" noProof="0" smtClean="0"/>
              <a:pPr/>
              <a:t>‹#›</a:t>
            </a:fld>
            <a:endParaRPr lang="en-US" noProof="0" dirty="0"/>
          </a:p>
        </p:txBody>
      </p:sp>
      <p:sp>
        <p:nvSpPr>
          <p:cNvPr id="2" name="Title 1">
            <a:extLst>
              <a:ext uri="{FF2B5EF4-FFF2-40B4-BE49-F238E27FC236}">
                <a16:creationId xmlns:a16="http://schemas.microsoft.com/office/drawing/2014/main" id="{A82AF7E6-6C19-4A41-BFA5-44C4F2A371E9}"/>
              </a:ext>
            </a:extLst>
          </p:cNvPr>
          <p:cNvSpPr>
            <a:spLocks noGrp="1"/>
          </p:cNvSpPr>
          <p:nvPr>
            <p:ph type="title"/>
          </p:nvPr>
        </p:nvSpPr>
        <p:spPr>
          <a:xfrm>
            <a:off x="548640" y="548640"/>
            <a:ext cx="11106150" cy="518160"/>
          </a:xfrm>
        </p:spPr>
        <p:txBody>
          <a:bodyPr/>
          <a:lstStyle/>
          <a:p>
            <a:r>
              <a:rPr lang="en-US" smtClean="0"/>
              <a:t>Click to edit Master title style</a:t>
            </a:r>
            <a:endParaRPr lang="en-US"/>
          </a:p>
        </p:txBody>
      </p:sp>
    </p:spTree>
    <p:extLst>
      <p:ext uri="{BB962C8B-B14F-4D97-AF65-F5344CB8AC3E}">
        <p14:creationId xmlns:p14="http://schemas.microsoft.com/office/powerpoint/2010/main" val="826290670"/>
      </p:ext>
    </p:extLst>
  </p:cSld>
  <p:clrMapOvr>
    <a:masterClrMapping/>
  </p:clrMapOvr>
  <p:extLst>
    <p:ext uri="{DCECCB84-F9BA-43D5-87BE-67443E8EF086}">
      <p15:sldGuideLst xmlns:p15="http://schemas.microsoft.com/office/powerpoint/2012/main">
        <p15:guide id="1" orient="horz" pos="2160">
          <p15:clr>
            <a:srgbClr val="FBAE40"/>
          </p15:clr>
        </p15:guide>
        <p15:guide id="2" orient="horz" pos="720">
          <p15:clr>
            <a:srgbClr val="FBAE40"/>
          </p15:clr>
        </p15:guide>
      </p15:sldGuideLst>
    </p:ext>
  </p:extLst>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Full Image">
    <p:spTree>
      <p:nvGrpSpPr>
        <p:cNvPr id="1" name=""/>
        <p:cNvGrpSpPr/>
        <p:nvPr/>
      </p:nvGrpSpPr>
      <p:grpSpPr>
        <a:xfrm>
          <a:off x="0" y="0"/>
          <a:ext cx="0" cy="0"/>
          <a:chOff x="0" y="0"/>
          <a:chExt cx="0" cy="0"/>
        </a:xfrm>
      </p:grpSpPr>
      <p:sp>
        <p:nvSpPr>
          <p:cNvPr id="9" name="Picture Placeholder 8">
            <a:extLst>
              <a:ext uri="{FF2B5EF4-FFF2-40B4-BE49-F238E27FC236}">
                <a16:creationId xmlns:a16="http://schemas.microsoft.com/office/drawing/2014/main" id="{17C4BA0D-DEC0-450E-8F4D-B0E6D2D7D0C3}"/>
              </a:ext>
              <a:ext uri="{C183D7F6-B498-43B3-948B-1728B52AA6E4}">
                <adec:decorative xmlns="" xmlns:adec="http://schemas.microsoft.com/office/drawing/2017/decorative" val="1"/>
              </a:ext>
            </a:extLst>
          </p:cNvPr>
          <p:cNvSpPr>
            <a:spLocks noGrp="1"/>
          </p:cNvSpPr>
          <p:nvPr>
            <p:ph type="pic" sz="quarter" idx="17" hasCustomPrompt="1"/>
          </p:nvPr>
        </p:nvSpPr>
        <p:spPr>
          <a:xfrm>
            <a:off x="0" y="0"/>
            <a:ext cx="12191999" cy="6858000"/>
          </a:xfrm>
          <a:prstGeom prst="rect">
            <a:avLst/>
          </a:prstGeom>
        </p:spPr>
        <p:txBody>
          <a:bodyPr anchor="ctr"/>
          <a:lstStyle>
            <a:lvl1pPr marL="0" indent="0" algn="ctr">
              <a:buNone/>
              <a:defRPr>
                <a:solidFill>
                  <a:schemeClr val="bg1">
                    <a:lumMod val="50000"/>
                  </a:schemeClr>
                </a:solidFill>
              </a:defRPr>
            </a:lvl1pPr>
          </a:lstStyle>
          <a:p>
            <a:r>
              <a:rPr lang="en-US" dirty="0"/>
              <a:t>Insert Image</a:t>
            </a:r>
            <a:endParaRPr lang="en-GB" dirty="0"/>
          </a:p>
        </p:txBody>
      </p:sp>
      <p:sp>
        <p:nvSpPr>
          <p:cNvPr id="7" name="Slide Number Placeholder 5">
            <a:extLst>
              <a:ext uri="{FF2B5EF4-FFF2-40B4-BE49-F238E27FC236}">
                <a16:creationId xmlns:a16="http://schemas.microsoft.com/office/drawing/2014/main" id="{9FC59837-0A86-4467-BB38-E2AC882F314B}"/>
              </a:ext>
            </a:extLst>
          </p:cNvPr>
          <p:cNvSpPr>
            <a:spLocks noGrp="1"/>
          </p:cNvSpPr>
          <p:nvPr>
            <p:ph type="sldNum" sz="quarter" idx="4"/>
          </p:nvPr>
        </p:nvSpPr>
        <p:spPr>
          <a:xfrm>
            <a:off x="628788" y="6339840"/>
            <a:ext cx="302281" cy="365760"/>
          </a:xfrm>
          <a:prstGeom prst="rect">
            <a:avLst/>
          </a:prstGeom>
          <a:solidFill>
            <a:schemeClr val="bg1">
              <a:alpha val="82000"/>
            </a:schemeClr>
          </a:solidFill>
          <a:ln>
            <a:solidFill>
              <a:schemeClr val="accent2"/>
            </a:solidFill>
          </a:ln>
        </p:spPr>
        <p:txBody>
          <a:bodyPr vert="horz" lIns="0" tIns="45720" rIns="0" bIns="45720" rtlCol="0" anchor="ctr"/>
          <a:lstStyle>
            <a:lvl1pPr algn="ctr">
              <a:defRPr sz="1000">
                <a:solidFill>
                  <a:schemeClr val="tx1">
                    <a:lumMod val="95000"/>
                    <a:lumOff val="5000"/>
                  </a:schemeClr>
                </a:solidFill>
                <a:latin typeface="+mj-lt"/>
              </a:defRPr>
            </a:lvl1pPr>
          </a:lstStyle>
          <a:p>
            <a:fld id="{4FAB73BC-B049-4115-A692-8D63A059BFB8}" type="slidenum">
              <a:rPr lang="en-US" smtClean="0"/>
              <a:pPr/>
              <a:t>‹#›</a:t>
            </a:fld>
            <a:endParaRPr lang="en-US" dirty="0"/>
          </a:p>
        </p:txBody>
      </p:sp>
      <p:sp>
        <p:nvSpPr>
          <p:cNvPr id="2" name="Title 1">
            <a:extLst>
              <a:ext uri="{FF2B5EF4-FFF2-40B4-BE49-F238E27FC236}">
                <a16:creationId xmlns:a16="http://schemas.microsoft.com/office/drawing/2014/main" id="{78857779-E765-4EC2-825C-B8E41285A0C7}"/>
              </a:ext>
            </a:extLst>
          </p:cNvPr>
          <p:cNvSpPr>
            <a:spLocks noGrp="1"/>
          </p:cNvSpPr>
          <p:nvPr>
            <p:ph type="title"/>
          </p:nvPr>
        </p:nvSpPr>
        <p:spPr>
          <a:xfrm>
            <a:off x="548640" y="548640"/>
            <a:ext cx="11106150" cy="518160"/>
          </a:xfrm>
        </p:spPr>
        <p:txBody>
          <a:bodyPr/>
          <a:lstStyle/>
          <a:p>
            <a:r>
              <a:rPr lang="en-US" smtClean="0"/>
              <a:t>Click to edit Master title style</a:t>
            </a:r>
            <a:endParaRPr lang="en-US"/>
          </a:p>
        </p:txBody>
      </p:sp>
    </p:spTree>
    <p:extLst>
      <p:ext uri="{BB962C8B-B14F-4D97-AF65-F5344CB8AC3E}">
        <p14:creationId xmlns:p14="http://schemas.microsoft.com/office/powerpoint/2010/main" val="580235105"/>
      </p:ext>
    </p:extLst>
  </p:cSld>
  <p:clrMapOvr>
    <a:masterClrMapping/>
  </p:clrMapOvr>
  <p:extLst>
    <p:ext uri="{DCECCB84-F9BA-43D5-87BE-67443E8EF086}">
      <p15:sldGuideLst xmlns:p15="http://schemas.microsoft.com/office/powerpoint/2012/main">
        <p15:guide id="1" orient="horz" pos="2160">
          <p15:clr>
            <a:srgbClr val="FBAE40"/>
          </p15:clr>
        </p15:guide>
        <p15:guide id="2" orient="horz" pos="720">
          <p15:clr>
            <a:srgbClr val="FBAE40"/>
          </p15:clr>
        </p15:guide>
      </p15:sldGuideLst>
    </p:ext>
  </p:extLst>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1_Full Image">
    <p:spTree>
      <p:nvGrpSpPr>
        <p:cNvPr id="1" name=""/>
        <p:cNvGrpSpPr/>
        <p:nvPr/>
      </p:nvGrpSpPr>
      <p:grpSpPr>
        <a:xfrm>
          <a:off x="0" y="0"/>
          <a:ext cx="0" cy="0"/>
          <a:chOff x="0" y="0"/>
          <a:chExt cx="0" cy="0"/>
        </a:xfrm>
      </p:grpSpPr>
      <p:sp>
        <p:nvSpPr>
          <p:cNvPr id="9" name="Picture Placeholder 8">
            <a:extLst>
              <a:ext uri="{FF2B5EF4-FFF2-40B4-BE49-F238E27FC236}">
                <a16:creationId xmlns:a16="http://schemas.microsoft.com/office/drawing/2014/main" id="{17C4BA0D-DEC0-450E-8F4D-B0E6D2D7D0C3}"/>
              </a:ext>
              <a:ext uri="{C183D7F6-B498-43B3-948B-1728B52AA6E4}">
                <adec:decorative xmlns="" xmlns:adec="http://schemas.microsoft.com/office/drawing/2017/decorative" val="1"/>
              </a:ext>
            </a:extLst>
          </p:cNvPr>
          <p:cNvSpPr>
            <a:spLocks noGrp="1"/>
          </p:cNvSpPr>
          <p:nvPr>
            <p:ph type="pic" sz="quarter" idx="17" hasCustomPrompt="1"/>
          </p:nvPr>
        </p:nvSpPr>
        <p:spPr>
          <a:xfrm>
            <a:off x="0" y="0"/>
            <a:ext cx="12191999" cy="6858000"/>
          </a:xfrm>
          <a:prstGeom prst="rect">
            <a:avLst/>
          </a:prstGeom>
        </p:spPr>
        <p:txBody>
          <a:bodyPr anchor="ctr"/>
          <a:lstStyle>
            <a:lvl1pPr marL="0" indent="0" algn="ctr">
              <a:buNone/>
              <a:defRPr>
                <a:solidFill>
                  <a:schemeClr val="bg1">
                    <a:lumMod val="50000"/>
                  </a:schemeClr>
                </a:solidFill>
              </a:defRPr>
            </a:lvl1pPr>
          </a:lstStyle>
          <a:p>
            <a:r>
              <a:rPr lang="en-US" dirty="0"/>
              <a:t>Insert Image</a:t>
            </a:r>
            <a:endParaRPr lang="en-GB" dirty="0"/>
          </a:p>
        </p:txBody>
      </p:sp>
      <p:sp>
        <p:nvSpPr>
          <p:cNvPr id="6" name="Text Placeholder 16">
            <a:extLst>
              <a:ext uri="{FF2B5EF4-FFF2-40B4-BE49-F238E27FC236}">
                <a16:creationId xmlns:a16="http://schemas.microsoft.com/office/drawing/2014/main" id="{16932398-C947-4474-88D6-4117EC391CEF}"/>
              </a:ext>
              <a:ext uri="{C183D7F6-B498-43B3-948B-1728B52AA6E4}">
                <adec:decorative xmlns="" xmlns:adec="http://schemas.microsoft.com/office/drawing/2017/decorative" val="1"/>
              </a:ext>
            </a:extLst>
          </p:cNvPr>
          <p:cNvSpPr>
            <a:spLocks noGrp="1"/>
          </p:cNvSpPr>
          <p:nvPr>
            <p:ph type="body" sz="quarter" idx="20" hasCustomPrompt="1"/>
          </p:nvPr>
        </p:nvSpPr>
        <p:spPr>
          <a:xfrm>
            <a:off x="7261801" y="1189969"/>
            <a:ext cx="4389542" cy="4677431"/>
          </a:xfrm>
          <a:solidFill>
            <a:schemeClr val="bg1">
              <a:alpha val="88000"/>
            </a:schemeClr>
          </a:solidFill>
          <a:ln w="28575">
            <a:solidFill>
              <a:schemeClr val="accent2"/>
            </a:solidFill>
          </a:ln>
          <a:effectLst/>
        </p:spPr>
        <p:txBody>
          <a:bodyPr/>
          <a:lstStyle>
            <a:lvl1pPr marL="0" indent="0">
              <a:buNone/>
              <a:defRPr>
                <a:solidFill>
                  <a:schemeClr val="tx1">
                    <a:alpha val="0"/>
                  </a:schemeClr>
                </a:solidFill>
              </a:defRPr>
            </a:lvl1pPr>
          </a:lstStyle>
          <a:p>
            <a:pPr lvl="0"/>
            <a:r>
              <a:rPr lang="en-US" dirty="0"/>
              <a:t>I</a:t>
            </a:r>
            <a:endParaRPr lang="en-GB" dirty="0"/>
          </a:p>
        </p:txBody>
      </p:sp>
      <p:sp>
        <p:nvSpPr>
          <p:cNvPr id="7" name="Content Placeholder 6">
            <a:extLst>
              <a:ext uri="{FF2B5EF4-FFF2-40B4-BE49-F238E27FC236}">
                <a16:creationId xmlns:a16="http://schemas.microsoft.com/office/drawing/2014/main" id="{88FDA84E-9F5D-4D50-8133-68FB098D7135}"/>
              </a:ext>
            </a:extLst>
          </p:cNvPr>
          <p:cNvSpPr>
            <a:spLocks noGrp="1"/>
          </p:cNvSpPr>
          <p:nvPr>
            <p:ph sz="quarter" idx="19" hasCustomPrompt="1"/>
          </p:nvPr>
        </p:nvSpPr>
        <p:spPr>
          <a:xfrm>
            <a:off x="7612321" y="1494770"/>
            <a:ext cx="3688080" cy="3915430"/>
          </a:xfrm>
        </p:spPr>
        <p:txBody>
          <a:bodyPr lIns="91440" rIns="91440">
            <a:normAutofit/>
          </a:bodyPr>
          <a:lstStyle>
            <a:lvl1pPr marL="0" indent="0">
              <a:lnSpc>
                <a:spcPct val="100000"/>
              </a:lnSpc>
              <a:spcBef>
                <a:spcPts val="0"/>
              </a:spcBef>
              <a:spcAft>
                <a:spcPts val="0"/>
              </a:spcAft>
              <a:buNone/>
              <a:defRPr sz="3200"/>
            </a:lvl1pPr>
            <a:lvl2pPr>
              <a:defRPr sz="1600"/>
            </a:lvl2pPr>
            <a:lvl3pPr>
              <a:defRPr sz="1400"/>
            </a:lvl3pPr>
            <a:lvl4pPr>
              <a:defRPr sz="1200"/>
            </a:lvl4pPr>
            <a:lvl5pPr>
              <a:defRPr sz="1200"/>
            </a:lvl5pPr>
          </a:lstStyle>
          <a:p>
            <a:pPr lvl="0"/>
            <a:r>
              <a:rPr lang="en-US" dirty="0"/>
              <a:t>Important Content</a:t>
            </a:r>
            <a:endParaRPr lang="en-GB" dirty="0"/>
          </a:p>
        </p:txBody>
      </p:sp>
      <p:sp>
        <p:nvSpPr>
          <p:cNvPr id="10" name="Slide Number Placeholder 5">
            <a:extLst>
              <a:ext uri="{FF2B5EF4-FFF2-40B4-BE49-F238E27FC236}">
                <a16:creationId xmlns:a16="http://schemas.microsoft.com/office/drawing/2014/main" id="{5AE16EF6-8987-4193-B346-1BEA14401CC6}"/>
              </a:ext>
            </a:extLst>
          </p:cNvPr>
          <p:cNvSpPr>
            <a:spLocks noGrp="1"/>
          </p:cNvSpPr>
          <p:nvPr>
            <p:ph type="sldNum" sz="quarter" idx="4"/>
          </p:nvPr>
        </p:nvSpPr>
        <p:spPr>
          <a:xfrm>
            <a:off x="628788" y="6339840"/>
            <a:ext cx="302281" cy="365760"/>
          </a:xfrm>
          <a:prstGeom prst="rect">
            <a:avLst/>
          </a:prstGeom>
          <a:solidFill>
            <a:schemeClr val="bg1">
              <a:alpha val="82000"/>
            </a:schemeClr>
          </a:solidFill>
          <a:ln>
            <a:solidFill>
              <a:schemeClr val="accent2"/>
            </a:solidFill>
          </a:ln>
        </p:spPr>
        <p:txBody>
          <a:bodyPr vert="horz" lIns="0" tIns="45720" rIns="0" bIns="45720" rtlCol="0" anchor="ctr"/>
          <a:lstStyle>
            <a:lvl1pPr algn="ctr">
              <a:defRPr sz="1000">
                <a:solidFill>
                  <a:schemeClr val="tx1">
                    <a:lumMod val="95000"/>
                    <a:lumOff val="5000"/>
                  </a:schemeClr>
                </a:solidFill>
                <a:latin typeface="+mj-lt"/>
              </a:defRPr>
            </a:lvl1pPr>
          </a:lstStyle>
          <a:p>
            <a:fld id="{4FAB73BC-B049-4115-A692-8D63A059BFB8}" type="slidenum">
              <a:rPr lang="en-US" smtClean="0"/>
              <a:pPr/>
              <a:t>‹#›</a:t>
            </a:fld>
            <a:endParaRPr lang="en-US" dirty="0"/>
          </a:p>
        </p:txBody>
      </p:sp>
      <p:sp>
        <p:nvSpPr>
          <p:cNvPr id="2" name="Title 1">
            <a:extLst>
              <a:ext uri="{FF2B5EF4-FFF2-40B4-BE49-F238E27FC236}">
                <a16:creationId xmlns:a16="http://schemas.microsoft.com/office/drawing/2014/main" id="{5E2D4840-4EB5-4438-9A16-D0006A68A19E}"/>
              </a:ext>
            </a:extLst>
          </p:cNvPr>
          <p:cNvSpPr>
            <a:spLocks noGrp="1"/>
          </p:cNvSpPr>
          <p:nvPr>
            <p:ph type="title"/>
          </p:nvPr>
        </p:nvSpPr>
        <p:spPr>
          <a:xfrm>
            <a:off x="548640" y="548640"/>
            <a:ext cx="11106150" cy="641329"/>
          </a:xfrm>
        </p:spPr>
        <p:txBody>
          <a:bodyPr/>
          <a:lstStyle/>
          <a:p>
            <a:r>
              <a:rPr lang="en-US" smtClean="0"/>
              <a:t>Click to edit Master title style</a:t>
            </a:r>
            <a:endParaRPr lang="en-US"/>
          </a:p>
        </p:txBody>
      </p:sp>
    </p:spTree>
    <p:extLst>
      <p:ext uri="{BB962C8B-B14F-4D97-AF65-F5344CB8AC3E}">
        <p14:creationId xmlns:p14="http://schemas.microsoft.com/office/powerpoint/2010/main" val="2518178813"/>
      </p:ext>
    </p:extLst>
  </p:cSld>
  <p:clrMapOvr>
    <a:masterClrMapping/>
  </p:clrMapOvr>
  <p:extLst>
    <p:ext uri="{DCECCB84-F9BA-43D5-87BE-67443E8EF086}">
      <p15:sldGuideLst xmlns:p15="http://schemas.microsoft.com/office/powerpoint/2012/main">
        <p15:guide id="1" orient="horz" pos="2160">
          <p15:clr>
            <a:srgbClr val="FBAE40"/>
          </p15:clr>
        </p15:guide>
        <p15:guide id="2" orient="horz" pos="720">
          <p15:clr>
            <a:srgbClr val="FBAE40"/>
          </p15:clr>
        </p15:guide>
      </p15:sldGuideLst>
    </p:ext>
  </p:extLst>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2_Full Image">
    <p:spTree>
      <p:nvGrpSpPr>
        <p:cNvPr id="1" name=""/>
        <p:cNvGrpSpPr/>
        <p:nvPr/>
      </p:nvGrpSpPr>
      <p:grpSpPr>
        <a:xfrm>
          <a:off x="0" y="0"/>
          <a:ext cx="0" cy="0"/>
          <a:chOff x="0" y="0"/>
          <a:chExt cx="0" cy="0"/>
        </a:xfrm>
      </p:grpSpPr>
      <p:sp>
        <p:nvSpPr>
          <p:cNvPr id="9" name="Picture Placeholder 8">
            <a:extLst>
              <a:ext uri="{FF2B5EF4-FFF2-40B4-BE49-F238E27FC236}">
                <a16:creationId xmlns:a16="http://schemas.microsoft.com/office/drawing/2014/main" id="{17C4BA0D-DEC0-450E-8F4D-B0E6D2D7D0C3}"/>
              </a:ext>
              <a:ext uri="{C183D7F6-B498-43B3-948B-1728B52AA6E4}">
                <adec:decorative xmlns="" xmlns:adec="http://schemas.microsoft.com/office/drawing/2017/decorative" val="1"/>
              </a:ext>
            </a:extLst>
          </p:cNvPr>
          <p:cNvSpPr>
            <a:spLocks noGrp="1"/>
          </p:cNvSpPr>
          <p:nvPr>
            <p:ph type="pic" sz="quarter" idx="17" hasCustomPrompt="1"/>
          </p:nvPr>
        </p:nvSpPr>
        <p:spPr>
          <a:xfrm>
            <a:off x="0" y="0"/>
            <a:ext cx="12191999" cy="6858000"/>
          </a:xfrm>
          <a:prstGeom prst="rect">
            <a:avLst/>
          </a:prstGeom>
        </p:spPr>
        <p:txBody>
          <a:bodyPr anchor="ctr"/>
          <a:lstStyle>
            <a:lvl1pPr marL="0" indent="0" algn="ctr">
              <a:buNone/>
              <a:defRPr>
                <a:solidFill>
                  <a:schemeClr val="bg1">
                    <a:lumMod val="50000"/>
                  </a:schemeClr>
                </a:solidFill>
              </a:defRPr>
            </a:lvl1pPr>
          </a:lstStyle>
          <a:p>
            <a:r>
              <a:rPr lang="en-US" noProof="0" dirty="0"/>
              <a:t>Insert Image</a:t>
            </a:r>
          </a:p>
        </p:txBody>
      </p:sp>
      <p:sp>
        <p:nvSpPr>
          <p:cNvPr id="6" name="Text Placeholder 16">
            <a:extLst>
              <a:ext uri="{FF2B5EF4-FFF2-40B4-BE49-F238E27FC236}">
                <a16:creationId xmlns:a16="http://schemas.microsoft.com/office/drawing/2014/main" id="{16932398-C947-4474-88D6-4117EC391CEF}"/>
              </a:ext>
              <a:ext uri="{C183D7F6-B498-43B3-948B-1728B52AA6E4}">
                <adec:decorative xmlns="" xmlns:adec="http://schemas.microsoft.com/office/drawing/2017/decorative" val="1"/>
              </a:ext>
            </a:extLst>
          </p:cNvPr>
          <p:cNvSpPr>
            <a:spLocks noGrp="1"/>
          </p:cNvSpPr>
          <p:nvPr>
            <p:ph type="body" sz="quarter" idx="20" hasCustomPrompt="1"/>
          </p:nvPr>
        </p:nvSpPr>
        <p:spPr>
          <a:xfrm>
            <a:off x="552269" y="1189969"/>
            <a:ext cx="4389542" cy="4677431"/>
          </a:xfrm>
          <a:solidFill>
            <a:schemeClr val="accent2">
              <a:alpha val="88000"/>
            </a:schemeClr>
          </a:solidFill>
          <a:ln w="28575">
            <a:solidFill>
              <a:schemeClr val="accent2"/>
            </a:solidFill>
          </a:ln>
          <a:effectLst/>
        </p:spPr>
        <p:txBody>
          <a:bodyPr/>
          <a:lstStyle>
            <a:lvl1pPr marL="0" indent="0">
              <a:buNone/>
              <a:defRPr>
                <a:solidFill>
                  <a:schemeClr val="tx1">
                    <a:alpha val="0"/>
                  </a:schemeClr>
                </a:solidFill>
              </a:defRPr>
            </a:lvl1pPr>
          </a:lstStyle>
          <a:p>
            <a:pPr lvl="0"/>
            <a:r>
              <a:rPr lang="en-US" noProof="0"/>
              <a:t>I</a:t>
            </a:r>
          </a:p>
        </p:txBody>
      </p:sp>
      <p:sp>
        <p:nvSpPr>
          <p:cNvPr id="7" name="Content Placeholder 6">
            <a:extLst>
              <a:ext uri="{FF2B5EF4-FFF2-40B4-BE49-F238E27FC236}">
                <a16:creationId xmlns:a16="http://schemas.microsoft.com/office/drawing/2014/main" id="{88FDA84E-9F5D-4D50-8133-68FB098D7135}"/>
              </a:ext>
            </a:extLst>
          </p:cNvPr>
          <p:cNvSpPr>
            <a:spLocks noGrp="1"/>
          </p:cNvSpPr>
          <p:nvPr>
            <p:ph sz="quarter" idx="19" hasCustomPrompt="1"/>
          </p:nvPr>
        </p:nvSpPr>
        <p:spPr>
          <a:xfrm>
            <a:off x="902789" y="1494770"/>
            <a:ext cx="3688080" cy="3915430"/>
          </a:xfrm>
        </p:spPr>
        <p:txBody>
          <a:bodyPr lIns="91440" rIns="91440">
            <a:normAutofit/>
          </a:bodyPr>
          <a:lstStyle>
            <a:lvl1pPr marL="0" indent="0">
              <a:lnSpc>
                <a:spcPct val="100000"/>
              </a:lnSpc>
              <a:spcBef>
                <a:spcPts val="0"/>
              </a:spcBef>
              <a:spcAft>
                <a:spcPts val="0"/>
              </a:spcAft>
              <a:buNone/>
              <a:defRPr sz="3200">
                <a:solidFill>
                  <a:schemeClr val="bg1"/>
                </a:solidFill>
              </a:defRPr>
            </a:lvl1pPr>
            <a:lvl2pPr>
              <a:defRPr sz="1600"/>
            </a:lvl2pPr>
            <a:lvl3pPr>
              <a:defRPr sz="1400"/>
            </a:lvl3pPr>
            <a:lvl4pPr>
              <a:defRPr sz="1200"/>
            </a:lvl4pPr>
            <a:lvl5pPr>
              <a:defRPr sz="1200"/>
            </a:lvl5pPr>
          </a:lstStyle>
          <a:p>
            <a:pPr lvl="0"/>
            <a:r>
              <a:rPr lang="en-US" noProof="0"/>
              <a:t>Important Content</a:t>
            </a:r>
          </a:p>
        </p:txBody>
      </p:sp>
      <p:sp>
        <p:nvSpPr>
          <p:cNvPr id="10" name="Slide Number Placeholder 5">
            <a:extLst>
              <a:ext uri="{FF2B5EF4-FFF2-40B4-BE49-F238E27FC236}">
                <a16:creationId xmlns:a16="http://schemas.microsoft.com/office/drawing/2014/main" id="{1AC89BA5-7D71-4838-92DC-A9DD44EC0557}"/>
              </a:ext>
            </a:extLst>
          </p:cNvPr>
          <p:cNvSpPr>
            <a:spLocks noGrp="1"/>
          </p:cNvSpPr>
          <p:nvPr>
            <p:ph type="sldNum" sz="quarter" idx="4"/>
          </p:nvPr>
        </p:nvSpPr>
        <p:spPr>
          <a:xfrm>
            <a:off x="628788" y="6339840"/>
            <a:ext cx="302281" cy="365760"/>
          </a:xfrm>
          <a:prstGeom prst="rect">
            <a:avLst/>
          </a:prstGeom>
          <a:solidFill>
            <a:schemeClr val="bg1">
              <a:alpha val="82000"/>
            </a:schemeClr>
          </a:solidFill>
          <a:ln>
            <a:solidFill>
              <a:schemeClr val="accent2"/>
            </a:solidFill>
          </a:ln>
        </p:spPr>
        <p:txBody>
          <a:bodyPr vert="horz" lIns="0" tIns="45720" rIns="0" bIns="45720" rtlCol="0" anchor="ctr"/>
          <a:lstStyle>
            <a:lvl1pPr algn="ctr">
              <a:defRPr sz="1000">
                <a:solidFill>
                  <a:schemeClr val="tx1">
                    <a:lumMod val="95000"/>
                    <a:lumOff val="5000"/>
                  </a:schemeClr>
                </a:solidFill>
                <a:latin typeface="+mj-lt"/>
              </a:defRPr>
            </a:lvl1pPr>
          </a:lstStyle>
          <a:p>
            <a:fld id="{4FAB73BC-B049-4115-A692-8D63A059BFB8}" type="slidenum">
              <a:rPr lang="en-US" noProof="0" smtClean="0"/>
              <a:pPr/>
              <a:t>‹#›</a:t>
            </a:fld>
            <a:endParaRPr lang="en-US" noProof="0" dirty="0"/>
          </a:p>
        </p:txBody>
      </p:sp>
      <p:sp>
        <p:nvSpPr>
          <p:cNvPr id="2" name="Title 1">
            <a:extLst>
              <a:ext uri="{FF2B5EF4-FFF2-40B4-BE49-F238E27FC236}">
                <a16:creationId xmlns:a16="http://schemas.microsoft.com/office/drawing/2014/main" id="{75614DBA-0879-4C83-B4B4-EECB085A204E}"/>
              </a:ext>
            </a:extLst>
          </p:cNvPr>
          <p:cNvSpPr>
            <a:spLocks noGrp="1"/>
          </p:cNvSpPr>
          <p:nvPr>
            <p:ph type="title"/>
          </p:nvPr>
        </p:nvSpPr>
        <p:spPr>
          <a:xfrm>
            <a:off x="548640" y="548640"/>
            <a:ext cx="11106150" cy="441960"/>
          </a:xfrm>
        </p:spPr>
        <p:txBody>
          <a:bodyPr/>
          <a:lstStyle/>
          <a:p>
            <a:r>
              <a:rPr lang="en-US" smtClean="0"/>
              <a:t>Click to edit Master title style</a:t>
            </a:r>
            <a:endParaRPr lang="en-US"/>
          </a:p>
        </p:txBody>
      </p:sp>
    </p:spTree>
    <p:extLst>
      <p:ext uri="{BB962C8B-B14F-4D97-AF65-F5344CB8AC3E}">
        <p14:creationId xmlns:p14="http://schemas.microsoft.com/office/powerpoint/2010/main" val="378902030"/>
      </p:ext>
    </p:extLst>
  </p:cSld>
  <p:clrMapOvr>
    <a:masterClrMapping/>
  </p:clrMapOvr>
  <p:extLst>
    <p:ext uri="{DCECCB84-F9BA-43D5-87BE-67443E8EF086}">
      <p15:sldGuideLst xmlns:p15="http://schemas.microsoft.com/office/powerpoint/2012/main">
        <p15:guide id="1" orient="horz" pos="2160">
          <p15:clr>
            <a:srgbClr val="FBAE40"/>
          </p15:clr>
        </p15:guide>
        <p15:guide id="2" orient="horz" pos="720">
          <p15:clr>
            <a:srgbClr val="FBAE40"/>
          </p15:clr>
        </p15:guide>
      </p15:sldGuideLst>
    </p:ext>
  </p:extLst>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1_Title Subtitle Content and half Image_Top shape bar">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0B42CCEE-B750-4EF9-BAE5-217844AE7456}"/>
              </a:ext>
              <a:ext uri="{C183D7F6-B498-43B3-948B-1728B52AA6E4}">
                <adec:decorative xmlns="" xmlns:adec="http://schemas.microsoft.com/office/drawing/2017/decorative" val="1"/>
              </a:ext>
            </a:extLst>
          </p:cNvPr>
          <p:cNvSpPr/>
          <p:nvPr userDrawn="1"/>
        </p:nvSpPr>
        <p:spPr>
          <a:xfrm>
            <a:off x="0" y="0"/>
            <a:ext cx="12192000" cy="11297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9015F2E0-A9EE-4095-8DFC-C3BBA80FAEEE}"/>
              </a:ext>
            </a:extLst>
          </p:cNvPr>
          <p:cNvSpPr>
            <a:spLocks noGrp="1"/>
          </p:cNvSpPr>
          <p:nvPr>
            <p:ph type="title"/>
          </p:nvPr>
        </p:nvSpPr>
        <p:spPr>
          <a:xfrm>
            <a:off x="548640" y="990600"/>
            <a:ext cx="10805160" cy="707886"/>
          </a:xfrm>
        </p:spPr>
        <p:txBody>
          <a:bodyPr lIns="91440" anchor="t">
            <a:normAutofit/>
          </a:bodyPr>
          <a:lstStyle>
            <a:lvl1pPr>
              <a:lnSpc>
                <a:spcPct val="100000"/>
              </a:lnSpc>
              <a:defRPr sz="4000" b="0">
                <a:latin typeface="+mj-lt"/>
              </a:defRPr>
            </a:lvl1pPr>
          </a:lstStyle>
          <a:p>
            <a:r>
              <a:rPr lang="en-US" noProof="0" smtClean="0"/>
              <a:t>Click to edit Master title style</a:t>
            </a:r>
            <a:endParaRPr lang="en-US" noProof="0"/>
          </a:p>
        </p:txBody>
      </p:sp>
      <p:sp>
        <p:nvSpPr>
          <p:cNvPr id="7" name="Content Placeholder 6">
            <a:extLst>
              <a:ext uri="{FF2B5EF4-FFF2-40B4-BE49-F238E27FC236}">
                <a16:creationId xmlns:a16="http://schemas.microsoft.com/office/drawing/2014/main" id="{35FB90DC-1879-4B22-883B-7444D1A858EC}"/>
              </a:ext>
            </a:extLst>
          </p:cNvPr>
          <p:cNvSpPr>
            <a:spLocks noGrp="1"/>
          </p:cNvSpPr>
          <p:nvPr>
            <p:ph sz="quarter" idx="13"/>
          </p:nvPr>
        </p:nvSpPr>
        <p:spPr>
          <a:xfrm>
            <a:off x="548640" y="4021648"/>
            <a:ext cx="5090157" cy="1884265"/>
          </a:xfrm>
        </p:spPr>
        <p:txBody>
          <a:bodyPr lIns="91440" rIns="91440"/>
          <a:lstStyle/>
          <a:p>
            <a:pPr lvl="0"/>
            <a:r>
              <a:rPr lang="en-US" noProof="0" smtClean="0"/>
              <a:t>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endParaRPr lang="en-US" noProof="0"/>
          </a:p>
        </p:txBody>
      </p:sp>
      <p:sp>
        <p:nvSpPr>
          <p:cNvPr id="8" name="Text Placeholder 7">
            <a:extLst>
              <a:ext uri="{FF2B5EF4-FFF2-40B4-BE49-F238E27FC236}">
                <a16:creationId xmlns:a16="http://schemas.microsoft.com/office/drawing/2014/main" id="{4D8DAD49-E192-4934-8CF1-25E9CA66F761}"/>
              </a:ext>
            </a:extLst>
          </p:cNvPr>
          <p:cNvSpPr>
            <a:spLocks noGrp="1"/>
          </p:cNvSpPr>
          <p:nvPr>
            <p:ph type="body" sz="quarter" idx="16" hasCustomPrompt="1"/>
          </p:nvPr>
        </p:nvSpPr>
        <p:spPr>
          <a:xfrm>
            <a:off x="548640" y="3429000"/>
            <a:ext cx="5090157" cy="424732"/>
          </a:xfrm>
          <a:noFill/>
        </p:spPr>
        <p:txBody>
          <a:bodyPr wrap="square" lIns="91440" rIns="91440">
            <a:spAutoFit/>
          </a:bodyPr>
          <a:lstStyle>
            <a:lvl1pPr marL="0" indent="0">
              <a:buNone/>
              <a:defRPr sz="2400" b="1">
                <a:solidFill>
                  <a:schemeClr val="tx2"/>
                </a:solidFill>
              </a:defRPr>
            </a:lvl1pPr>
          </a:lstStyle>
          <a:p>
            <a:pPr lvl="0"/>
            <a:r>
              <a:rPr lang="en-US" noProof="0"/>
              <a:t>ADD ADDITIONAL TEXT </a:t>
            </a:r>
          </a:p>
        </p:txBody>
      </p:sp>
      <p:sp>
        <p:nvSpPr>
          <p:cNvPr id="12" name="Content Placeholder 6">
            <a:extLst>
              <a:ext uri="{FF2B5EF4-FFF2-40B4-BE49-F238E27FC236}">
                <a16:creationId xmlns:a16="http://schemas.microsoft.com/office/drawing/2014/main" id="{2E79C3B8-3CB6-4D76-8182-4489C35C869A}"/>
              </a:ext>
            </a:extLst>
          </p:cNvPr>
          <p:cNvSpPr>
            <a:spLocks noGrp="1"/>
          </p:cNvSpPr>
          <p:nvPr>
            <p:ph sz="quarter" idx="19"/>
          </p:nvPr>
        </p:nvSpPr>
        <p:spPr>
          <a:xfrm>
            <a:off x="6527803" y="4021648"/>
            <a:ext cx="5090157" cy="1884265"/>
          </a:xfrm>
        </p:spPr>
        <p:txBody>
          <a:bodyPr lIns="91440" rIns="91440"/>
          <a:lstStyle/>
          <a:p>
            <a:pPr lvl="0"/>
            <a:r>
              <a:rPr lang="en-US" noProof="0" smtClean="0"/>
              <a:t>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endParaRPr lang="en-US" noProof="0"/>
          </a:p>
        </p:txBody>
      </p:sp>
      <p:sp>
        <p:nvSpPr>
          <p:cNvPr id="13" name="Text Placeholder 7">
            <a:extLst>
              <a:ext uri="{FF2B5EF4-FFF2-40B4-BE49-F238E27FC236}">
                <a16:creationId xmlns:a16="http://schemas.microsoft.com/office/drawing/2014/main" id="{0CBC5711-960A-4093-BF8D-E1FB5C4179A9}"/>
              </a:ext>
            </a:extLst>
          </p:cNvPr>
          <p:cNvSpPr>
            <a:spLocks noGrp="1"/>
          </p:cNvSpPr>
          <p:nvPr>
            <p:ph type="body" sz="quarter" idx="20" hasCustomPrompt="1"/>
          </p:nvPr>
        </p:nvSpPr>
        <p:spPr>
          <a:xfrm>
            <a:off x="6527803" y="3429000"/>
            <a:ext cx="5090157" cy="424732"/>
          </a:xfrm>
          <a:noFill/>
        </p:spPr>
        <p:txBody>
          <a:bodyPr wrap="square" lIns="91440" rIns="91440">
            <a:spAutoFit/>
          </a:bodyPr>
          <a:lstStyle>
            <a:lvl1pPr marL="0" indent="0">
              <a:buNone/>
              <a:defRPr sz="2400" b="1">
                <a:solidFill>
                  <a:schemeClr val="accent2"/>
                </a:solidFill>
              </a:defRPr>
            </a:lvl1pPr>
          </a:lstStyle>
          <a:p>
            <a:pPr lvl="0"/>
            <a:r>
              <a:rPr lang="en-US" noProof="0"/>
              <a:t>ADD ADDITIONAL TEXT </a:t>
            </a:r>
          </a:p>
        </p:txBody>
      </p:sp>
      <p:sp>
        <p:nvSpPr>
          <p:cNvPr id="14" name="Picture Placeholder 7">
            <a:extLst>
              <a:ext uri="{FF2B5EF4-FFF2-40B4-BE49-F238E27FC236}">
                <a16:creationId xmlns:a16="http://schemas.microsoft.com/office/drawing/2014/main" id="{37CF37DF-A8A3-42D8-BAFE-0F56DCEC7657}"/>
              </a:ext>
              <a:ext uri="{C183D7F6-B498-43B3-948B-1728B52AA6E4}">
                <adec:decorative xmlns="" xmlns:adec="http://schemas.microsoft.com/office/drawing/2017/decorative" val="1"/>
              </a:ext>
            </a:extLst>
          </p:cNvPr>
          <p:cNvSpPr>
            <a:spLocks noGrp="1"/>
          </p:cNvSpPr>
          <p:nvPr>
            <p:ph type="pic" sz="quarter" idx="21" hasCustomPrompt="1"/>
          </p:nvPr>
        </p:nvSpPr>
        <p:spPr>
          <a:xfrm>
            <a:off x="548944" y="2423061"/>
            <a:ext cx="711197" cy="723544"/>
          </a:xfrm>
        </p:spPr>
        <p:txBody>
          <a:bodyPr anchor="ctr"/>
          <a:lstStyle>
            <a:lvl1pPr marL="0" indent="0" algn="ctr">
              <a:buNone/>
              <a:defRPr/>
            </a:lvl1pPr>
          </a:lstStyle>
          <a:p>
            <a:r>
              <a:rPr lang="en-US" noProof="0" dirty="0"/>
              <a:t>Icon</a:t>
            </a:r>
          </a:p>
        </p:txBody>
      </p:sp>
      <p:sp>
        <p:nvSpPr>
          <p:cNvPr id="15" name="Picture Placeholder 7">
            <a:extLst>
              <a:ext uri="{FF2B5EF4-FFF2-40B4-BE49-F238E27FC236}">
                <a16:creationId xmlns:a16="http://schemas.microsoft.com/office/drawing/2014/main" id="{6C4C965C-0B8E-48F5-AAAC-C3237DCB2911}"/>
              </a:ext>
              <a:ext uri="{C183D7F6-B498-43B3-948B-1728B52AA6E4}">
                <adec:decorative xmlns="" xmlns:adec="http://schemas.microsoft.com/office/drawing/2017/decorative" val="1"/>
              </a:ext>
            </a:extLst>
          </p:cNvPr>
          <p:cNvSpPr>
            <a:spLocks noGrp="1"/>
          </p:cNvSpPr>
          <p:nvPr>
            <p:ph type="pic" sz="quarter" idx="22" hasCustomPrompt="1"/>
          </p:nvPr>
        </p:nvSpPr>
        <p:spPr>
          <a:xfrm>
            <a:off x="6527803" y="2423061"/>
            <a:ext cx="711197" cy="723544"/>
          </a:xfrm>
        </p:spPr>
        <p:txBody>
          <a:bodyPr anchor="ctr"/>
          <a:lstStyle>
            <a:lvl1pPr marL="0" indent="0" algn="ctr">
              <a:buNone/>
              <a:defRPr/>
            </a:lvl1pPr>
          </a:lstStyle>
          <a:p>
            <a:r>
              <a:rPr lang="en-US" noProof="0" dirty="0"/>
              <a:t>Icon</a:t>
            </a:r>
          </a:p>
        </p:txBody>
      </p:sp>
      <p:sp>
        <p:nvSpPr>
          <p:cNvPr id="17" name="Slide Number Placeholder 5">
            <a:extLst>
              <a:ext uri="{FF2B5EF4-FFF2-40B4-BE49-F238E27FC236}">
                <a16:creationId xmlns:a16="http://schemas.microsoft.com/office/drawing/2014/main" id="{C94646A1-59D8-49D7-B0E1-B7771AB22D4B}"/>
              </a:ext>
            </a:extLst>
          </p:cNvPr>
          <p:cNvSpPr>
            <a:spLocks noGrp="1"/>
          </p:cNvSpPr>
          <p:nvPr>
            <p:ph type="sldNum" sz="quarter" idx="4"/>
          </p:nvPr>
        </p:nvSpPr>
        <p:spPr>
          <a:xfrm>
            <a:off x="628788" y="6339840"/>
            <a:ext cx="302281" cy="365760"/>
          </a:xfrm>
          <a:prstGeom prst="rect">
            <a:avLst/>
          </a:prstGeom>
          <a:solidFill>
            <a:schemeClr val="bg1">
              <a:alpha val="82000"/>
            </a:schemeClr>
          </a:solidFill>
          <a:ln>
            <a:solidFill>
              <a:schemeClr val="accent2"/>
            </a:solidFill>
          </a:ln>
        </p:spPr>
        <p:txBody>
          <a:bodyPr vert="horz" lIns="0" tIns="45720" rIns="0" bIns="45720" rtlCol="0" anchor="ctr"/>
          <a:lstStyle>
            <a:lvl1pPr algn="ctr">
              <a:defRPr sz="1000">
                <a:solidFill>
                  <a:schemeClr val="tx1">
                    <a:lumMod val="95000"/>
                    <a:lumOff val="5000"/>
                  </a:schemeClr>
                </a:solidFill>
                <a:latin typeface="+mj-lt"/>
              </a:defRPr>
            </a:lvl1pPr>
          </a:lstStyle>
          <a:p>
            <a:fld id="{4FAB73BC-B049-4115-A692-8D63A059BFB8}" type="slidenum">
              <a:rPr lang="en-US" noProof="0" smtClean="0"/>
              <a:pPr/>
              <a:t>‹#›</a:t>
            </a:fld>
            <a:endParaRPr lang="en-US" noProof="0" dirty="0"/>
          </a:p>
        </p:txBody>
      </p:sp>
    </p:spTree>
    <p:extLst>
      <p:ext uri="{BB962C8B-B14F-4D97-AF65-F5344CB8AC3E}">
        <p14:creationId xmlns:p14="http://schemas.microsoft.com/office/powerpoint/2010/main" val="3582519574"/>
      </p:ext>
    </p:extLst>
  </p:cSld>
  <p:clrMapOvr>
    <a:masterClrMapping/>
  </p:clrMapOvr>
  <p:extLst>
    <p:ext uri="{DCECCB84-F9BA-43D5-87BE-67443E8EF086}">
      <p15:sldGuideLst xmlns:p15="http://schemas.microsoft.com/office/powerpoint/2012/main">
        <p15:guide id="1" orient="horz" pos="2160">
          <p15:clr>
            <a:srgbClr val="FBAE40"/>
          </p15:clr>
        </p15:guide>
        <p15:guide id="2" orient="horz" pos="720">
          <p15:clr>
            <a:srgbClr val="FBAE40"/>
          </p15:clr>
        </p15:guide>
      </p15:sldGuideLst>
    </p:ext>
  </p:extLst>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2_Title Subtitle Content and half Image_Top shape bar">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0B42CCEE-B750-4EF9-BAE5-217844AE7456}"/>
              </a:ext>
              <a:ext uri="{C183D7F6-B498-43B3-948B-1728B52AA6E4}">
                <adec:decorative xmlns="" xmlns:adec="http://schemas.microsoft.com/office/drawing/2017/decorative" val="1"/>
              </a:ext>
            </a:extLst>
          </p:cNvPr>
          <p:cNvSpPr/>
          <p:nvPr userDrawn="1"/>
        </p:nvSpPr>
        <p:spPr>
          <a:xfrm>
            <a:off x="0" y="0"/>
            <a:ext cx="12192000" cy="11297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9015F2E0-A9EE-4095-8DFC-C3BBA80FAEEE}"/>
              </a:ext>
            </a:extLst>
          </p:cNvPr>
          <p:cNvSpPr>
            <a:spLocks noGrp="1"/>
          </p:cNvSpPr>
          <p:nvPr>
            <p:ph type="title"/>
          </p:nvPr>
        </p:nvSpPr>
        <p:spPr>
          <a:xfrm>
            <a:off x="548640" y="990600"/>
            <a:ext cx="10805160" cy="707886"/>
          </a:xfrm>
        </p:spPr>
        <p:txBody>
          <a:bodyPr lIns="91440" anchor="t">
            <a:normAutofit/>
          </a:bodyPr>
          <a:lstStyle>
            <a:lvl1pPr>
              <a:lnSpc>
                <a:spcPct val="100000"/>
              </a:lnSpc>
              <a:defRPr sz="4000" b="0">
                <a:latin typeface="+mj-lt"/>
              </a:defRPr>
            </a:lvl1pPr>
          </a:lstStyle>
          <a:p>
            <a:r>
              <a:rPr lang="en-US" noProof="0" smtClean="0"/>
              <a:t>Click to edit Master title style</a:t>
            </a:r>
            <a:endParaRPr lang="en-US" noProof="0"/>
          </a:p>
        </p:txBody>
      </p:sp>
      <p:sp>
        <p:nvSpPr>
          <p:cNvPr id="7" name="Content Placeholder 6">
            <a:extLst>
              <a:ext uri="{FF2B5EF4-FFF2-40B4-BE49-F238E27FC236}">
                <a16:creationId xmlns:a16="http://schemas.microsoft.com/office/drawing/2014/main" id="{35FB90DC-1879-4B22-883B-7444D1A858EC}"/>
              </a:ext>
            </a:extLst>
          </p:cNvPr>
          <p:cNvSpPr>
            <a:spLocks noGrp="1"/>
          </p:cNvSpPr>
          <p:nvPr>
            <p:ph sz="quarter" idx="13"/>
          </p:nvPr>
        </p:nvSpPr>
        <p:spPr>
          <a:xfrm>
            <a:off x="548640" y="4021648"/>
            <a:ext cx="3474720" cy="1884265"/>
          </a:xfrm>
        </p:spPr>
        <p:txBody>
          <a:bodyPr lIns="91440" rIns="91440"/>
          <a:lstStyle/>
          <a:p>
            <a:pPr lvl="0"/>
            <a:r>
              <a:rPr lang="en-US" noProof="0" smtClean="0"/>
              <a:t>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endParaRPr lang="en-US" noProof="0"/>
          </a:p>
        </p:txBody>
      </p:sp>
      <p:sp>
        <p:nvSpPr>
          <p:cNvPr id="8" name="Text Placeholder 7">
            <a:extLst>
              <a:ext uri="{FF2B5EF4-FFF2-40B4-BE49-F238E27FC236}">
                <a16:creationId xmlns:a16="http://schemas.microsoft.com/office/drawing/2014/main" id="{4D8DAD49-E192-4934-8CF1-25E9CA66F761}"/>
              </a:ext>
            </a:extLst>
          </p:cNvPr>
          <p:cNvSpPr>
            <a:spLocks noGrp="1"/>
          </p:cNvSpPr>
          <p:nvPr>
            <p:ph type="body" sz="quarter" idx="16" hasCustomPrompt="1"/>
          </p:nvPr>
        </p:nvSpPr>
        <p:spPr>
          <a:xfrm>
            <a:off x="548640" y="3429000"/>
            <a:ext cx="3474720" cy="424732"/>
          </a:xfrm>
          <a:noFill/>
        </p:spPr>
        <p:txBody>
          <a:bodyPr wrap="square" lIns="91440" rIns="91440">
            <a:noAutofit/>
          </a:bodyPr>
          <a:lstStyle>
            <a:lvl1pPr marL="0" indent="0">
              <a:buNone/>
              <a:defRPr sz="2400" b="1">
                <a:solidFill>
                  <a:schemeClr val="tx2"/>
                </a:solidFill>
              </a:defRPr>
            </a:lvl1pPr>
          </a:lstStyle>
          <a:p>
            <a:pPr lvl="0"/>
            <a:r>
              <a:rPr lang="en-US" noProof="0"/>
              <a:t>ADD ADDITIONAL TEXT </a:t>
            </a:r>
          </a:p>
        </p:txBody>
      </p:sp>
      <p:sp>
        <p:nvSpPr>
          <p:cNvPr id="12" name="Content Placeholder 6">
            <a:extLst>
              <a:ext uri="{FF2B5EF4-FFF2-40B4-BE49-F238E27FC236}">
                <a16:creationId xmlns:a16="http://schemas.microsoft.com/office/drawing/2014/main" id="{2E79C3B8-3CB6-4D76-8182-4489C35C869A}"/>
              </a:ext>
            </a:extLst>
          </p:cNvPr>
          <p:cNvSpPr>
            <a:spLocks noGrp="1"/>
          </p:cNvSpPr>
          <p:nvPr>
            <p:ph sz="quarter" idx="19"/>
          </p:nvPr>
        </p:nvSpPr>
        <p:spPr>
          <a:xfrm>
            <a:off x="4358640" y="4021648"/>
            <a:ext cx="3474720" cy="1884265"/>
          </a:xfrm>
        </p:spPr>
        <p:txBody>
          <a:bodyPr lIns="91440" rIns="91440"/>
          <a:lstStyle/>
          <a:p>
            <a:pPr lvl="0"/>
            <a:r>
              <a:rPr lang="en-US" noProof="0" smtClean="0"/>
              <a:t>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endParaRPr lang="en-US" noProof="0"/>
          </a:p>
        </p:txBody>
      </p:sp>
      <p:sp>
        <p:nvSpPr>
          <p:cNvPr id="13" name="Text Placeholder 7">
            <a:extLst>
              <a:ext uri="{FF2B5EF4-FFF2-40B4-BE49-F238E27FC236}">
                <a16:creationId xmlns:a16="http://schemas.microsoft.com/office/drawing/2014/main" id="{0CBC5711-960A-4093-BF8D-E1FB5C4179A9}"/>
              </a:ext>
            </a:extLst>
          </p:cNvPr>
          <p:cNvSpPr>
            <a:spLocks noGrp="1"/>
          </p:cNvSpPr>
          <p:nvPr>
            <p:ph type="body" sz="quarter" idx="20" hasCustomPrompt="1"/>
          </p:nvPr>
        </p:nvSpPr>
        <p:spPr>
          <a:xfrm>
            <a:off x="4358640" y="3429000"/>
            <a:ext cx="3474720" cy="424732"/>
          </a:xfrm>
          <a:noFill/>
        </p:spPr>
        <p:txBody>
          <a:bodyPr wrap="square" lIns="91440" rIns="91440">
            <a:noAutofit/>
          </a:bodyPr>
          <a:lstStyle>
            <a:lvl1pPr marL="0" indent="0">
              <a:buNone/>
              <a:defRPr sz="2400" b="1">
                <a:solidFill>
                  <a:schemeClr val="accent5"/>
                </a:solidFill>
              </a:defRPr>
            </a:lvl1pPr>
          </a:lstStyle>
          <a:p>
            <a:pPr lvl="0"/>
            <a:r>
              <a:rPr lang="en-US" noProof="0"/>
              <a:t>ADD ADDITIONAL TEXT </a:t>
            </a:r>
          </a:p>
        </p:txBody>
      </p:sp>
      <p:sp>
        <p:nvSpPr>
          <p:cNvPr id="14" name="Picture Placeholder 7">
            <a:extLst>
              <a:ext uri="{FF2B5EF4-FFF2-40B4-BE49-F238E27FC236}">
                <a16:creationId xmlns:a16="http://schemas.microsoft.com/office/drawing/2014/main" id="{37CF37DF-A8A3-42D8-BAFE-0F56DCEC7657}"/>
              </a:ext>
              <a:ext uri="{C183D7F6-B498-43B3-948B-1728B52AA6E4}">
                <adec:decorative xmlns="" xmlns:adec="http://schemas.microsoft.com/office/drawing/2017/decorative" val="1"/>
              </a:ext>
            </a:extLst>
          </p:cNvPr>
          <p:cNvSpPr>
            <a:spLocks noGrp="1"/>
          </p:cNvSpPr>
          <p:nvPr>
            <p:ph type="pic" sz="quarter" idx="21" hasCustomPrompt="1"/>
          </p:nvPr>
        </p:nvSpPr>
        <p:spPr>
          <a:xfrm>
            <a:off x="548944" y="2423061"/>
            <a:ext cx="711197" cy="723544"/>
          </a:xfrm>
        </p:spPr>
        <p:txBody>
          <a:bodyPr anchor="ctr"/>
          <a:lstStyle>
            <a:lvl1pPr marL="0" indent="0" algn="ctr">
              <a:buNone/>
              <a:defRPr/>
            </a:lvl1pPr>
          </a:lstStyle>
          <a:p>
            <a:r>
              <a:rPr lang="en-US" noProof="0" dirty="0"/>
              <a:t>Icon</a:t>
            </a:r>
          </a:p>
        </p:txBody>
      </p:sp>
      <p:sp>
        <p:nvSpPr>
          <p:cNvPr id="15" name="Picture Placeholder 7">
            <a:extLst>
              <a:ext uri="{FF2B5EF4-FFF2-40B4-BE49-F238E27FC236}">
                <a16:creationId xmlns:a16="http://schemas.microsoft.com/office/drawing/2014/main" id="{6C4C965C-0B8E-48F5-AAAC-C3237DCB2911}"/>
              </a:ext>
              <a:ext uri="{C183D7F6-B498-43B3-948B-1728B52AA6E4}">
                <adec:decorative xmlns="" xmlns:adec="http://schemas.microsoft.com/office/drawing/2017/decorative" val="1"/>
              </a:ext>
            </a:extLst>
          </p:cNvPr>
          <p:cNvSpPr>
            <a:spLocks noGrp="1"/>
          </p:cNvSpPr>
          <p:nvPr>
            <p:ph type="pic" sz="quarter" idx="22" hasCustomPrompt="1"/>
          </p:nvPr>
        </p:nvSpPr>
        <p:spPr>
          <a:xfrm>
            <a:off x="4358640" y="2423061"/>
            <a:ext cx="711197" cy="723544"/>
          </a:xfrm>
        </p:spPr>
        <p:txBody>
          <a:bodyPr anchor="ctr"/>
          <a:lstStyle>
            <a:lvl1pPr marL="0" indent="0" algn="ctr">
              <a:buNone/>
              <a:defRPr/>
            </a:lvl1pPr>
          </a:lstStyle>
          <a:p>
            <a:r>
              <a:rPr lang="en-US" noProof="0" dirty="0"/>
              <a:t>Icon</a:t>
            </a:r>
          </a:p>
        </p:txBody>
      </p:sp>
      <p:sp>
        <p:nvSpPr>
          <p:cNvPr id="16" name="Content Placeholder 6">
            <a:extLst>
              <a:ext uri="{FF2B5EF4-FFF2-40B4-BE49-F238E27FC236}">
                <a16:creationId xmlns:a16="http://schemas.microsoft.com/office/drawing/2014/main" id="{F4C1E55C-86D8-4053-9865-59D5B4F8A350}"/>
              </a:ext>
            </a:extLst>
          </p:cNvPr>
          <p:cNvSpPr>
            <a:spLocks noGrp="1"/>
          </p:cNvSpPr>
          <p:nvPr>
            <p:ph sz="quarter" idx="23"/>
          </p:nvPr>
        </p:nvSpPr>
        <p:spPr>
          <a:xfrm>
            <a:off x="8168640" y="4021648"/>
            <a:ext cx="3474720" cy="1884265"/>
          </a:xfrm>
        </p:spPr>
        <p:txBody>
          <a:bodyPr lIns="91440" rIns="91440"/>
          <a:lstStyle/>
          <a:p>
            <a:pPr lvl="0"/>
            <a:r>
              <a:rPr lang="en-US" noProof="0" smtClean="0"/>
              <a:t>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endParaRPr lang="en-US" noProof="0"/>
          </a:p>
        </p:txBody>
      </p:sp>
      <p:sp>
        <p:nvSpPr>
          <p:cNvPr id="17" name="Text Placeholder 7">
            <a:extLst>
              <a:ext uri="{FF2B5EF4-FFF2-40B4-BE49-F238E27FC236}">
                <a16:creationId xmlns:a16="http://schemas.microsoft.com/office/drawing/2014/main" id="{3B68B60C-9D86-4961-A5CE-AB650CA3364D}"/>
              </a:ext>
            </a:extLst>
          </p:cNvPr>
          <p:cNvSpPr>
            <a:spLocks noGrp="1"/>
          </p:cNvSpPr>
          <p:nvPr>
            <p:ph type="body" sz="quarter" idx="24" hasCustomPrompt="1"/>
          </p:nvPr>
        </p:nvSpPr>
        <p:spPr>
          <a:xfrm>
            <a:off x="8168640" y="3429000"/>
            <a:ext cx="3474720" cy="424732"/>
          </a:xfrm>
          <a:noFill/>
        </p:spPr>
        <p:txBody>
          <a:bodyPr wrap="square" lIns="91440" rIns="91440">
            <a:noAutofit/>
          </a:bodyPr>
          <a:lstStyle>
            <a:lvl1pPr marL="0" indent="0">
              <a:buNone/>
              <a:defRPr sz="2400" b="1">
                <a:solidFill>
                  <a:schemeClr val="accent2"/>
                </a:solidFill>
              </a:defRPr>
            </a:lvl1pPr>
          </a:lstStyle>
          <a:p>
            <a:pPr lvl="0"/>
            <a:r>
              <a:rPr lang="en-US" noProof="0"/>
              <a:t>ADD ADDITIONAL TEXT </a:t>
            </a:r>
          </a:p>
        </p:txBody>
      </p:sp>
      <p:sp>
        <p:nvSpPr>
          <p:cNvPr id="19" name="Picture Placeholder 7">
            <a:extLst>
              <a:ext uri="{FF2B5EF4-FFF2-40B4-BE49-F238E27FC236}">
                <a16:creationId xmlns:a16="http://schemas.microsoft.com/office/drawing/2014/main" id="{AFE200E7-D3F0-41C3-92B0-E09677035AD0}"/>
              </a:ext>
              <a:ext uri="{C183D7F6-B498-43B3-948B-1728B52AA6E4}">
                <adec:decorative xmlns="" xmlns:adec="http://schemas.microsoft.com/office/drawing/2017/decorative" val="1"/>
              </a:ext>
            </a:extLst>
          </p:cNvPr>
          <p:cNvSpPr>
            <a:spLocks noGrp="1"/>
          </p:cNvSpPr>
          <p:nvPr>
            <p:ph type="pic" sz="quarter" idx="25" hasCustomPrompt="1"/>
          </p:nvPr>
        </p:nvSpPr>
        <p:spPr>
          <a:xfrm>
            <a:off x="8168336" y="2423061"/>
            <a:ext cx="711197" cy="723544"/>
          </a:xfrm>
        </p:spPr>
        <p:txBody>
          <a:bodyPr anchor="ctr"/>
          <a:lstStyle>
            <a:lvl1pPr marL="0" indent="0" algn="ctr">
              <a:buNone/>
              <a:defRPr/>
            </a:lvl1pPr>
          </a:lstStyle>
          <a:p>
            <a:r>
              <a:rPr lang="en-US" noProof="0" dirty="0"/>
              <a:t>Icon</a:t>
            </a:r>
          </a:p>
        </p:txBody>
      </p:sp>
      <p:sp>
        <p:nvSpPr>
          <p:cNvPr id="21" name="Slide Number Placeholder 5">
            <a:extLst>
              <a:ext uri="{FF2B5EF4-FFF2-40B4-BE49-F238E27FC236}">
                <a16:creationId xmlns:a16="http://schemas.microsoft.com/office/drawing/2014/main" id="{520633DF-6AFD-4B07-9AFD-09317A9CC680}"/>
              </a:ext>
            </a:extLst>
          </p:cNvPr>
          <p:cNvSpPr>
            <a:spLocks noGrp="1"/>
          </p:cNvSpPr>
          <p:nvPr>
            <p:ph type="sldNum" sz="quarter" idx="4"/>
          </p:nvPr>
        </p:nvSpPr>
        <p:spPr>
          <a:xfrm>
            <a:off x="628788" y="6339840"/>
            <a:ext cx="302281" cy="365760"/>
          </a:xfrm>
          <a:prstGeom prst="rect">
            <a:avLst/>
          </a:prstGeom>
          <a:solidFill>
            <a:schemeClr val="bg1">
              <a:alpha val="82000"/>
            </a:schemeClr>
          </a:solidFill>
          <a:ln>
            <a:solidFill>
              <a:schemeClr val="accent2"/>
            </a:solidFill>
          </a:ln>
        </p:spPr>
        <p:txBody>
          <a:bodyPr vert="horz" lIns="0" tIns="45720" rIns="0" bIns="45720" rtlCol="0" anchor="ctr"/>
          <a:lstStyle>
            <a:lvl1pPr algn="ctr">
              <a:defRPr sz="1000">
                <a:solidFill>
                  <a:schemeClr val="tx1">
                    <a:lumMod val="95000"/>
                    <a:lumOff val="5000"/>
                  </a:schemeClr>
                </a:solidFill>
                <a:latin typeface="+mj-lt"/>
              </a:defRPr>
            </a:lvl1pPr>
          </a:lstStyle>
          <a:p>
            <a:fld id="{4FAB73BC-B049-4115-A692-8D63A059BFB8}" type="slidenum">
              <a:rPr lang="en-US" noProof="0" smtClean="0"/>
              <a:pPr/>
              <a:t>‹#›</a:t>
            </a:fld>
            <a:endParaRPr lang="en-US" noProof="0" dirty="0"/>
          </a:p>
        </p:txBody>
      </p:sp>
    </p:spTree>
    <p:extLst>
      <p:ext uri="{BB962C8B-B14F-4D97-AF65-F5344CB8AC3E}">
        <p14:creationId xmlns:p14="http://schemas.microsoft.com/office/powerpoint/2010/main" val="2676331027"/>
      </p:ext>
    </p:extLst>
  </p:cSld>
  <p:clrMapOvr>
    <a:masterClrMapping/>
  </p:clrMapOvr>
  <p:extLst>
    <p:ext uri="{DCECCB84-F9BA-43D5-87BE-67443E8EF086}">
      <p15:sldGuideLst xmlns:p15="http://schemas.microsoft.com/office/powerpoint/2012/main">
        <p15:guide id="1" orient="horz" pos="2160">
          <p15:clr>
            <a:srgbClr val="FBAE40"/>
          </p15:clr>
        </p15:guide>
        <p15:guide id="2" orient="horz" pos="720">
          <p15:clr>
            <a:srgbClr val="FBAE40"/>
          </p15:clr>
        </p15:guide>
      </p15:sldGuideLst>
    </p:ext>
  </p:extLst>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Title Icon Content 2 rows">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0B42CCEE-B750-4EF9-BAE5-217844AE7456}"/>
              </a:ext>
              <a:ext uri="{C183D7F6-B498-43B3-948B-1728B52AA6E4}">
                <adec:decorative xmlns="" xmlns:adec="http://schemas.microsoft.com/office/drawing/2017/decorative" val="1"/>
              </a:ext>
            </a:extLst>
          </p:cNvPr>
          <p:cNvSpPr/>
          <p:nvPr userDrawn="1"/>
        </p:nvSpPr>
        <p:spPr>
          <a:xfrm>
            <a:off x="0" y="0"/>
            <a:ext cx="12192000" cy="11297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9015F2E0-A9EE-4095-8DFC-C3BBA80FAEEE}"/>
              </a:ext>
            </a:extLst>
          </p:cNvPr>
          <p:cNvSpPr>
            <a:spLocks noGrp="1"/>
          </p:cNvSpPr>
          <p:nvPr>
            <p:ph type="title"/>
          </p:nvPr>
        </p:nvSpPr>
        <p:spPr>
          <a:xfrm>
            <a:off x="548640" y="990600"/>
            <a:ext cx="10805160" cy="707886"/>
          </a:xfrm>
        </p:spPr>
        <p:txBody>
          <a:bodyPr lIns="91440" anchor="t">
            <a:normAutofit/>
          </a:bodyPr>
          <a:lstStyle>
            <a:lvl1pPr>
              <a:lnSpc>
                <a:spcPct val="100000"/>
              </a:lnSpc>
              <a:defRPr sz="4000" b="0">
                <a:latin typeface="+mj-lt"/>
              </a:defRPr>
            </a:lvl1pPr>
          </a:lstStyle>
          <a:p>
            <a:r>
              <a:rPr lang="en-US" noProof="0" smtClean="0"/>
              <a:t>Click to edit Master title style</a:t>
            </a:r>
            <a:endParaRPr lang="en-US" noProof="0"/>
          </a:p>
        </p:txBody>
      </p:sp>
      <p:sp>
        <p:nvSpPr>
          <p:cNvPr id="7" name="Content Placeholder 6">
            <a:extLst>
              <a:ext uri="{FF2B5EF4-FFF2-40B4-BE49-F238E27FC236}">
                <a16:creationId xmlns:a16="http://schemas.microsoft.com/office/drawing/2014/main" id="{35FB90DC-1879-4B22-883B-7444D1A858EC}"/>
              </a:ext>
            </a:extLst>
          </p:cNvPr>
          <p:cNvSpPr>
            <a:spLocks noGrp="1"/>
          </p:cNvSpPr>
          <p:nvPr>
            <p:ph sz="quarter" idx="13" hasCustomPrompt="1"/>
          </p:nvPr>
        </p:nvSpPr>
        <p:spPr>
          <a:xfrm>
            <a:off x="5562600" y="2438400"/>
            <a:ext cx="5901458" cy="975260"/>
          </a:xfrm>
        </p:spPr>
        <p:txBody>
          <a:bodyPr lIns="91440" rIns="91440" anchor="ctr">
            <a:noAutofit/>
          </a:bodyPr>
          <a:lstStyle>
            <a:lvl1pPr>
              <a:defRPr/>
            </a:lvl1pPr>
          </a:lstStyle>
          <a:p>
            <a:pPr lvl="0"/>
            <a:r>
              <a:rPr lang="en-US" noProof="0"/>
              <a:t>Description text </a:t>
            </a:r>
          </a:p>
        </p:txBody>
      </p:sp>
      <p:sp>
        <p:nvSpPr>
          <p:cNvPr id="8" name="Text Placeholder 7">
            <a:extLst>
              <a:ext uri="{FF2B5EF4-FFF2-40B4-BE49-F238E27FC236}">
                <a16:creationId xmlns:a16="http://schemas.microsoft.com/office/drawing/2014/main" id="{4D8DAD49-E192-4934-8CF1-25E9CA66F761}"/>
              </a:ext>
            </a:extLst>
          </p:cNvPr>
          <p:cNvSpPr>
            <a:spLocks noGrp="1"/>
          </p:cNvSpPr>
          <p:nvPr>
            <p:ph type="body" sz="quarter" idx="16" hasCustomPrompt="1"/>
          </p:nvPr>
        </p:nvSpPr>
        <p:spPr>
          <a:xfrm>
            <a:off x="1524000" y="2713664"/>
            <a:ext cx="3474720" cy="424732"/>
          </a:xfrm>
          <a:noFill/>
        </p:spPr>
        <p:txBody>
          <a:bodyPr wrap="square" lIns="91440" rIns="91440">
            <a:noAutofit/>
          </a:bodyPr>
          <a:lstStyle>
            <a:lvl1pPr marL="0" indent="0">
              <a:buNone/>
              <a:defRPr sz="2400" b="1">
                <a:solidFill>
                  <a:schemeClr val="tx2"/>
                </a:solidFill>
              </a:defRPr>
            </a:lvl1pPr>
          </a:lstStyle>
          <a:p>
            <a:pPr lvl="0"/>
            <a:r>
              <a:rPr lang="en-US" noProof="0"/>
              <a:t>ADD ADDITIONAL TEXT </a:t>
            </a:r>
          </a:p>
        </p:txBody>
      </p:sp>
      <p:sp>
        <p:nvSpPr>
          <p:cNvPr id="14" name="Picture Placeholder 7">
            <a:extLst>
              <a:ext uri="{FF2B5EF4-FFF2-40B4-BE49-F238E27FC236}">
                <a16:creationId xmlns:a16="http://schemas.microsoft.com/office/drawing/2014/main" id="{37CF37DF-A8A3-42D8-BAFE-0F56DCEC7657}"/>
              </a:ext>
              <a:ext uri="{C183D7F6-B498-43B3-948B-1728B52AA6E4}">
                <adec:decorative xmlns="" xmlns:adec="http://schemas.microsoft.com/office/drawing/2017/decorative" val="1"/>
              </a:ext>
            </a:extLst>
          </p:cNvPr>
          <p:cNvSpPr>
            <a:spLocks noGrp="1"/>
          </p:cNvSpPr>
          <p:nvPr>
            <p:ph type="pic" sz="quarter" idx="21" hasCustomPrompt="1"/>
          </p:nvPr>
        </p:nvSpPr>
        <p:spPr>
          <a:xfrm>
            <a:off x="548944" y="2564258"/>
            <a:ext cx="711197" cy="723544"/>
          </a:xfrm>
        </p:spPr>
        <p:txBody>
          <a:bodyPr anchor="ctr"/>
          <a:lstStyle>
            <a:lvl1pPr marL="0" indent="0" algn="ctr">
              <a:buNone/>
              <a:defRPr/>
            </a:lvl1pPr>
          </a:lstStyle>
          <a:p>
            <a:r>
              <a:rPr lang="en-US" noProof="0" dirty="0"/>
              <a:t>Icon</a:t>
            </a:r>
          </a:p>
        </p:txBody>
      </p:sp>
      <p:sp>
        <p:nvSpPr>
          <p:cNvPr id="20" name="Content Placeholder 6">
            <a:extLst>
              <a:ext uri="{FF2B5EF4-FFF2-40B4-BE49-F238E27FC236}">
                <a16:creationId xmlns:a16="http://schemas.microsoft.com/office/drawing/2014/main" id="{36B305EA-E44E-48DA-922F-20D8D3496709}"/>
              </a:ext>
            </a:extLst>
          </p:cNvPr>
          <p:cNvSpPr>
            <a:spLocks noGrp="1"/>
          </p:cNvSpPr>
          <p:nvPr>
            <p:ph sz="quarter" idx="22" hasCustomPrompt="1"/>
          </p:nvPr>
        </p:nvSpPr>
        <p:spPr>
          <a:xfrm>
            <a:off x="5562600" y="4391622"/>
            <a:ext cx="5901458" cy="975260"/>
          </a:xfrm>
        </p:spPr>
        <p:txBody>
          <a:bodyPr lIns="91440" rIns="91440" anchor="ctr">
            <a:noAutofit/>
          </a:bodyPr>
          <a:lstStyle>
            <a:lvl1pPr>
              <a:defRPr/>
            </a:lvl1pPr>
          </a:lstStyle>
          <a:p>
            <a:pPr lvl="0"/>
            <a:r>
              <a:rPr lang="en-US" noProof="0"/>
              <a:t>Description text </a:t>
            </a:r>
          </a:p>
        </p:txBody>
      </p:sp>
      <p:sp>
        <p:nvSpPr>
          <p:cNvPr id="21" name="Text Placeholder 7">
            <a:extLst>
              <a:ext uri="{FF2B5EF4-FFF2-40B4-BE49-F238E27FC236}">
                <a16:creationId xmlns:a16="http://schemas.microsoft.com/office/drawing/2014/main" id="{038D7323-C655-4E9F-A5C0-AE44AF907081}"/>
              </a:ext>
            </a:extLst>
          </p:cNvPr>
          <p:cNvSpPr>
            <a:spLocks noGrp="1"/>
          </p:cNvSpPr>
          <p:nvPr>
            <p:ph type="body" sz="quarter" idx="23" hasCustomPrompt="1"/>
          </p:nvPr>
        </p:nvSpPr>
        <p:spPr>
          <a:xfrm>
            <a:off x="1524000" y="4666886"/>
            <a:ext cx="3474720" cy="424732"/>
          </a:xfrm>
          <a:noFill/>
        </p:spPr>
        <p:txBody>
          <a:bodyPr wrap="square" lIns="91440" rIns="91440">
            <a:noAutofit/>
          </a:bodyPr>
          <a:lstStyle>
            <a:lvl1pPr marL="0" indent="0">
              <a:buNone/>
              <a:defRPr sz="2400" b="1">
                <a:solidFill>
                  <a:schemeClr val="accent5"/>
                </a:solidFill>
              </a:defRPr>
            </a:lvl1pPr>
          </a:lstStyle>
          <a:p>
            <a:pPr lvl="0"/>
            <a:r>
              <a:rPr lang="en-US" noProof="0"/>
              <a:t>ADD ADDITIONAL TEXT </a:t>
            </a:r>
          </a:p>
        </p:txBody>
      </p:sp>
      <p:sp>
        <p:nvSpPr>
          <p:cNvPr id="22" name="Picture Placeholder 7">
            <a:extLst>
              <a:ext uri="{FF2B5EF4-FFF2-40B4-BE49-F238E27FC236}">
                <a16:creationId xmlns:a16="http://schemas.microsoft.com/office/drawing/2014/main" id="{F79C998E-1F82-4AC1-AD39-82F45A05CED8}"/>
              </a:ext>
              <a:ext uri="{C183D7F6-B498-43B3-948B-1728B52AA6E4}">
                <adec:decorative xmlns="" xmlns:adec="http://schemas.microsoft.com/office/drawing/2017/decorative" val="1"/>
              </a:ext>
            </a:extLst>
          </p:cNvPr>
          <p:cNvSpPr>
            <a:spLocks noGrp="1"/>
          </p:cNvSpPr>
          <p:nvPr>
            <p:ph type="pic" sz="quarter" idx="24" hasCustomPrompt="1"/>
          </p:nvPr>
        </p:nvSpPr>
        <p:spPr>
          <a:xfrm>
            <a:off x="548944" y="4517480"/>
            <a:ext cx="711197" cy="723544"/>
          </a:xfrm>
        </p:spPr>
        <p:txBody>
          <a:bodyPr anchor="ctr"/>
          <a:lstStyle>
            <a:lvl1pPr marL="0" indent="0" algn="ctr">
              <a:buNone/>
              <a:defRPr/>
            </a:lvl1pPr>
          </a:lstStyle>
          <a:p>
            <a:r>
              <a:rPr lang="en-US" noProof="0" dirty="0"/>
              <a:t>Icon</a:t>
            </a:r>
          </a:p>
        </p:txBody>
      </p:sp>
      <p:sp>
        <p:nvSpPr>
          <p:cNvPr id="16" name="Slide Number Placeholder 5">
            <a:extLst>
              <a:ext uri="{FF2B5EF4-FFF2-40B4-BE49-F238E27FC236}">
                <a16:creationId xmlns:a16="http://schemas.microsoft.com/office/drawing/2014/main" id="{E0693782-2388-4647-A185-375373970194}"/>
              </a:ext>
            </a:extLst>
          </p:cNvPr>
          <p:cNvSpPr>
            <a:spLocks noGrp="1"/>
          </p:cNvSpPr>
          <p:nvPr>
            <p:ph type="sldNum" sz="quarter" idx="4"/>
          </p:nvPr>
        </p:nvSpPr>
        <p:spPr>
          <a:xfrm>
            <a:off x="628788" y="6339840"/>
            <a:ext cx="302281" cy="365760"/>
          </a:xfrm>
          <a:prstGeom prst="rect">
            <a:avLst/>
          </a:prstGeom>
          <a:solidFill>
            <a:schemeClr val="bg1">
              <a:alpha val="82000"/>
            </a:schemeClr>
          </a:solidFill>
          <a:ln>
            <a:solidFill>
              <a:schemeClr val="accent2"/>
            </a:solidFill>
          </a:ln>
        </p:spPr>
        <p:txBody>
          <a:bodyPr vert="horz" lIns="0" tIns="45720" rIns="0" bIns="45720" rtlCol="0" anchor="ctr"/>
          <a:lstStyle>
            <a:lvl1pPr algn="ctr">
              <a:defRPr sz="1000">
                <a:solidFill>
                  <a:schemeClr val="tx1">
                    <a:lumMod val="95000"/>
                    <a:lumOff val="5000"/>
                  </a:schemeClr>
                </a:solidFill>
                <a:latin typeface="+mj-lt"/>
              </a:defRPr>
            </a:lvl1pPr>
          </a:lstStyle>
          <a:p>
            <a:fld id="{4FAB73BC-B049-4115-A692-8D63A059BFB8}" type="slidenum">
              <a:rPr lang="en-US" noProof="0" smtClean="0"/>
              <a:pPr/>
              <a:t>‹#›</a:t>
            </a:fld>
            <a:endParaRPr lang="en-US" noProof="0" dirty="0"/>
          </a:p>
        </p:txBody>
      </p:sp>
    </p:spTree>
    <p:extLst>
      <p:ext uri="{BB962C8B-B14F-4D97-AF65-F5344CB8AC3E}">
        <p14:creationId xmlns:p14="http://schemas.microsoft.com/office/powerpoint/2010/main" val="3165439100"/>
      </p:ext>
    </p:extLst>
  </p:cSld>
  <p:clrMapOvr>
    <a:masterClrMapping/>
  </p:clrMapOvr>
  <p:extLst>
    <p:ext uri="{DCECCB84-F9BA-43D5-87BE-67443E8EF086}">
      <p15:sldGuideLst xmlns:p15="http://schemas.microsoft.com/office/powerpoint/2012/main">
        <p15:guide id="1" orient="horz" pos="2160">
          <p15:clr>
            <a:srgbClr val="FBAE40"/>
          </p15:clr>
        </p15:guide>
        <p15:guide id="2" orient="horz" pos="720">
          <p15:clr>
            <a:srgbClr val="FBAE40"/>
          </p15:clr>
        </p15:guide>
      </p15:sldGuideLst>
    </p:ext>
  </p:extLst>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Title Icon Content 3 rows">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0B42CCEE-B750-4EF9-BAE5-217844AE7456}"/>
              </a:ext>
              <a:ext uri="{C183D7F6-B498-43B3-948B-1728B52AA6E4}">
                <adec:decorative xmlns="" xmlns:adec="http://schemas.microsoft.com/office/drawing/2017/decorative" val="1"/>
              </a:ext>
            </a:extLst>
          </p:cNvPr>
          <p:cNvSpPr/>
          <p:nvPr userDrawn="1"/>
        </p:nvSpPr>
        <p:spPr>
          <a:xfrm>
            <a:off x="0" y="0"/>
            <a:ext cx="12192000" cy="11297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9015F2E0-A9EE-4095-8DFC-C3BBA80FAEEE}"/>
              </a:ext>
            </a:extLst>
          </p:cNvPr>
          <p:cNvSpPr>
            <a:spLocks noGrp="1"/>
          </p:cNvSpPr>
          <p:nvPr>
            <p:ph type="title"/>
          </p:nvPr>
        </p:nvSpPr>
        <p:spPr>
          <a:xfrm>
            <a:off x="548640" y="990600"/>
            <a:ext cx="10805160" cy="707886"/>
          </a:xfrm>
        </p:spPr>
        <p:txBody>
          <a:bodyPr lIns="91440" anchor="t">
            <a:normAutofit/>
          </a:bodyPr>
          <a:lstStyle>
            <a:lvl1pPr>
              <a:lnSpc>
                <a:spcPct val="100000"/>
              </a:lnSpc>
              <a:defRPr sz="4000" b="0">
                <a:latin typeface="+mj-lt"/>
              </a:defRPr>
            </a:lvl1pPr>
          </a:lstStyle>
          <a:p>
            <a:r>
              <a:rPr lang="en-US" noProof="0" smtClean="0"/>
              <a:t>Click to edit Master title style</a:t>
            </a:r>
            <a:endParaRPr lang="en-US" noProof="0"/>
          </a:p>
        </p:txBody>
      </p:sp>
      <p:sp>
        <p:nvSpPr>
          <p:cNvPr id="7" name="Content Placeholder 6">
            <a:extLst>
              <a:ext uri="{FF2B5EF4-FFF2-40B4-BE49-F238E27FC236}">
                <a16:creationId xmlns:a16="http://schemas.microsoft.com/office/drawing/2014/main" id="{35FB90DC-1879-4B22-883B-7444D1A858EC}"/>
              </a:ext>
            </a:extLst>
          </p:cNvPr>
          <p:cNvSpPr>
            <a:spLocks noGrp="1"/>
          </p:cNvSpPr>
          <p:nvPr>
            <p:ph sz="quarter" idx="13" hasCustomPrompt="1"/>
          </p:nvPr>
        </p:nvSpPr>
        <p:spPr>
          <a:xfrm>
            <a:off x="5562600" y="2423061"/>
            <a:ext cx="5901458" cy="1005939"/>
          </a:xfrm>
        </p:spPr>
        <p:txBody>
          <a:bodyPr lIns="91440" rIns="91440"/>
          <a:lstStyle>
            <a:lvl1pPr>
              <a:defRPr/>
            </a:lvl1pPr>
          </a:lstStyle>
          <a:p>
            <a:pPr lvl="0"/>
            <a:r>
              <a:rPr lang="en-US" noProof="0"/>
              <a:t>Description text </a:t>
            </a:r>
          </a:p>
        </p:txBody>
      </p:sp>
      <p:sp>
        <p:nvSpPr>
          <p:cNvPr id="8" name="Text Placeholder 7">
            <a:extLst>
              <a:ext uri="{FF2B5EF4-FFF2-40B4-BE49-F238E27FC236}">
                <a16:creationId xmlns:a16="http://schemas.microsoft.com/office/drawing/2014/main" id="{4D8DAD49-E192-4934-8CF1-25E9CA66F761}"/>
              </a:ext>
            </a:extLst>
          </p:cNvPr>
          <p:cNvSpPr>
            <a:spLocks noGrp="1"/>
          </p:cNvSpPr>
          <p:nvPr>
            <p:ph type="body" sz="quarter" idx="16" hasCustomPrompt="1"/>
          </p:nvPr>
        </p:nvSpPr>
        <p:spPr>
          <a:xfrm>
            <a:off x="1524000" y="2713664"/>
            <a:ext cx="3810000" cy="424732"/>
          </a:xfrm>
          <a:noFill/>
        </p:spPr>
        <p:txBody>
          <a:bodyPr wrap="square" lIns="91440" rIns="91440" anchor="ctr">
            <a:spAutoFit/>
          </a:bodyPr>
          <a:lstStyle>
            <a:lvl1pPr marL="0" indent="0">
              <a:buNone/>
              <a:defRPr sz="2400" b="1">
                <a:solidFill>
                  <a:schemeClr val="tx2"/>
                </a:solidFill>
              </a:defRPr>
            </a:lvl1pPr>
          </a:lstStyle>
          <a:p>
            <a:pPr lvl="0"/>
            <a:r>
              <a:rPr lang="en-US" noProof="0"/>
              <a:t>ADD ADDITIONAL TEXT </a:t>
            </a:r>
          </a:p>
        </p:txBody>
      </p:sp>
      <p:sp>
        <p:nvSpPr>
          <p:cNvPr id="14" name="Picture Placeholder 7">
            <a:extLst>
              <a:ext uri="{FF2B5EF4-FFF2-40B4-BE49-F238E27FC236}">
                <a16:creationId xmlns:a16="http://schemas.microsoft.com/office/drawing/2014/main" id="{37CF37DF-A8A3-42D8-BAFE-0F56DCEC7657}"/>
              </a:ext>
              <a:ext uri="{C183D7F6-B498-43B3-948B-1728B52AA6E4}">
                <adec:decorative xmlns="" xmlns:adec="http://schemas.microsoft.com/office/drawing/2017/decorative" val="1"/>
              </a:ext>
            </a:extLst>
          </p:cNvPr>
          <p:cNvSpPr>
            <a:spLocks noGrp="1"/>
          </p:cNvSpPr>
          <p:nvPr>
            <p:ph type="pic" sz="quarter" idx="21" hasCustomPrompt="1"/>
          </p:nvPr>
        </p:nvSpPr>
        <p:spPr>
          <a:xfrm>
            <a:off x="548944" y="2564258"/>
            <a:ext cx="711197" cy="723544"/>
          </a:xfrm>
        </p:spPr>
        <p:txBody>
          <a:bodyPr anchor="ctr"/>
          <a:lstStyle>
            <a:lvl1pPr marL="0" indent="0" algn="ctr">
              <a:buNone/>
              <a:defRPr/>
            </a:lvl1pPr>
          </a:lstStyle>
          <a:p>
            <a:r>
              <a:rPr lang="en-US" noProof="0" dirty="0"/>
              <a:t>Icon</a:t>
            </a:r>
          </a:p>
        </p:txBody>
      </p:sp>
      <p:sp>
        <p:nvSpPr>
          <p:cNvPr id="20" name="Content Placeholder 6">
            <a:extLst>
              <a:ext uri="{FF2B5EF4-FFF2-40B4-BE49-F238E27FC236}">
                <a16:creationId xmlns:a16="http://schemas.microsoft.com/office/drawing/2014/main" id="{36B305EA-E44E-48DA-922F-20D8D3496709}"/>
              </a:ext>
            </a:extLst>
          </p:cNvPr>
          <p:cNvSpPr>
            <a:spLocks noGrp="1"/>
          </p:cNvSpPr>
          <p:nvPr>
            <p:ph sz="quarter" idx="22" hasCustomPrompt="1"/>
          </p:nvPr>
        </p:nvSpPr>
        <p:spPr>
          <a:xfrm>
            <a:off x="5562600" y="3556396"/>
            <a:ext cx="5901458" cy="1005939"/>
          </a:xfrm>
        </p:spPr>
        <p:txBody>
          <a:bodyPr lIns="91440" rIns="91440"/>
          <a:lstStyle>
            <a:lvl1pPr>
              <a:defRPr/>
            </a:lvl1pPr>
          </a:lstStyle>
          <a:p>
            <a:pPr lvl="0"/>
            <a:r>
              <a:rPr lang="en-US" noProof="0"/>
              <a:t>Description text </a:t>
            </a:r>
          </a:p>
        </p:txBody>
      </p:sp>
      <p:sp>
        <p:nvSpPr>
          <p:cNvPr id="21" name="Text Placeholder 7">
            <a:extLst>
              <a:ext uri="{FF2B5EF4-FFF2-40B4-BE49-F238E27FC236}">
                <a16:creationId xmlns:a16="http://schemas.microsoft.com/office/drawing/2014/main" id="{038D7323-C655-4E9F-A5C0-AE44AF907081}"/>
              </a:ext>
            </a:extLst>
          </p:cNvPr>
          <p:cNvSpPr>
            <a:spLocks noGrp="1"/>
          </p:cNvSpPr>
          <p:nvPr>
            <p:ph type="body" sz="quarter" idx="23" hasCustomPrompt="1"/>
          </p:nvPr>
        </p:nvSpPr>
        <p:spPr>
          <a:xfrm>
            <a:off x="1524000" y="3846999"/>
            <a:ext cx="3810000" cy="424732"/>
          </a:xfrm>
          <a:noFill/>
        </p:spPr>
        <p:txBody>
          <a:bodyPr wrap="square" lIns="91440" rIns="91440" anchor="ctr">
            <a:spAutoFit/>
          </a:bodyPr>
          <a:lstStyle>
            <a:lvl1pPr marL="0" indent="0">
              <a:buNone/>
              <a:defRPr sz="2400" b="1">
                <a:solidFill>
                  <a:schemeClr val="accent5"/>
                </a:solidFill>
              </a:defRPr>
            </a:lvl1pPr>
          </a:lstStyle>
          <a:p>
            <a:pPr lvl="0"/>
            <a:r>
              <a:rPr lang="en-US" noProof="0"/>
              <a:t>ADD ADDITIONAL TEXT </a:t>
            </a:r>
          </a:p>
        </p:txBody>
      </p:sp>
      <p:sp>
        <p:nvSpPr>
          <p:cNvPr id="22" name="Picture Placeholder 7">
            <a:extLst>
              <a:ext uri="{FF2B5EF4-FFF2-40B4-BE49-F238E27FC236}">
                <a16:creationId xmlns:a16="http://schemas.microsoft.com/office/drawing/2014/main" id="{F79C998E-1F82-4AC1-AD39-82F45A05CED8}"/>
              </a:ext>
              <a:ext uri="{C183D7F6-B498-43B3-948B-1728B52AA6E4}">
                <adec:decorative xmlns="" xmlns:adec="http://schemas.microsoft.com/office/drawing/2017/decorative" val="1"/>
              </a:ext>
            </a:extLst>
          </p:cNvPr>
          <p:cNvSpPr>
            <a:spLocks noGrp="1"/>
          </p:cNvSpPr>
          <p:nvPr>
            <p:ph type="pic" sz="quarter" idx="24" hasCustomPrompt="1"/>
          </p:nvPr>
        </p:nvSpPr>
        <p:spPr>
          <a:xfrm>
            <a:off x="548944" y="3697593"/>
            <a:ext cx="711197" cy="723544"/>
          </a:xfrm>
        </p:spPr>
        <p:txBody>
          <a:bodyPr anchor="ctr"/>
          <a:lstStyle>
            <a:lvl1pPr marL="0" indent="0" algn="ctr">
              <a:buNone/>
              <a:defRPr/>
            </a:lvl1pPr>
          </a:lstStyle>
          <a:p>
            <a:r>
              <a:rPr lang="en-US" noProof="0" dirty="0"/>
              <a:t>Icon</a:t>
            </a:r>
          </a:p>
        </p:txBody>
      </p:sp>
      <p:sp>
        <p:nvSpPr>
          <p:cNvPr id="16" name="Slide Number Placeholder 5">
            <a:extLst>
              <a:ext uri="{FF2B5EF4-FFF2-40B4-BE49-F238E27FC236}">
                <a16:creationId xmlns:a16="http://schemas.microsoft.com/office/drawing/2014/main" id="{E0693782-2388-4647-A185-375373970194}"/>
              </a:ext>
            </a:extLst>
          </p:cNvPr>
          <p:cNvSpPr>
            <a:spLocks noGrp="1"/>
          </p:cNvSpPr>
          <p:nvPr>
            <p:ph type="sldNum" sz="quarter" idx="4"/>
          </p:nvPr>
        </p:nvSpPr>
        <p:spPr>
          <a:xfrm>
            <a:off x="628788" y="6339840"/>
            <a:ext cx="302281" cy="365760"/>
          </a:xfrm>
          <a:prstGeom prst="rect">
            <a:avLst/>
          </a:prstGeom>
          <a:solidFill>
            <a:schemeClr val="bg1">
              <a:alpha val="82000"/>
            </a:schemeClr>
          </a:solidFill>
          <a:ln>
            <a:solidFill>
              <a:schemeClr val="accent2"/>
            </a:solidFill>
          </a:ln>
        </p:spPr>
        <p:txBody>
          <a:bodyPr vert="horz" lIns="0" tIns="45720" rIns="0" bIns="45720" rtlCol="0" anchor="ctr"/>
          <a:lstStyle>
            <a:lvl1pPr algn="ctr">
              <a:defRPr sz="1000">
                <a:solidFill>
                  <a:schemeClr val="tx1">
                    <a:lumMod val="95000"/>
                    <a:lumOff val="5000"/>
                  </a:schemeClr>
                </a:solidFill>
                <a:latin typeface="+mj-lt"/>
              </a:defRPr>
            </a:lvl1pPr>
          </a:lstStyle>
          <a:p>
            <a:fld id="{4FAB73BC-B049-4115-A692-8D63A059BFB8}" type="slidenum">
              <a:rPr lang="en-US" noProof="0" smtClean="0"/>
              <a:pPr/>
              <a:t>‹#›</a:t>
            </a:fld>
            <a:endParaRPr lang="en-US" noProof="0" dirty="0"/>
          </a:p>
        </p:txBody>
      </p:sp>
      <p:sp>
        <p:nvSpPr>
          <p:cNvPr id="13" name="Content Placeholder 6">
            <a:extLst>
              <a:ext uri="{FF2B5EF4-FFF2-40B4-BE49-F238E27FC236}">
                <a16:creationId xmlns:a16="http://schemas.microsoft.com/office/drawing/2014/main" id="{3FD6DDB9-4D92-43F8-B746-ABBAB109CA1E}"/>
              </a:ext>
            </a:extLst>
          </p:cNvPr>
          <p:cNvSpPr>
            <a:spLocks noGrp="1"/>
          </p:cNvSpPr>
          <p:nvPr>
            <p:ph sz="quarter" idx="25" hasCustomPrompt="1"/>
          </p:nvPr>
        </p:nvSpPr>
        <p:spPr>
          <a:xfrm>
            <a:off x="5562600" y="4689732"/>
            <a:ext cx="5901458" cy="1005939"/>
          </a:xfrm>
        </p:spPr>
        <p:txBody>
          <a:bodyPr lIns="91440" rIns="91440"/>
          <a:lstStyle>
            <a:lvl1pPr>
              <a:defRPr/>
            </a:lvl1pPr>
          </a:lstStyle>
          <a:p>
            <a:pPr lvl="0"/>
            <a:r>
              <a:rPr lang="en-US" noProof="0"/>
              <a:t>Description text </a:t>
            </a:r>
          </a:p>
        </p:txBody>
      </p:sp>
      <p:sp>
        <p:nvSpPr>
          <p:cNvPr id="17" name="Text Placeholder 7">
            <a:extLst>
              <a:ext uri="{FF2B5EF4-FFF2-40B4-BE49-F238E27FC236}">
                <a16:creationId xmlns:a16="http://schemas.microsoft.com/office/drawing/2014/main" id="{13E2F95F-BD26-4AA8-941E-3993C9F1DBBC}"/>
              </a:ext>
            </a:extLst>
          </p:cNvPr>
          <p:cNvSpPr>
            <a:spLocks noGrp="1"/>
          </p:cNvSpPr>
          <p:nvPr>
            <p:ph type="body" sz="quarter" idx="26" hasCustomPrompt="1"/>
          </p:nvPr>
        </p:nvSpPr>
        <p:spPr>
          <a:xfrm>
            <a:off x="1524000" y="4980335"/>
            <a:ext cx="3810000" cy="424732"/>
          </a:xfrm>
          <a:noFill/>
        </p:spPr>
        <p:txBody>
          <a:bodyPr wrap="square" lIns="91440" rIns="91440" anchor="ctr">
            <a:spAutoFit/>
          </a:bodyPr>
          <a:lstStyle>
            <a:lvl1pPr marL="0" indent="0">
              <a:buNone/>
              <a:defRPr sz="2400" b="1">
                <a:solidFill>
                  <a:schemeClr val="accent6"/>
                </a:solidFill>
              </a:defRPr>
            </a:lvl1pPr>
          </a:lstStyle>
          <a:p>
            <a:pPr lvl="0"/>
            <a:r>
              <a:rPr lang="en-US" noProof="0"/>
              <a:t>ADD ADDITIONAL TEXT </a:t>
            </a:r>
          </a:p>
        </p:txBody>
      </p:sp>
      <p:sp>
        <p:nvSpPr>
          <p:cNvPr id="19" name="Picture Placeholder 7">
            <a:extLst>
              <a:ext uri="{FF2B5EF4-FFF2-40B4-BE49-F238E27FC236}">
                <a16:creationId xmlns:a16="http://schemas.microsoft.com/office/drawing/2014/main" id="{68F52DD2-B3F0-4652-8C7B-96406F99FC14}"/>
              </a:ext>
              <a:ext uri="{C183D7F6-B498-43B3-948B-1728B52AA6E4}">
                <adec:decorative xmlns="" xmlns:adec="http://schemas.microsoft.com/office/drawing/2017/decorative" val="1"/>
              </a:ext>
            </a:extLst>
          </p:cNvPr>
          <p:cNvSpPr>
            <a:spLocks noGrp="1"/>
          </p:cNvSpPr>
          <p:nvPr>
            <p:ph type="pic" sz="quarter" idx="27" hasCustomPrompt="1"/>
          </p:nvPr>
        </p:nvSpPr>
        <p:spPr>
          <a:xfrm>
            <a:off x="548944" y="4830929"/>
            <a:ext cx="711197" cy="723544"/>
          </a:xfrm>
        </p:spPr>
        <p:txBody>
          <a:bodyPr anchor="ctr"/>
          <a:lstStyle>
            <a:lvl1pPr marL="0" indent="0" algn="ctr">
              <a:buNone/>
              <a:defRPr/>
            </a:lvl1pPr>
          </a:lstStyle>
          <a:p>
            <a:r>
              <a:rPr lang="en-US" noProof="0" dirty="0"/>
              <a:t>Icon</a:t>
            </a:r>
          </a:p>
        </p:txBody>
      </p:sp>
    </p:spTree>
    <p:extLst>
      <p:ext uri="{BB962C8B-B14F-4D97-AF65-F5344CB8AC3E}">
        <p14:creationId xmlns:p14="http://schemas.microsoft.com/office/powerpoint/2010/main" val="3772180981"/>
      </p:ext>
    </p:extLst>
  </p:cSld>
  <p:clrMapOvr>
    <a:masterClrMapping/>
  </p:clrMapOvr>
  <p:extLst>
    <p:ext uri="{DCECCB84-F9BA-43D5-87BE-67443E8EF086}">
      <p15:sldGuideLst xmlns:p15="http://schemas.microsoft.com/office/powerpoint/2012/main">
        <p15:guide id="1" orient="horz" pos="2160">
          <p15:clr>
            <a:srgbClr val="FBAE40"/>
          </p15:clr>
        </p15:guide>
        <p15:guide id="2" orient="horz" pos="720">
          <p15:clr>
            <a:srgbClr val="FBAE40"/>
          </p15:clr>
        </p15:guide>
      </p15:sldGuideLst>
    </p:ext>
  </p:extLst>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Title Side patch Icon Content 3 rows">
    <p:spTree>
      <p:nvGrpSpPr>
        <p:cNvPr id="1" name=""/>
        <p:cNvGrpSpPr/>
        <p:nvPr/>
      </p:nvGrpSpPr>
      <p:grpSpPr>
        <a:xfrm>
          <a:off x="0" y="0"/>
          <a:ext cx="0" cy="0"/>
          <a:chOff x="0" y="0"/>
          <a:chExt cx="0" cy="0"/>
        </a:xfrm>
      </p:grpSpPr>
      <p:sp>
        <p:nvSpPr>
          <p:cNvPr id="34" name="Freeform: Shape 33">
            <a:extLst>
              <a:ext uri="{FF2B5EF4-FFF2-40B4-BE49-F238E27FC236}">
                <a16:creationId xmlns:a16="http://schemas.microsoft.com/office/drawing/2014/main" id="{724AA86D-A811-42CE-8C83-8053DFC66751}"/>
              </a:ext>
              <a:ext uri="{C183D7F6-B498-43B3-948B-1728B52AA6E4}">
                <adec:decorative xmlns="" xmlns:adec="http://schemas.microsoft.com/office/drawing/2017/decorative" val="1"/>
              </a:ext>
            </a:extLst>
          </p:cNvPr>
          <p:cNvSpPr/>
          <p:nvPr userDrawn="1"/>
        </p:nvSpPr>
        <p:spPr>
          <a:xfrm>
            <a:off x="-1" y="0"/>
            <a:ext cx="8329286" cy="6858000"/>
          </a:xfrm>
          <a:custGeom>
            <a:avLst/>
            <a:gdLst>
              <a:gd name="connsiteX0" fmla="*/ 0 w 8329286"/>
              <a:gd name="connsiteY0" fmla="*/ 0 h 6858000"/>
              <a:gd name="connsiteX1" fmla="*/ 8329286 w 8329286"/>
              <a:gd name="connsiteY1" fmla="*/ 0 h 6858000"/>
              <a:gd name="connsiteX2" fmla="*/ 8329286 w 8329286"/>
              <a:gd name="connsiteY2" fmla="*/ 68183 h 6858000"/>
              <a:gd name="connsiteX3" fmla="*/ 3175958 w 8329286"/>
              <a:gd name="connsiteY3" fmla="*/ 6858000 h 6858000"/>
              <a:gd name="connsiteX4" fmla="*/ 0 w 8329286"/>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329286" h="6858000">
                <a:moveTo>
                  <a:pt x="0" y="0"/>
                </a:moveTo>
                <a:lnTo>
                  <a:pt x="8329286" y="0"/>
                </a:lnTo>
                <a:lnTo>
                  <a:pt x="8329286" y="68183"/>
                </a:lnTo>
                <a:lnTo>
                  <a:pt x="3175958" y="6858000"/>
                </a:lnTo>
                <a:lnTo>
                  <a:pt x="0" y="6858000"/>
                </a:lnTo>
                <a:close/>
              </a:path>
            </a:pathLst>
          </a:custGeom>
          <a:solidFill>
            <a:srgbClr val="EEEEE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1" name="Rectangle 10">
            <a:extLst>
              <a:ext uri="{FF2B5EF4-FFF2-40B4-BE49-F238E27FC236}">
                <a16:creationId xmlns:a16="http://schemas.microsoft.com/office/drawing/2014/main" id="{0B42CCEE-B750-4EF9-BAE5-217844AE7456}"/>
              </a:ext>
              <a:ext uri="{C183D7F6-B498-43B3-948B-1728B52AA6E4}">
                <adec:decorative xmlns="" xmlns:adec="http://schemas.microsoft.com/office/drawing/2017/decorative" val="1"/>
              </a:ext>
            </a:extLst>
          </p:cNvPr>
          <p:cNvSpPr/>
          <p:nvPr userDrawn="1"/>
        </p:nvSpPr>
        <p:spPr>
          <a:xfrm>
            <a:off x="0" y="0"/>
            <a:ext cx="12192000" cy="11297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9015F2E0-A9EE-4095-8DFC-C3BBA80FAEEE}"/>
              </a:ext>
            </a:extLst>
          </p:cNvPr>
          <p:cNvSpPr>
            <a:spLocks noGrp="1"/>
          </p:cNvSpPr>
          <p:nvPr>
            <p:ph type="title"/>
          </p:nvPr>
        </p:nvSpPr>
        <p:spPr>
          <a:xfrm>
            <a:off x="548640" y="990600"/>
            <a:ext cx="10805160" cy="707886"/>
          </a:xfrm>
        </p:spPr>
        <p:txBody>
          <a:bodyPr lIns="91440" anchor="t">
            <a:normAutofit/>
          </a:bodyPr>
          <a:lstStyle>
            <a:lvl1pPr>
              <a:lnSpc>
                <a:spcPct val="100000"/>
              </a:lnSpc>
              <a:defRPr sz="4000" b="0">
                <a:latin typeface="+mj-lt"/>
              </a:defRPr>
            </a:lvl1pPr>
          </a:lstStyle>
          <a:p>
            <a:r>
              <a:rPr lang="en-US" noProof="0" smtClean="0"/>
              <a:t>Click to edit Master title style</a:t>
            </a:r>
            <a:endParaRPr lang="en-US" noProof="0"/>
          </a:p>
        </p:txBody>
      </p:sp>
      <p:sp>
        <p:nvSpPr>
          <p:cNvPr id="7" name="Content Placeholder 6">
            <a:extLst>
              <a:ext uri="{FF2B5EF4-FFF2-40B4-BE49-F238E27FC236}">
                <a16:creationId xmlns:a16="http://schemas.microsoft.com/office/drawing/2014/main" id="{35FB90DC-1879-4B22-883B-7444D1A858EC}"/>
              </a:ext>
            </a:extLst>
          </p:cNvPr>
          <p:cNvSpPr>
            <a:spLocks noGrp="1"/>
          </p:cNvSpPr>
          <p:nvPr>
            <p:ph sz="quarter" idx="13" hasCustomPrompt="1"/>
          </p:nvPr>
        </p:nvSpPr>
        <p:spPr>
          <a:xfrm>
            <a:off x="7151214" y="2035302"/>
            <a:ext cx="4312844" cy="914490"/>
          </a:xfrm>
        </p:spPr>
        <p:txBody>
          <a:bodyPr lIns="91440" rIns="91440" anchor="ctr">
            <a:noAutofit/>
          </a:bodyPr>
          <a:lstStyle>
            <a:lvl1pPr marL="0" indent="0">
              <a:buNone/>
              <a:defRPr sz="1400"/>
            </a:lvl1pPr>
          </a:lstStyle>
          <a:p>
            <a:pPr lvl="0"/>
            <a:r>
              <a:rPr lang="en-US" noProof="0"/>
              <a:t>Description text </a:t>
            </a:r>
          </a:p>
        </p:txBody>
      </p:sp>
      <p:sp>
        <p:nvSpPr>
          <p:cNvPr id="8" name="Text Placeholder 7">
            <a:extLst>
              <a:ext uri="{FF2B5EF4-FFF2-40B4-BE49-F238E27FC236}">
                <a16:creationId xmlns:a16="http://schemas.microsoft.com/office/drawing/2014/main" id="{4D8DAD49-E192-4934-8CF1-25E9CA66F761}"/>
              </a:ext>
            </a:extLst>
          </p:cNvPr>
          <p:cNvSpPr>
            <a:spLocks noGrp="1"/>
          </p:cNvSpPr>
          <p:nvPr>
            <p:ph type="body" sz="quarter" idx="16" hasCustomPrompt="1"/>
          </p:nvPr>
        </p:nvSpPr>
        <p:spPr>
          <a:xfrm>
            <a:off x="624840" y="2280181"/>
            <a:ext cx="4937760" cy="424732"/>
          </a:xfrm>
          <a:noFill/>
        </p:spPr>
        <p:txBody>
          <a:bodyPr wrap="square" lIns="91440" rIns="91440" anchor="ctr">
            <a:noAutofit/>
          </a:bodyPr>
          <a:lstStyle>
            <a:lvl1pPr marL="0" indent="0" algn="r">
              <a:buNone/>
              <a:defRPr sz="2000" b="1">
                <a:solidFill>
                  <a:schemeClr val="tx2"/>
                </a:solidFill>
              </a:defRPr>
            </a:lvl1pPr>
          </a:lstStyle>
          <a:p>
            <a:pPr lvl="0"/>
            <a:r>
              <a:rPr lang="en-US" noProof="0"/>
              <a:t>ADD TEXT </a:t>
            </a:r>
          </a:p>
        </p:txBody>
      </p:sp>
      <p:sp>
        <p:nvSpPr>
          <p:cNvPr id="14" name="Picture Placeholder 7">
            <a:extLst>
              <a:ext uri="{FF2B5EF4-FFF2-40B4-BE49-F238E27FC236}">
                <a16:creationId xmlns:a16="http://schemas.microsoft.com/office/drawing/2014/main" id="{37CF37DF-A8A3-42D8-BAFE-0F56DCEC7657}"/>
              </a:ext>
              <a:ext uri="{C183D7F6-B498-43B3-948B-1728B52AA6E4}">
                <adec:decorative xmlns="" xmlns:adec="http://schemas.microsoft.com/office/drawing/2017/decorative" val="1"/>
              </a:ext>
            </a:extLst>
          </p:cNvPr>
          <p:cNvSpPr>
            <a:spLocks noGrp="1"/>
          </p:cNvSpPr>
          <p:nvPr>
            <p:ph type="pic" sz="quarter" idx="21" hasCustomPrompt="1"/>
          </p:nvPr>
        </p:nvSpPr>
        <p:spPr>
          <a:xfrm>
            <a:off x="5756426" y="1935993"/>
            <a:ext cx="1094116" cy="1113108"/>
          </a:xfrm>
          <a:prstGeom prst="ellipse">
            <a:avLst/>
          </a:prstGeom>
          <a:solidFill>
            <a:schemeClr val="bg1"/>
          </a:solidFill>
          <a:effectLst>
            <a:outerShdw blurRad="50800" dist="38100" dir="2700000" algn="tl" rotWithShape="0">
              <a:prstClr val="black">
                <a:alpha val="40000"/>
              </a:prstClr>
            </a:outerShdw>
          </a:effectLst>
        </p:spPr>
        <p:txBody>
          <a:bodyPr anchor="ctr"/>
          <a:lstStyle>
            <a:lvl1pPr marL="0" indent="0" algn="ctr">
              <a:buNone/>
              <a:defRPr/>
            </a:lvl1pPr>
          </a:lstStyle>
          <a:p>
            <a:r>
              <a:rPr lang="en-US" noProof="0" dirty="0"/>
              <a:t>Icon</a:t>
            </a:r>
          </a:p>
        </p:txBody>
      </p:sp>
      <p:sp>
        <p:nvSpPr>
          <p:cNvPr id="20" name="Content Placeholder 6">
            <a:extLst>
              <a:ext uri="{FF2B5EF4-FFF2-40B4-BE49-F238E27FC236}">
                <a16:creationId xmlns:a16="http://schemas.microsoft.com/office/drawing/2014/main" id="{36B305EA-E44E-48DA-922F-20D8D3496709}"/>
              </a:ext>
            </a:extLst>
          </p:cNvPr>
          <p:cNvSpPr>
            <a:spLocks noGrp="1"/>
          </p:cNvSpPr>
          <p:nvPr>
            <p:ph sz="quarter" idx="22" hasCustomPrompt="1"/>
          </p:nvPr>
        </p:nvSpPr>
        <p:spPr>
          <a:xfrm>
            <a:off x="6071132" y="3576256"/>
            <a:ext cx="5392925" cy="914490"/>
          </a:xfrm>
        </p:spPr>
        <p:txBody>
          <a:bodyPr lIns="91440" rIns="91440" anchor="ctr">
            <a:noAutofit/>
          </a:bodyPr>
          <a:lstStyle>
            <a:lvl1pPr marL="0" indent="0">
              <a:buNone/>
              <a:defRPr sz="1400"/>
            </a:lvl1pPr>
          </a:lstStyle>
          <a:p>
            <a:pPr lvl="0"/>
            <a:r>
              <a:rPr lang="en-US" noProof="0"/>
              <a:t>Description text </a:t>
            </a:r>
          </a:p>
        </p:txBody>
      </p:sp>
      <p:sp>
        <p:nvSpPr>
          <p:cNvPr id="21" name="Text Placeholder 7">
            <a:extLst>
              <a:ext uri="{FF2B5EF4-FFF2-40B4-BE49-F238E27FC236}">
                <a16:creationId xmlns:a16="http://schemas.microsoft.com/office/drawing/2014/main" id="{038D7323-C655-4E9F-A5C0-AE44AF907081}"/>
              </a:ext>
            </a:extLst>
          </p:cNvPr>
          <p:cNvSpPr>
            <a:spLocks noGrp="1"/>
          </p:cNvSpPr>
          <p:nvPr>
            <p:ph type="body" sz="quarter" idx="23" hasCustomPrompt="1"/>
          </p:nvPr>
        </p:nvSpPr>
        <p:spPr>
          <a:xfrm>
            <a:off x="548640" y="3846999"/>
            <a:ext cx="4023360" cy="424732"/>
          </a:xfrm>
          <a:noFill/>
        </p:spPr>
        <p:txBody>
          <a:bodyPr wrap="square" lIns="91440" rIns="91440" anchor="ctr">
            <a:noAutofit/>
          </a:bodyPr>
          <a:lstStyle>
            <a:lvl1pPr marL="0" indent="0" algn="r">
              <a:buNone/>
              <a:defRPr sz="2000" b="1">
                <a:solidFill>
                  <a:schemeClr val="accent5"/>
                </a:solidFill>
              </a:defRPr>
            </a:lvl1pPr>
          </a:lstStyle>
          <a:p>
            <a:pPr lvl="0"/>
            <a:r>
              <a:rPr lang="en-US" noProof="0"/>
              <a:t>ADD TEXT </a:t>
            </a:r>
          </a:p>
        </p:txBody>
      </p:sp>
      <p:sp>
        <p:nvSpPr>
          <p:cNvPr id="22" name="Picture Placeholder 7">
            <a:extLst>
              <a:ext uri="{FF2B5EF4-FFF2-40B4-BE49-F238E27FC236}">
                <a16:creationId xmlns:a16="http://schemas.microsoft.com/office/drawing/2014/main" id="{F79C998E-1F82-4AC1-AD39-82F45A05CED8}"/>
              </a:ext>
              <a:ext uri="{C183D7F6-B498-43B3-948B-1728B52AA6E4}">
                <adec:decorative xmlns="" xmlns:adec="http://schemas.microsoft.com/office/drawing/2017/decorative" val="1"/>
              </a:ext>
            </a:extLst>
          </p:cNvPr>
          <p:cNvSpPr>
            <a:spLocks noGrp="1"/>
          </p:cNvSpPr>
          <p:nvPr>
            <p:ph type="pic" sz="quarter" idx="24" hasCustomPrompt="1"/>
          </p:nvPr>
        </p:nvSpPr>
        <p:spPr>
          <a:xfrm>
            <a:off x="4774508" y="3502811"/>
            <a:ext cx="1094116" cy="1113108"/>
          </a:xfrm>
          <a:prstGeom prst="ellipse">
            <a:avLst/>
          </a:prstGeom>
          <a:solidFill>
            <a:schemeClr val="bg1"/>
          </a:solidFill>
          <a:effectLst>
            <a:outerShdw blurRad="50800" dist="38100" dir="2700000" algn="tl" rotWithShape="0">
              <a:prstClr val="black">
                <a:alpha val="40000"/>
              </a:prstClr>
            </a:outerShdw>
          </a:effectLst>
        </p:spPr>
        <p:txBody>
          <a:bodyPr anchor="ctr"/>
          <a:lstStyle>
            <a:lvl1pPr marL="0" indent="0" algn="ctr">
              <a:buNone/>
              <a:defRPr/>
            </a:lvl1pPr>
          </a:lstStyle>
          <a:p>
            <a:r>
              <a:rPr lang="en-US" noProof="0" dirty="0"/>
              <a:t>Icon</a:t>
            </a:r>
          </a:p>
        </p:txBody>
      </p:sp>
      <p:sp>
        <p:nvSpPr>
          <p:cNvPr id="16" name="Slide Number Placeholder 5">
            <a:extLst>
              <a:ext uri="{FF2B5EF4-FFF2-40B4-BE49-F238E27FC236}">
                <a16:creationId xmlns:a16="http://schemas.microsoft.com/office/drawing/2014/main" id="{E0693782-2388-4647-A185-375373970194}"/>
              </a:ext>
            </a:extLst>
          </p:cNvPr>
          <p:cNvSpPr>
            <a:spLocks noGrp="1"/>
          </p:cNvSpPr>
          <p:nvPr>
            <p:ph type="sldNum" sz="quarter" idx="4"/>
          </p:nvPr>
        </p:nvSpPr>
        <p:spPr>
          <a:xfrm>
            <a:off x="628788" y="6339840"/>
            <a:ext cx="302281" cy="365760"/>
          </a:xfrm>
          <a:prstGeom prst="rect">
            <a:avLst/>
          </a:prstGeom>
          <a:solidFill>
            <a:schemeClr val="bg1">
              <a:alpha val="82000"/>
            </a:schemeClr>
          </a:solidFill>
          <a:ln>
            <a:solidFill>
              <a:schemeClr val="accent2"/>
            </a:solidFill>
          </a:ln>
        </p:spPr>
        <p:txBody>
          <a:bodyPr vert="horz" lIns="0" tIns="45720" rIns="0" bIns="45720" rtlCol="0" anchor="ctr"/>
          <a:lstStyle>
            <a:lvl1pPr algn="ctr">
              <a:defRPr sz="1000">
                <a:solidFill>
                  <a:schemeClr val="tx1">
                    <a:lumMod val="95000"/>
                    <a:lumOff val="5000"/>
                  </a:schemeClr>
                </a:solidFill>
                <a:latin typeface="+mj-lt"/>
              </a:defRPr>
            </a:lvl1pPr>
          </a:lstStyle>
          <a:p>
            <a:fld id="{4FAB73BC-B049-4115-A692-8D63A059BFB8}" type="slidenum">
              <a:rPr lang="en-US" noProof="0" smtClean="0"/>
              <a:pPr/>
              <a:t>‹#›</a:t>
            </a:fld>
            <a:endParaRPr lang="en-US" noProof="0" dirty="0"/>
          </a:p>
        </p:txBody>
      </p:sp>
      <p:sp>
        <p:nvSpPr>
          <p:cNvPr id="13" name="Content Placeholder 6">
            <a:extLst>
              <a:ext uri="{FF2B5EF4-FFF2-40B4-BE49-F238E27FC236}">
                <a16:creationId xmlns:a16="http://schemas.microsoft.com/office/drawing/2014/main" id="{3FD6DDB9-4D92-43F8-B746-ABBAB109CA1E}"/>
              </a:ext>
            </a:extLst>
          </p:cNvPr>
          <p:cNvSpPr>
            <a:spLocks noGrp="1"/>
          </p:cNvSpPr>
          <p:nvPr>
            <p:ph sz="quarter" idx="25" hasCustomPrompt="1"/>
          </p:nvPr>
        </p:nvSpPr>
        <p:spPr>
          <a:xfrm>
            <a:off x="4949699" y="5117210"/>
            <a:ext cx="6514359" cy="914490"/>
          </a:xfrm>
        </p:spPr>
        <p:txBody>
          <a:bodyPr lIns="91440" rIns="91440" anchor="ctr">
            <a:noAutofit/>
          </a:bodyPr>
          <a:lstStyle>
            <a:lvl1pPr marL="0" indent="0">
              <a:buNone/>
              <a:defRPr sz="1400"/>
            </a:lvl1pPr>
          </a:lstStyle>
          <a:p>
            <a:pPr lvl="0"/>
            <a:r>
              <a:rPr lang="en-US" noProof="0"/>
              <a:t>Description text </a:t>
            </a:r>
          </a:p>
        </p:txBody>
      </p:sp>
      <p:sp>
        <p:nvSpPr>
          <p:cNvPr id="17" name="Text Placeholder 7">
            <a:extLst>
              <a:ext uri="{FF2B5EF4-FFF2-40B4-BE49-F238E27FC236}">
                <a16:creationId xmlns:a16="http://schemas.microsoft.com/office/drawing/2014/main" id="{13E2F95F-BD26-4AA8-941E-3993C9F1DBBC}"/>
              </a:ext>
            </a:extLst>
          </p:cNvPr>
          <p:cNvSpPr>
            <a:spLocks noGrp="1"/>
          </p:cNvSpPr>
          <p:nvPr>
            <p:ph type="body" sz="quarter" idx="26" hasCustomPrompt="1"/>
          </p:nvPr>
        </p:nvSpPr>
        <p:spPr>
          <a:xfrm>
            <a:off x="548641" y="5362089"/>
            <a:ext cx="2956560" cy="424732"/>
          </a:xfrm>
          <a:noFill/>
        </p:spPr>
        <p:txBody>
          <a:bodyPr wrap="square" lIns="91440" rIns="91440" anchor="ctr">
            <a:noAutofit/>
          </a:bodyPr>
          <a:lstStyle>
            <a:lvl1pPr marL="0" indent="0" algn="r">
              <a:buNone/>
              <a:defRPr sz="2000" b="1">
                <a:solidFill>
                  <a:schemeClr val="accent6"/>
                </a:solidFill>
              </a:defRPr>
            </a:lvl1pPr>
          </a:lstStyle>
          <a:p>
            <a:pPr lvl="0"/>
            <a:r>
              <a:rPr lang="en-US" noProof="0"/>
              <a:t>ADD TEXT </a:t>
            </a:r>
          </a:p>
        </p:txBody>
      </p:sp>
      <p:sp>
        <p:nvSpPr>
          <p:cNvPr id="19" name="Picture Placeholder 7">
            <a:extLst>
              <a:ext uri="{FF2B5EF4-FFF2-40B4-BE49-F238E27FC236}">
                <a16:creationId xmlns:a16="http://schemas.microsoft.com/office/drawing/2014/main" id="{68F52DD2-B3F0-4652-8C7B-96406F99FC14}"/>
              </a:ext>
              <a:ext uri="{C183D7F6-B498-43B3-948B-1728B52AA6E4}">
                <adec:decorative xmlns="" xmlns:adec="http://schemas.microsoft.com/office/drawing/2017/decorative" val="1"/>
              </a:ext>
            </a:extLst>
          </p:cNvPr>
          <p:cNvSpPr>
            <a:spLocks noGrp="1"/>
          </p:cNvSpPr>
          <p:nvPr>
            <p:ph type="pic" sz="quarter" idx="27" hasCustomPrompt="1"/>
          </p:nvPr>
        </p:nvSpPr>
        <p:spPr>
          <a:xfrm>
            <a:off x="3680392" y="5017901"/>
            <a:ext cx="1094116" cy="1113108"/>
          </a:xfrm>
          <a:prstGeom prst="ellipse">
            <a:avLst/>
          </a:prstGeom>
          <a:solidFill>
            <a:schemeClr val="bg1"/>
          </a:solidFill>
          <a:effectLst>
            <a:outerShdw blurRad="50800" dist="38100" dir="2700000" algn="tl" rotWithShape="0">
              <a:prstClr val="black">
                <a:alpha val="40000"/>
              </a:prstClr>
            </a:outerShdw>
          </a:effectLst>
        </p:spPr>
        <p:txBody>
          <a:bodyPr anchor="ctr"/>
          <a:lstStyle>
            <a:lvl1pPr marL="0" indent="0" algn="ctr">
              <a:buNone/>
              <a:defRPr/>
            </a:lvl1pPr>
          </a:lstStyle>
          <a:p>
            <a:r>
              <a:rPr lang="en-US" noProof="0" dirty="0"/>
              <a:t>Icon</a:t>
            </a:r>
          </a:p>
        </p:txBody>
      </p:sp>
      <p:sp>
        <p:nvSpPr>
          <p:cNvPr id="35" name="Freeform: Shape 34">
            <a:extLst>
              <a:ext uri="{FF2B5EF4-FFF2-40B4-BE49-F238E27FC236}">
                <a16:creationId xmlns:a16="http://schemas.microsoft.com/office/drawing/2014/main" id="{79F57DF2-7AB9-4D3A-AADE-E93D5621B0F8}"/>
              </a:ext>
              <a:ext uri="{C183D7F6-B498-43B3-948B-1728B52AA6E4}">
                <adec:decorative xmlns="" xmlns:adec="http://schemas.microsoft.com/office/drawing/2017/decorative" val="1"/>
              </a:ext>
            </a:extLst>
          </p:cNvPr>
          <p:cNvSpPr/>
          <p:nvPr userDrawn="1"/>
        </p:nvSpPr>
        <p:spPr>
          <a:xfrm>
            <a:off x="0" y="0"/>
            <a:ext cx="8329286" cy="457200"/>
          </a:xfrm>
          <a:custGeom>
            <a:avLst/>
            <a:gdLst>
              <a:gd name="connsiteX0" fmla="*/ 0 w 8329286"/>
              <a:gd name="connsiteY0" fmla="*/ 0 h 457200"/>
              <a:gd name="connsiteX1" fmla="*/ 8329286 w 8329286"/>
              <a:gd name="connsiteY1" fmla="*/ 0 h 457200"/>
              <a:gd name="connsiteX2" fmla="*/ 7982281 w 8329286"/>
              <a:gd name="connsiteY2" fmla="*/ 457200 h 457200"/>
              <a:gd name="connsiteX3" fmla="*/ 0 w 8329286"/>
              <a:gd name="connsiteY3" fmla="*/ 457200 h 457200"/>
            </a:gdLst>
            <a:ahLst/>
            <a:cxnLst>
              <a:cxn ang="0">
                <a:pos x="connsiteX0" y="connsiteY0"/>
              </a:cxn>
              <a:cxn ang="0">
                <a:pos x="connsiteX1" y="connsiteY1"/>
              </a:cxn>
              <a:cxn ang="0">
                <a:pos x="connsiteX2" y="connsiteY2"/>
              </a:cxn>
              <a:cxn ang="0">
                <a:pos x="connsiteX3" y="connsiteY3"/>
              </a:cxn>
            </a:cxnLst>
            <a:rect l="l" t="t" r="r" b="b"/>
            <a:pathLst>
              <a:path w="8329286" h="457200">
                <a:moveTo>
                  <a:pt x="0" y="0"/>
                </a:moveTo>
                <a:lnTo>
                  <a:pt x="8329286" y="0"/>
                </a:lnTo>
                <a:lnTo>
                  <a:pt x="7982281" y="457200"/>
                </a:lnTo>
                <a:lnTo>
                  <a:pt x="0" y="457200"/>
                </a:lnTo>
                <a:close/>
              </a:path>
            </a:pathLst>
          </a:custGeom>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Tree>
    <p:extLst>
      <p:ext uri="{BB962C8B-B14F-4D97-AF65-F5344CB8AC3E}">
        <p14:creationId xmlns:p14="http://schemas.microsoft.com/office/powerpoint/2010/main" val="1540170904"/>
      </p:ext>
    </p:extLst>
  </p:cSld>
  <p:clrMapOvr>
    <a:masterClrMapping/>
  </p:clrMapOvr>
  <p:extLst>
    <p:ext uri="{DCECCB84-F9BA-43D5-87BE-67443E8EF086}">
      <p15:sldGuideLst xmlns:p15="http://schemas.microsoft.com/office/powerpoint/2012/main">
        <p15:guide id="1" orient="horz" pos="2160">
          <p15:clr>
            <a:srgbClr val="FBAE40"/>
          </p15:clr>
        </p15:guide>
        <p15:guide id="2" orient="horz" pos="720">
          <p15:clr>
            <a:srgbClr val="FBAE40"/>
          </p15:clr>
        </p15:guide>
      </p15:sldGuideLst>
    </p:ext>
  </p:extLst>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Title Side patch Title Only">
    <p:spTree>
      <p:nvGrpSpPr>
        <p:cNvPr id="1" name=""/>
        <p:cNvGrpSpPr/>
        <p:nvPr/>
      </p:nvGrpSpPr>
      <p:grpSpPr>
        <a:xfrm>
          <a:off x="0" y="0"/>
          <a:ext cx="0" cy="0"/>
          <a:chOff x="0" y="0"/>
          <a:chExt cx="0" cy="0"/>
        </a:xfrm>
      </p:grpSpPr>
      <p:sp>
        <p:nvSpPr>
          <p:cNvPr id="34" name="Freeform: Shape 33">
            <a:extLst>
              <a:ext uri="{FF2B5EF4-FFF2-40B4-BE49-F238E27FC236}">
                <a16:creationId xmlns:a16="http://schemas.microsoft.com/office/drawing/2014/main" id="{724AA86D-A811-42CE-8C83-8053DFC66751}"/>
              </a:ext>
              <a:ext uri="{C183D7F6-B498-43B3-948B-1728B52AA6E4}">
                <adec:decorative xmlns="" xmlns:adec="http://schemas.microsoft.com/office/drawing/2017/decorative" val="1"/>
              </a:ext>
            </a:extLst>
          </p:cNvPr>
          <p:cNvSpPr/>
          <p:nvPr userDrawn="1"/>
        </p:nvSpPr>
        <p:spPr>
          <a:xfrm>
            <a:off x="-1" y="0"/>
            <a:ext cx="8329286" cy="6858000"/>
          </a:xfrm>
          <a:custGeom>
            <a:avLst/>
            <a:gdLst>
              <a:gd name="connsiteX0" fmla="*/ 0 w 8329286"/>
              <a:gd name="connsiteY0" fmla="*/ 0 h 6858000"/>
              <a:gd name="connsiteX1" fmla="*/ 8329286 w 8329286"/>
              <a:gd name="connsiteY1" fmla="*/ 0 h 6858000"/>
              <a:gd name="connsiteX2" fmla="*/ 8329286 w 8329286"/>
              <a:gd name="connsiteY2" fmla="*/ 68183 h 6858000"/>
              <a:gd name="connsiteX3" fmla="*/ 3175958 w 8329286"/>
              <a:gd name="connsiteY3" fmla="*/ 6858000 h 6858000"/>
              <a:gd name="connsiteX4" fmla="*/ 0 w 8329286"/>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329286" h="6858000">
                <a:moveTo>
                  <a:pt x="0" y="0"/>
                </a:moveTo>
                <a:lnTo>
                  <a:pt x="8329286" y="0"/>
                </a:lnTo>
                <a:lnTo>
                  <a:pt x="8329286" y="68183"/>
                </a:lnTo>
                <a:lnTo>
                  <a:pt x="3175958" y="6858000"/>
                </a:lnTo>
                <a:lnTo>
                  <a:pt x="0" y="6858000"/>
                </a:lnTo>
                <a:close/>
              </a:path>
            </a:pathLst>
          </a:custGeom>
          <a:solidFill>
            <a:srgbClr val="EEEEE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1" name="Rectangle 10">
            <a:extLst>
              <a:ext uri="{FF2B5EF4-FFF2-40B4-BE49-F238E27FC236}">
                <a16:creationId xmlns:a16="http://schemas.microsoft.com/office/drawing/2014/main" id="{0B42CCEE-B750-4EF9-BAE5-217844AE7456}"/>
              </a:ext>
              <a:ext uri="{C183D7F6-B498-43B3-948B-1728B52AA6E4}">
                <adec:decorative xmlns="" xmlns:adec="http://schemas.microsoft.com/office/drawing/2017/decorative" val="1"/>
              </a:ext>
            </a:extLst>
          </p:cNvPr>
          <p:cNvSpPr/>
          <p:nvPr userDrawn="1"/>
        </p:nvSpPr>
        <p:spPr>
          <a:xfrm>
            <a:off x="0" y="0"/>
            <a:ext cx="12192000" cy="11297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9015F2E0-A9EE-4095-8DFC-C3BBA80FAEEE}"/>
              </a:ext>
            </a:extLst>
          </p:cNvPr>
          <p:cNvSpPr>
            <a:spLocks noGrp="1"/>
          </p:cNvSpPr>
          <p:nvPr>
            <p:ph type="title"/>
          </p:nvPr>
        </p:nvSpPr>
        <p:spPr>
          <a:xfrm>
            <a:off x="548640" y="990600"/>
            <a:ext cx="10805160" cy="707886"/>
          </a:xfrm>
        </p:spPr>
        <p:txBody>
          <a:bodyPr lIns="91440" anchor="t">
            <a:normAutofit/>
          </a:bodyPr>
          <a:lstStyle>
            <a:lvl1pPr>
              <a:lnSpc>
                <a:spcPct val="100000"/>
              </a:lnSpc>
              <a:defRPr sz="4000" b="0">
                <a:latin typeface="+mj-lt"/>
              </a:defRPr>
            </a:lvl1pPr>
          </a:lstStyle>
          <a:p>
            <a:r>
              <a:rPr lang="en-US" noProof="0" smtClean="0"/>
              <a:t>Click to edit Master title style</a:t>
            </a:r>
            <a:endParaRPr lang="en-US" noProof="0"/>
          </a:p>
        </p:txBody>
      </p:sp>
      <p:sp>
        <p:nvSpPr>
          <p:cNvPr id="16" name="Slide Number Placeholder 5">
            <a:extLst>
              <a:ext uri="{FF2B5EF4-FFF2-40B4-BE49-F238E27FC236}">
                <a16:creationId xmlns:a16="http://schemas.microsoft.com/office/drawing/2014/main" id="{E0693782-2388-4647-A185-375373970194}"/>
              </a:ext>
            </a:extLst>
          </p:cNvPr>
          <p:cNvSpPr>
            <a:spLocks noGrp="1"/>
          </p:cNvSpPr>
          <p:nvPr>
            <p:ph type="sldNum" sz="quarter" idx="4"/>
          </p:nvPr>
        </p:nvSpPr>
        <p:spPr>
          <a:xfrm>
            <a:off x="628788" y="6339840"/>
            <a:ext cx="302281" cy="365760"/>
          </a:xfrm>
          <a:prstGeom prst="rect">
            <a:avLst/>
          </a:prstGeom>
          <a:solidFill>
            <a:schemeClr val="bg1">
              <a:alpha val="82000"/>
            </a:schemeClr>
          </a:solidFill>
          <a:ln>
            <a:solidFill>
              <a:schemeClr val="accent2"/>
            </a:solidFill>
          </a:ln>
        </p:spPr>
        <p:txBody>
          <a:bodyPr vert="horz" lIns="0" tIns="45720" rIns="0" bIns="45720" rtlCol="0" anchor="ctr"/>
          <a:lstStyle>
            <a:lvl1pPr algn="ctr">
              <a:defRPr sz="1000">
                <a:solidFill>
                  <a:schemeClr val="tx1">
                    <a:lumMod val="95000"/>
                    <a:lumOff val="5000"/>
                  </a:schemeClr>
                </a:solidFill>
                <a:latin typeface="+mj-lt"/>
              </a:defRPr>
            </a:lvl1pPr>
          </a:lstStyle>
          <a:p>
            <a:fld id="{4FAB73BC-B049-4115-A692-8D63A059BFB8}" type="slidenum">
              <a:rPr lang="en-US" noProof="0" smtClean="0"/>
              <a:pPr/>
              <a:t>‹#›</a:t>
            </a:fld>
            <a:endParaRPr lang="en-US" noProof="0" dirty="0"/>
          </a:p>
        </p:txBody>
      </p:sp>
      <p:sp>
        <p:nvSpPr>
          <p:cNvPr id="15" name="Freeform: Shape 14">
            <a:extLst>
              <a:ext uri="{FF2B5EF4-FFF2-40B4-BE49-F238E27FC236}">
                <a16:creationId xmlns:a16="http://schemas.microsoft.com/office/drawing/2014/main" id="{89314C5F-7D40-40CF-8951-9660A5ACE1F7}"/>
              </a:ext>
              <a:ext uri="{C183D7F6-B498-43B3-948B-1728B52AA6E4}">
                <adec:decorative xmlns="" xmlns:adec="http://schemas.microsoft.com/office/drawing/2017/decorative" val="1"/>
              </a:ext>
            </a:extLst>
          </p:cNvPr>
          <p:cNvSpPr/>
          <p:nvPr userDrawn="1"/>
        </p:nvSpPr>
        <p:spPr>
          <a:xfrm>
            <a:off x="0" y="0"/>
            <a:ext cx="8329286" cy="457200"/>
          </a:xfrm>
          <a:custGeom>
            <a:avLst/>
            <a:gdLst>
              <a:gd name="connsiteX0" fmla="*/ 0 w 8329286"/>
              <a:gd name="connsiteY0" fmla="*/ 0 h 457200"/>
              <a:gd name="connsiteX1" fmla="*/ 8329286 w 8329286"/>
              <a:gd name="connsiteY1" fmla="*/ 0 h 457200"/>
              <a:gd name="connsiteX2" fmla="*/ 7982281 w 8329286"/>
              <a:gd name="connsiteY2" fmla="*/ 457200 h 457200"/>
              <a:gd name="connsiteX3" fmla="*/ 0 w 8329286"/>
              <a:gd name="connsiteY3" fmla="*/ 457200 h 457200"/>
            </a:gdLst>
            <a:ahLst/>
            <a:cxnLst>
              <a:cxn ang="0">
                <a:pos x="connsiteX0" y="connsiteY0"/>
              </a:cxn>
              <a:cxn ang="0">
                <a:pos x="connsiteX1" y="connsiteY1"/>
              </a:cxn>
              <a:cxn ang="0">
                <a:pos x="connsiteX2" y="connsiteY2"/>
              </a:cxn>
              <a:cxn ang="0">
                <a:pos x="connsiteX3" y="connsiteY3"/>
              </a:cxn>
            </a:cxnLst>
            <a:rect l="l" t="t" r="r" b="b"/>
            <a:pathLst>
              <a:path w="8329286" h="457200">
                <a:moveTo>
                  <a:pt x="0" y="0"/>
                </a:moveTo>
                <a:lnTo>
                  <a:pt x="8329286" y="0"/>
                </a:lnTo>
                <a:lnTo>
                  <a:pt x="7982281" y="457200"/>
                </a:lnTo>
                <a:lnTo>
                  <a:pt x="0" y="457200"/>
                </a:lnTo>
                <a:close/>
              </a:path>
            </a:pathLst>
          </a:custGeom>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cxnSp>
        <p:nvCxnSpPr>
          <p:cNvPr id="18" name="Straight Connector 17">
            <a:extLst>
              <a:ext uri="{FF2B5EF4-FFF2-40B4-BE49-F238E27FC236}">
                <a16:creationId xmlns:a16="http://schemas.microsoft.com/office/drawing/2014/main" id="{6B4884FC-8C22-42B9-9E84-2B12AC73364F}"/>
              </a:ext>
              <a:ext uri="{C183D7F6-B498-43B3-948B-1728B52AA6E4}">
                <adec:decorative xmlns="" xmlns:adec="http://schemas.microsoft.com/office/drawing/2017/decorative" val="1"/>
              </a:ext>
            </a:extLst>
          </p:cNvPr>
          <p:cNvCxnSpPr/>
          <p:nvPr userDrawn="1"/>
        </p:nvCxnSpPr>
        <p:spPr>
          <a:xfrm>
            <a:off x="2018097" y="5181600"/>
            <a:ext cx="688207" cy="0"/>
          </a:xfrm>
          <a:prstGeom prst="line">
            <a:avLst/>
          </a:prstGeom>
          <a:ln w="57150" cap="rnd">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C6B9C406-BFD3-481F-9B48-3DCA3A33014F}"/>
              </a:ext>
              <a:ext uri="{C183D7F6-B498-43B3-948B-1728B52AA6E4}">
                <adec:decorative xmlns="" xmlns:adec="http://schemas.microsoft.com/office/drawing/2017/decorative" val="1"/>
              </a:ext>
            </a:extLst>
          </p:cNvPr>
          <p:cNvCxnSpPr/>
          <p:nvPr userDrawn="1"/>
        </p:nvCxnSpPr>
        <p:spPr>
          <a:xfrm>
            <a:off x="5751896" y="5181600"/>
            <a:ext cx="688207" cy="0"/>
          </a:xfrm>
          <a:prstGeom prst="line">
            <a:avLst/>
          </a:prstGeom>
          <a:ln w="57150" cap="rnd">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4AF3D50D-B3D8-4A41-84D8-4BE250D1BD62}"/>
              </a:ext>
              <a:ext uri="{C183D7F6-B498-43B3-948B-1728B52AA6E4}">
                <adec:decorative xmlns="" xmlns:adec="http://schemas.microsoft.com/office/drawing/2017/decorative" val="1"/>
              </a:ext>
            </a:extLst>
          </p:cNvPr>
          <p:cNvCxnSpPr/>
          <p:nvPr userDrawn="1"/>
        </p:nvCxnSpPr>
        <p:spPr>
          <a:xfrm>
            <a:off x="9485696" y="5181600"/>
            <a:ext cx="688207" cy="0"/>
          </a:xfrm>
          <a:prstGeom prst="line">
            <a:avLst/>
          </a:prstGeom>
          <a:ln w="57150" cap="rnd">
            <a:solidFill>
              <a:schemeClr val="accent2"/>
            </a:solidFill>
          </a:ln>
        </p:spPr>
        <p:style>
          <a:lnRef idx="1">
            <a:schemeClr val="accent1"/>
          </a:lnRef>
          <a:fillRef idx="0">
            <a:schemeClr val="accent1"/>
          </a:fillRef>
          <a:effectRef idx="0">
            <a:schemeClr val="accent1"/>
          </a:effectRef>
          <a:fontRef idx="minor">
            <a:schemeClr val="tx1"/>
          </a:fontRef>
        </p:style>
      </p:cxnSp>
      <p:sp>
        <p:nvSpPr>
          <p:cNvPr id="29" name="Picture Placeholder 8">
            <a:extLst>
              <a:ext uri="{FF2B5EF4-FFF2-40B4-BE49-F238E27FC236}">
                <a16:creationId xmlns:a16="http://schemas.microsoft.com/office/drawing/2014/main" id="{D7401DA1-CBDE-40D5-856F-25C28280FCB0}"/>
              </a:ext>
              <a:ext uri="{C183D7F6-B498-43B3-948B-1728B52AA6E4}">
                <adec:decorative xmlns="" xmlns:adec="http://schemas.microsoft.com/office/drawing/2017/decorative" val="1"/>
              </a:ext>
            </a:extLst>
          </p:cNvPr>
          <p:cNvSpPr>
            <a:spLocks noGrp="1"/>
          </p:cNvSpPr>
          <p:nvPr>
            <p:ph type="pic" sz="quarter" idx="17" hasCustomPrompt="1"/>
          </p:nvPr>
        </p:nvSpPr>
        <p:spPr>
          <a:xfrm>
            <a:off x="533401" y="2057401"/>
            <a:ext cx="3657599" cy="2762808"/>
          </a:xfrm>
          <a:solidFill>
            <a:schemeClr val="bg1"/>
          </a:solidFill>
          <a:effectLst>
            <a:outerShdw blurRad="50800" dist="38100" dir="2700000" algn="tl" rotWithShape="0">
              <a:prstClr val="black">
                <a:alpha val="40000"/>
              </a:prstClr>
            </a:outerShdw>
          </a:effectLst>
        </p:spPr>
        <p:txBody>
          <a:bodyPr anchor="ctr"/>
          <a:lstStyle>
            <a:lvl1pPr marL="0" indent="0" algn="ctr">
              <a:buNone/>
              <a:defRPr>
                <a:solidFill>
                  <a:schemeClr val="bg1">
                    <a:lumMod val="50000"/>
                  </a:schemeClr>
                </a:solidFill>
              </a:defRPr>
            </a:lvl1pPr>
          </a:lstStyle>
          <a:p>
            <a:r>
              <a:rPr lang="en-US" noProof="0" dirty="0"/>
              <a:t>Insert Image 1</a:t>
            </a:r>
          </a:p>
        </p:txBody>
      </p:sp>
      <p:sp>
        <p:nvSpPr>
          <p:cNvPr id="30" name="Picture Placeholder 8">
            <a:extLst>
              <a:ext uri="{FF2B5EF4-FFF2-40B4-BE49-F238E27FC236}">
                <a16:creationId xmlns:a16="http://schemas.microsoft.com/office/drawing/2014/main" id="{6321F101-EC7B-4128-A7FA-373AC507D3D4}"/>
              </a:ext>
              <a:ext uri="{C183D7F6-B498-43B3-948B-1728B52AA6E4}">
                <adec:decorative xmlns="" xmlns:adec="http://schemas.microsoft.com/office/drawing/2017/decorative" val="1"/>
              </a:ext>
            </a:extLst>
          </p:cNvPr>
          <p:cNvSpPr>
            <a:spLocks noGrp="1"/>
          </p:cNvSpPr>
          <p:nvPr>
            <p:ph type="pic" sz="quarter" idx="18" hasCustomPrompt="1"/>
          </p:nvPr>
        </p:nvSpPr>
        <p:spPr>
          <a:xfrm>
            <a:off x="4267200" y="2057401"/>
            <a:ext cx="3657599" cy="2762808"/>
          </a:xfrm>
          <a:solidFill>
            <a:schemeClr val="bg1"/>
          </a:solidFill>
          <a:effectLst>
            <a:outerShdw blurRad="50800" dist="38100" dir="2700000" algn="tl" rotWithShape="0">
              <a:prstClr val="black">
                <a:alpha val="40000"/>
              </a:prstClr>
            </a:outerShdw>
          </a:effectLst>
        </p:spPr>
        <p:txBody>
          <a:bodyPr anchor="ctr"/>
          <a:lstStyle>
            <a:lvl1pPr marL="0" indent="0" algn="ctr">
              <a:buNone/>
              <a:defRPr>
                <a:solidFill>
                  <a:schemeClr val="bg1">
                    <a:lumMod val="50000"/>
                  </a:schemeClr>
                </a:solidFill>
              </a:defRPr>
            </a:lvl1pPr>
          </a:lstStyle>
          <a:p>
            <a:r>
              <a:rPr lang="en-US" noProof="0" dirty="0"/>
              <a:t>Insert Image 2</a:t>
            </a:r>
          </a:p>
        </p:txBody>
      </p:sp>
      <p:sp>
        <p:nvSpPr>
          <p:cNvPr id="31" name="Picture Placeholder 8">
            <a:extLst>
              <a:ext uri="{FF2B5EF4-FFF2-40B4-BE49-F238E27FC236}">
                <a16:creationId xmlns:a16="http://schemas.microsoft.com/office/drawing/2014/main" id="{229667AF-39CB-43E6-8D30-A2DDF8365C21}"/>
              </a:ext>
              <a:ext uri="{C183D7F6-B498-43B3-948B-1728B52AA6E4}">
                <adec:decorative xmlns="" xmlns:adec="http://schemas.microsoft.com/office/drawing/2017/decorative" val="1"/>
              </a:ext>
            </a:extLst>
          </p:cNvPr>
          <p:cNvSpPr>
            <a:spLocks noGrp="1"/>
          </p:cNvSpPr>
          <p:nvPr>
            <p:ph type="pic" sz="quarter" idx="19" hasCustomPrompt="1"/>
          </p:nvPr>
        </p:nvSpPr>
        <p:spPr>
          <a:xfrm>
            <a:off x="8001000" y="2057401"/>
            <a:ext cx="3657599" cy="2762808"/>
          </a:xfrm>
          <a:solidFill>
            <a:schemeClr val="bg1"/>
          </a:solidFill>
          <a:effectLst>
            <a:outerShdw blurRad="50800" dist="38100" dir="2700000" algn="tl" rotWithShape="0">
              <a:prstClr val="black">
                <a:alpha val="40000"/>
              </a:prstClr>
            </a:outerShdw>
          </a:effectLst>
        </p:spPr>
        <p:txBody>
          <a:bodyPr anchor="ctr"/>
          <a:lstStyle>
            <a:lvl1pPr marL="0" indent="0" algn="ctr">
              <a:buNone/>
              <a:defRPr>
                <a:solidFill>
                  <a:schemeClr val="bg1">
                    <a:lumMod val="50000"/>
                  </a:schemeClr>
                </a:solidFill>
              </a:defRPr>
            </a:lvl1pPr>
          </a:lstStyle>
          <a:p>
            <a:r>
              <a:rPr lang="en-US" noProof="0" dirty="0"/>
              <a:t>Insert Image 3</a:t>
            </a:r>
          </a:p>
        </p:txBody>
      </p:sp>
      <p:sp>
        <p:nvSpPr>
          <p:cNvPr id="32" name="Text Placeholder 7">
            <a:extLst>
              <a:ext uri="{FF2B5EF4-FFF2-40B4-BE49-F238E27FC236}">
                <a16:creationId xmlns:a16="http://schemas.microsoft.com/office/drawing/2014/main" id="{125C62A5-1A39-471E-B819-35EB9F8B0CEE}"/>
              </a:ext>
            </a:extLst>
          </p:cNvPr>
          <p:cNvSpPr>
            <a:spLocks noGrp="1"/>
          </p:cNvSpPr>
          <p:nvPr>
            <p:ph type="body" sz="quarter" idx="16" hasCustomPrompt="1"/>
          </p:nvPr>
        </p:nvSpPr>
        <p:spPr>
          <a:xfrm>
            <a:off x="548640" y="5542992"/>
            <a:ext cx="3642359" cy="424732"/>
          </a:xfrm>
          <a:noFill/>
        </p:spPr>
        <p:txBody>
          <a:bodyPr wrap="square" lIns="91440" rIns="91440" anchor="t">
            <a:noAutofit/>
          </a:bodyPr>
          <a:lstStyle>
            <a:lvl1pPr marL="0" indent="0" algn="ctr">
              <a:spcBef>
                <a:spcPts val="0"/>
              </a:spcBef>
              <a:spcAft>
                <a:spcPts val="0"/>
              </a:spcAft>
              <a:buNone/>
              <a:defRPr sz="2000" b="1">
                <a:solidFill>
                  <a:schemeClr val="tx2"/>
                </a:solidFill>
              </a:defRPr>
            </a:lvl1pPr>
          </a:lstStyle>
          <a:p>
            <a:pPr lvl="0"/>
            <a:r>
              <a:rPr lang="en-US" noProof="0"/>
              <a:t>ADD TEXT </a:t>
            </a:r>
          </a:p>
        </p:txBody>
      </p:sp>
      <p:sp>
        <p:nvSpPr>
          <p:cNvPr id="33" name="Text Placeholder 7">
            <a:extLst>
              <a:ext uri="{FF2B5EF4-FFF2-40B4-BE49-F238E27FC236}">
                <a16:creationId xmlns:a16="http://schemas.microsoft.com/office/drawing/2014/main" id="{EB4CA538-2AD9-458A-B582-2FBFEAF60CFA}"/>
              </a:ext>
            </a:extLst>
          </p:cNvPr>
          <p:cNvSpPr>
            <a:spLocks noGrp="1"/>
          </p:cNvSpPr>
          <p:nvPr>
            <p:ph type="body" sz="quarter" idx="20" hasCustomPrompt="1"/>
          </p:nvPr>
        </p:nvSpPr>
        <p:spPr>
          <a:xfrm>
            <a:off x="4267200" y="5542992"/>
            <a:ext cx="3642359" cy="424732"/>
          </a:xfrm>
          <a:noFill/>
        </p:spPr>
        <p:txBody>
          <a:bodyPr wrap="square" lIns="91440" rIns="91440" anchor="t">
            <a:noAutofit/>
          </a:bodyPr>
          <a:lstStyle>
            <a:lvl1pPr marL="0" indent="0" algn="ctr">
              <a:spcBef>
                <a:spcPts val="0"/>
              </a:spcBef>
              <a:spcAft>
                <a:spcPts val="0"/>
              </a:spcAft>
              <a:buNone/>
              <a:defRPr sz="2000" b="1">
                <a:solidFill>
                  <a:schemeClr val="tx2"/>
                </a:solidFill>
              </a:defRPr>
            </a:lvl1pPr>
          </a:lstStyle>
          <a:p>
            <a:pPr lvl="0"/>
            <a:r>
              <a:rPr lang="en-US" noProof="0"/>
              <a:t>ADD TEXT </a:t>
            </a:r>
          </a:p>
        </p:txBody>
      </p:sp>
      <p:sp>
        <p:nvSpPr>
          <p:cNvPr id="35" name="Text Placeholder 7">
            <a:extLst>
              <a:ext uri="{FF2B5EF4-FFF2-40B4-BE49-F238E27FC236}">
                <a16:creationId xmlns:a16="http://schemas.microsoft.com/office/drawing/2014/main" id="{857C263B-EA99-4350-84C0-08B9746AEC05}"/>
              </a:ext>
            </a:extLst>
          </p:cNvPr>
          <p:cNvSpPr>
            <a:spLocks noGrp="1"/>
          </p:cNvSpPr>
          <p:nvPr>
            <p:ph type="body" sz="quarter" idx="21" hasCustomPrompt="1"/>
          </p:nvPr>
        </p:nvSpPr>
        <p:spPr>
          <a:xfrm>
            <a:off x="8001000" y="5542992"/>
            <a:ext cx="3642359" cy="424732"/>
          </a:xfrm>
          <a:noFill/>
        </p:spPr>
        <p:txBody>
          <a:bodyPr wrap="square" lIns="91440" rIns="91440" anchor="t">
            <a:noAutofit/>
          </a:bodyPr>
          <a:lstStyle>
            <a:lvl1pPr marL="0" indent="0" algn="ctr">
              <a:spcBef>
                <a:spcPts val="0"/>
              </a:spcBef>
              <a:spcAft>
                <a:spcPts val="0"/>
              </a:spcAft>
              <a:buNone/>
              <a:defRPr sz="2000" b="1">
                <a:solidFill>
                  <a:schemeClr val="tx2"/>
                </a:solidFill>
              </a:defRPr>
            </a:lvl1pPr>
          </a:lstStyle>
          <a:p>
            <a:pPr lvl="0"/>
            <a:r>
              <a:rPr lang="en-US" noProof="0"/>
              <a:t>ADD TEXT </a:t>
            </a:r>
          </a:p>
        </p:txBody>
      </p:sp>
    </p:spTree>
    <p:extLst>
      <p:ext uri="{BB962C8B-B14F-4D97-AF65-F5344CB8AC3E}">
        <p14:creationId xmlns:p14="http://schemas.microsoft.com/office/powerpoint/2010/main" val="2948150905"/>
      </p:ext>
    </p:extLst>
  </p:cSld>
  <p:clrMapOvr>
    <a:masterClrMapping/>
  </p:clrMapOvr>
  <p:extLst>
    <p:ext uri="{DCECCB84-F9BA-43D5-87BE-67443E8EF086}">
      <p15:sldGuideLst xmlns:p15="http://schemas.microsoft.com/office/powerpoint/2012/main">
        <p15:guide id="1" orient="horz" pos="2160">
          <p15:clr>
            <a:srgbClr val="FBAE40"/>
          </p15:clr>
        </p15:guide>
        <p15:guide id="2" orient="horz" pos="720">
          <p15:clr>
            <a:srgbClr val="FBAE40"/>
          </p15:clr>
        </p15:guide>
      </p15:sldGuideLst>
    </p:ext>
  </p:extLst>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Team Slide">
    <p:spTree>
      <p:nvGrpSpPr>
        <p:cNvPr id="1" name=""/>
        <p:cNvGrpSpPr/>
        <p:nvPr/>
      </p:nvGrpSpPr>
      <p:grpSpPr>
        <a:xfrm>
          <a:off x="0" y="0"/>
          <a:ext cx="0" cy="0"/>
          <a:chOff x="0" y="0"/>
          <a:chExt cx="0" cy="0"/>
        </a:xfrm>
      </p:grpSpPr>
      <p:sp>
        <p:nvSpPr>
          <p:cNvPr id="34" name="Freeform: Shape 33">
            <a:extLst>
              <a:ext uri="{FF2B5EF4-FFF2-40B4-BE49-F238E27FC236}">
                <a16:creationId xmlns:a16="http://schemas.microsoft.com/office/drawing/2014/main" id="{724AA86D-A811-42CE-8C83-8053DFC66751}"/>
              </a:ext>
              <a:ext uri="{C183D7F6-B498-43B3-948B-1728B52AA6E4}">
                <adec:decorative xmlns="" xmlns:adec="http://schemas.microsoft.com/office/drawing/2017/decorative" val="1"/>
              </a:ext>
            </a:extLst>
          </p:cNvPr>
          <p:cNvSpPr/>
          <p:nvPr userDrawn="1"/>
        </p:nvSpPr>
        <p:spPr>
          <a:xfrm>
            <a:off x="-1" y="0"/>
            <a:ext cx="8329286" cy="6858000"/>
          </a:xfrm>
          <a:custGeom>
            <a:avLst/>
            <a:gdLst>
              <a:gd name="connsiteX0" fmla="*/ 0 w 8329286"/>
              <a:gd name="connsiteY0" fmla="*/ 0 h 6858000"/>
              <a:gd name="connsiteX1" fmla="*/ 8329286 w 8329286"/>
              <a:gd name="connsiteY1" fmla="*/ 0 h 6858000"/>
              <a:gd name="connsiteX2" fmla="*/ 8329286 w 8329286"/>
              <a:gd name="connsiteY2" fmla="*/ 68183 h 6858000"/>
              <a:gd name="connsiteX3" fmla="*/ 3175958 w 8329286"/>
              <a:gd name="connsiteY3" fmla="*/ 6858000 h 6858000"/>
              <a:gd name="connsiteX4" fmla="*/ 0 w 8329286"/>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329286" h="6858000">
                <a:moveTo>
                  <a:pt x="0" y="0"/>
                </a:moveTo>
                <a:lnTo>
                  <a:pt x="8329286" y="0"/>
                </a:lnTo>
                <a:lnTo>
                  <a:pt x="8329286" y="68183"/>
                </a:lnTo>
                <a:lnTo>
                  <a:pt x="3175958" y="6858000"/>
                </a:lnTo>
                <a:lnTo>
                  <a:pt x="0" y="6858000"/>
                </a:lnTo>
                <a:close/>
              </a:path>
            </a:pathLst>
          </a:custGeom>
          <a:solidFill>
            <a:srgbClr val="EEEEE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1" name="Rectangle 10">
            <a:extLst>
              <a:ext uri="{FF2B5EF4-FFF2-40B4-BE49-F238E27FC236}">
                <a16:creationId xmlns:a16="http://schemas.microsoft.com/office/drawing/2014/main" id="{0B42CCEE-B750-4EF9-BAE5-217844AE7456}"/>
              </a:ext>
              <a:ext uri="{C183D7F6-B498-43B3-948B-1728B52AA6E4}">
                <adec:decorative xmlns="" xmlns:adec="http://schemas.microsoft.com/office/drawing/2017/decorative" val="1"/>
              </a:ext>
            </a:extLst>
          </p:cNvPr>
          <p:cNvSpPr/>
          <p:nvPr userDrawn="1"/>
        </p:nvSpPr>
        <p:spPr>
          <a:xfrm>
            <a:off x="0" y="0"/>
            <a:ext cx="12192000" cy="11297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9015F2E0-A9EE-4095-8DFC-C3BBA80FAEEE}"/>
              </a:ext>
            </a:extLst>
          </p:cNvPr>
          <p:cNvSpPr>
            <a:spLocks noGrp="1"/>
          </p:cNvSpPr>
          <p:nvPr>
            <p:ph type="title"/>
          </p:nvPr>
        </p:nvSpPr>
        <p:spPr>
          <a:xfrm>
            <a:off x="548640" y="990600"/>
            <a:ext cx="10805160" cy="707886"/>
          </a:xfrm>
        </p:spPr>
        <p:txBody>
          <a:bodyPr lIns="91440" anchor="t">
            <a:normAutofit/>
          </a:bodyPr>
          <a:lstStyle>
            <a:lvl1pPr>
              <a:lnSpc>
                <a:spcPct val="100000"/>
              </a:lnSpc>
              <a:defRPr sz="4000" b="0">
                <a:latin typeface="+mj-lt"/>
              </a:defRPr>
            </a:lvl1pPr>
          </a:lstStyle>
          <a:p>
            <a:r>
              <a:rPr lang="en-US" noProof="0" smtClean="0"/>
              <a:t>Click to edit Master title style</a:t>
            </a:r>
            <a:endParaRPr lang="en-US" noProof="0"/>
          </a:p>
        </p:txBody>
      </p:sp>
      <p:sp>
        <p:nvSpPr>
          <p:cNvPr id="16" name="Slide Number Placeholder 5">
            <a:extLst>
              <a:ext uri="{FF2B5EF4-FFF2-40B4-BE49-F238E27FC236}">
                <a16:creationId xmlns:a16="http://schemas.microsoft.com/office/drawing/2014/main" id="{E0693782-2388-4647-A185-375373970194}"/>
              </a:ext>
            </a:extLst>
          </p:cNvPr>
          <p:cNvSpPr>
            <a:spLocks noGrp="1"/>
          </p:cNvSpPr>
          <p:nvPr>
            <p:ph type="sldNum" sz="quarter" idx="4"/>
          </p:nvPr>
        </p:nvSpPr>
        <p:spPr>
          <a:xfrm>
            <a:off x="628788" y="6339840"/>
            <a:ext cx="302281" cy="365760"/>
          </a:xfrm>
          <a:prstGeom prst="rect">
            <a:avLst/>
          </a:prstGeom>
          <a:solidFill>
            <a:schemeClr val="bg1">
              <a:alpha val="82000"/>
            </a:schemeClr>
          </a:solidFill>
          <a:ln>
            <a:solidFill>
              <a:schemeClr val="accent2"/>
            </a:solidFill>
          </a:ln>
        </p:spPr>
        <p:txBody>
          <a:bodyPr vert="horz" lIns="0" tIns="45720" rIns="0" bIns="45720" rtlCol="0" anchor="ctr"/>
          <a:lstStyle>
            <a:lvl1pPr algn="ctr">
              <a:defRPr sz="1000">
                <a:solidFill>
                  <a:schemeClr val="tx1">
                    <a:lumMod val="95000"/>
                    <a:lumOff val="5000"/>
                  </a:schemeClr>
                </a:solidFill>
                <a:latin typeface="+mj-lt"/>
              </a:defRPr>
            </a:lvl1pPr>
          </a:lstStyle>
          <a:p>
            <a:fld id="{4FAB73BC-B049-4115-A692-8D63A059BFB8}" type="slidenum">
              <a:rPr lang="en-US" noProof="0" smtClean="0"/>
              <a:pPr/>
              <a:t>‹#›</a:t>
            </a:fld>
            <a:endParaRPr lang="en-US" noProof="0" dirty="0"/>
          </a:p>
        </p:txBody>
      </p:sp>
      <p:sp>
        <p:nvSpPr>
          <p:cNvPr id="15" name="Freeform: Shape 14">
            <a:extLst>
              <a:ext uri="{FF2B5EF4-FFF2-40B4-BE49-F238E27FC236}">
                <a16:creationId xmlns:a16="http://schemas.microsoft.com/office/drawing/2014/main" id="{89314C5F-7D40-40CF-8951-9660A5ACE1F7}"/>
              </a:ext>
              <a:ext uri="{C183D7F6-B498-43B3-948B-1728B52AA6E4}">
                <adec:decorative xmlns="" xmlns:adec="http://schemas.microsoft.com/office/drawing/2017/decorative" val="1"/>
              </a:ext>
            </a:extLst>
          </p:cNvPr>
          <p:cNvSpPr/>
          <p:nvPr userDrawn="1"/>
        </p:nvSpPr>
        <p:spPr>
          <a:xfrm>
            <a:off x="0" y="0"/>
            <a:ext cx="8329286" cy="457200"/>
          </a:xfrm>
          <a:custGeom>
            <a:avLst/>
            <a:gdLst>
              <a:gd name="connsiteX0" fmla="*/ 0 w 8329286"/>
              <a:gd name="connsiteY0" fmla="*/ 0 h 457200"/>
              <a:gd name="connsiteX1" fmla="*/ 8329286 w 8329286"/>
              <a:gd name="connsiteY1" fmla="*/ 0 h 457200"/>
              <a:gd name="connsiteX2" fmla="*/ 7982281 w 8329286"/>
              <a:gd name="connsiteY2" fmla="*/ 457200 h 457200"/>
              <a:gd name="connsiteX3" fmla="*/ 0 w 8329286"/>
              <a:gd name="connsiteY3" fmla="*/ 457200 h 457200"/>
            </a:gdLst>
            <a:ahLst/>
            <a:cxnLst>
              <a:cxn ang="0">
                <a:pos x="connsiteX0" y="connsiteY0"/>
              </a:cxn>
              <a:cxn ang="0">
                <a:pos x="connsiteX1" y="connsiteY1"/>
              </a:cxn>
              <a:cxn ang="0">
                <a:pos x="connsiteX2" y="connsiteY2"/>
              </a:cxn>
              <a:cxn ang="0">
                <a:pos x="connsiteX3" y="connsiteY3"/>
              </a:cxn>
            </a:cxnLst>
            <a:rect l="l" t="t" r="r" b="b"/>
            <a:pathLst>
              <a:path w="8329286" h="457200">
                <a:moveTo>
                  <a:pt x="0" y="0"/>
                </a:moveTo>
                <a:lnTo>
                  <a:pt x="8329286" y="0"/>
                </a:lnTo>
                <a:lnTo>
                  <a:pt x="7982281" y="457200"/>
                </a:lnTo>
                <a:lnTo>
                  <a:pt x="0" y="457200"/>
                </a:lnTo>
                <a:close/>
              </a:path>
            </a:pathLst>
          </a:custGeom>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cxnSp>
        <p:nvCxnSpPr>
          <p:cNvPr id="18" name="Straight Connector 17">
            <a:extLst>
              <a:ext uri="{FF2B5EF4-FFF2-40B4-BE49-F238E27FC236}">
                <a16:creationId xmlns:a16="http://schemas.microsoft.com/office/drawing/2014/main" id="{6B4884FC-8C22-42B9-9E84-2B12AC73364F}"/>
              </a:ext>
              <a:ext uri="{C183D7F6-B498-43B3-948B-1728B52AA6E4}">
                <adec:decorative xmlns="" xmlns:adec="http://schemas.microsoft.com/office/drawing/2017/decorative" val="1"/>
              </a:ext>
            </a:extLst>
          </p:cNvPr>
          <p:cNvCxnSpPr/>
          <p:nvPr userDrawn="1"/>
        </p:nvCxnSpPr>
        <p:spPr>
          <a:xfrm>
            <a:off x="1751397" y="5027659"/>
            <a:ext cx="688207" cy="0"/>
          </a:xfrm>
          <a:prstGeom prst="line">
            <a:avLst/>
          </a:prstGeom>
          <a:ln w="57150" cap="rnd">
            <a:solidFill>
              <a:schemeClr val="accent2"/>
            </a:solidFill>
          </a:ln>
        </p:spPr>
        <p:style>
          <a:lnRef idx="1">
            <a:schemeClr val="accent1"/>
          </a:lnRef>
          <a:fillRef idx="0">
            <a:schemeClr val="accent1"/>
          </a:fillRef>
          <a:effectRef idx="0">
            <a:schemeClr val="accent1"/>
          </a:effectRef>
          <a:fontRef idx="minor">
            <a:schemeClr val="tx1"/>
          </a:fontRef>
        </p:style>
      </p:cxnSp>
      <p:sp>
        <p:nvSpPr>
          <p:cNvPr id="29" name="Picture Placeholder 8">
            <a:extLst>
              <a:ext uri="{FF2B5EF4-FFF2-40B4-BE49-F238E27FC236}">
                <a16:creationId xmlns:a16="http://schemas.microsoft.com/office/drawing/2014/main" id="{D7401DA1-CBDE-40D5-856F-25C28280FCB0}"/>
              </a:ext>
              <a:ext uri="{C183D7F6-B498-43B3-948B-1728B52AA6E4}">
                <adec:decorative xmlns="" xmlns:adec="http://schemas.microsoft.com/office/drawing/2017/decorative" val="1"/>
              </a:ext>
            </a:extLst>
          </p:cNvPr>
          <p:cNvSpPr>
            <a:spLocks noGrp="1"/>
          </p:cNvSpPr>
          <p:nvPr>
            <p:ph type="pic" sz="quarter" idx="17" hasCustomPrompt="1"/>
          </p:nvPr>
        </p:nvSpPr>
        <p:spPr>
          <a:xfrm>
            <a:off x="723902" y="2057402"/>
            <a:ext cx="2743197" cy="2743198"/>
          </a:xfrm>
          <a:prstGeom prst="ellipse">
            <a:avLst/>
          </a:prstGeom>
          <a:solidFill>
            <a:schemeClr val="bg1"/>
          </a:solidFill>
          <a:effectLst>
            <a:outerShdw blurRad="50800" dist="38100" dir="2700000" algn="tl" rotWithShape="0">
              <a:prstClr val="black">
                <a:alpha val="40000"/>
              </a:prstClr>
            </a:outerShdw>
          </a:effectLst>
        </p:spPr>
        <p:txBody>
          <a:bodyPr anchor="ctr"/>
          <a:lstStyle>
            <a:lvl1pPr marL="0" indent="0" algn="ctr">
              <a:buNone/>
              <a:defRPr>
                <a:solidFill>
                  <a:schemeClr val="bg1">
                    <a:lumMod val="50000"/>
                  </a:schemeClr>
                </a:solidFill>
              </a:defRPr>
            </a:lvl1pPr>
          </a:lstStyle>
          <a:p>
            <a:r>
              <a:rPr lang="en-US" noProof="0" dirty="0"/>
              <a:t>Insert Image</a:t>
            </a:r>
          </a:p>
        </p:txBody>
      </p:sp>
      <p:sp>
        <p:nvSpPr>
          <p:cNvPr id="32" name="Text Placeholder 7">
            <a:extLst>
              <a:ext uri="{FF2B5EF4-FFF2-40B4-BE49-F238E27FC236}">
                <a16:creationId xmlns:a16="http://schemas.microsoft.com/office/drawing/2014/main" id="{125C62A5-1A39-471E-B819-35EB9F8B0CEE}"/>
              </a:ext>
            </a:extLst>
          </p:cNvPr>
          <p:cNvSpPr>
            <a:spLocks noGrp="1"/>
          </p:cNvSpPr>
          <p:nvPr>
            <p:ph type="body" sz="quarter" idx="16" hasCustomPrompt="1"/>
          </p:nvPr>
        </p:nvSpPr>
        <p:spPr>
          <a:xfrm>
            <a:off x="541021" y="5307558"/>
            <a:ext cx="3108959" cy="424732"/>
          </a:xfrm>
          <a:noFill/>
        </p:spPr>
        <p:txBody>
          <a:bodyPr wrap="square" lIns="91440" rIns="91440" anchor="t">
            <a:noAutofit/>
          </a:bodyPr>
          <a:lstStyle>
            <a:lvl1pPr marL="0" indent="0" algn="ctr">
              <a:spcBef>
                <a:spcPts val="0"/>
              </a:spcBef>
              <a:spcAft>
                <a:spcPts val="0"/>
              </a:spcAft>
              <a:buNone/>
              <a:defRPr sz="2000" b="1">
                <a:solidFill>
                  <a:schemeClr val="tx2"/>
                </a:solidFill>
                <a:latin typeface="+mj-lt"/>
              </a:defRPr>
            </a:lvl1pPr>
          </a:lstStyle>
          <a:p>
            <a:pPr lvl="0"/>
            <a:r>
              <a:rPr lang="en-US" noProof="0"/>
              <a:t>ADD TEXT </a:t>
            </a:r>
          </a:p>
        </p:txBody>
      </p:sp>
      <p:sp>
        <p:nvSpPr>
          <p:cNvPr id="17" name="Text Placeholder 7">
            <a:extLst>
              <a:ext uri="{FF2B5EF4-FFF2-40B4-BE49-F238E27FC236}">
                <a16:creationId xmlns:a16="http://schemas.microsoft.com/office/drawing/2014/main" id="{2FD9C5C0-2B13-4BD9-BA25-5F692DE9E82D}"/>
              </a:ext>
            </a:extLst>
          </p:cNvPr>
          <p:cNvSpPr>
            <a:spLocks noGrp="1"/>
          </p:cNvSpPr>
          <p:nvPr>
            <p:ph type="body" sz="quarter" idx="18" hasCustomPrompt="1"/>
          </p:nvPr>
        </p:nvSpPr>
        <p:spPr>
          <a:xfrm>
            <a:off x="541021" y="5688559"/>
            <a:ext cx="3108959" cy="323629"/>
          </a:xfrm>
          <a:noFill/>
        </p:spPr>
        <p:txBody>
          <a:bodyPr wrap="square" lIns="91440" rIns="91440" anchor="t">
            <a:noAutofit/>
          </a:bodyPr>
          <a:lstStyle>
            <a:lvl1pPr marL="0" indent="0" algn="ctr">
              <a:spcBef>
                <a:spcPts val="0"/>
              </a:spcBef>
              <a:spcAft>
                <a:spcPts val="0"/>
              </a:spcAft>
              <a:buNone/>
              <a:defRPr sz="1400" b="0">
                <a:solidFill>
                  <a:schemeClr val="tx2"/>
                </a:solidFill>
                <a:latin typeface="+mn-lt"/>
              </a:defRPr>
            </a:lvl1pPr>
          </a:lstStyle>
          <a:p>
            <a:pPr lvl="0"/>
            <a:r>
              <a:rPr lang="en-US" noProof="0"/>
              <a:t>Description</a:t>
            </a:r>
          </a:p>
        </p:txBody>
      </p:sp>
      <p:cxnSp>
        <p:nvCxnSpPr>
          <p:cNvPr id="5" name="Straight Connector 4">
            <a:extLst>
              <a:ext uri="{FF2B5EF4-FFF2-40B4-BE49-F238E27FC236}">
                <a16:creationId xmlns:a16="http://schemas.microsoft.com/office/drawing/2014/main" id="{9971D9F8-CAE6-4680-A029-F96D0F1441FD}"/>
              </a:ext>
            </a:extLst>
          </p:cNvPr>
          <p:cNvCxnSpPr>
            <a:cxnSpLocks/>
          </p:cNvCxnSpPr>
          <p:nvPr userDrawn="1"/>
        </p:nvCxnSpPr>
        <p:spPr>
          <a:xfrm flipH="1">
            <a:off x="3907846" y="2747071"/>
            <a:ext cx="2160050" cy="2836074"/>
          </a:xfrm>
          <a:prstGeom prst="line">
            <a:avLst/>
          </a:prstGeom>
          <a:ln w="254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A31598D0-210A-4FC8-9A7B-BFA0921CF214}"/>
              </a:ext>
              <a:ext uri="{C183D7F6-B498-43B3-948B-1728B52AA6E4}">
                <adec:decorative xmlns="" xmlns:adec="http://schemas.microsoft.com/office/drawing/2017/decorative" val="1"/>
              </a:ext>
            </a:extLst>
          </p:cNvPr>
          <p:cNvCxnSpPr>
            <a:cxnSpLocks/>
          </p:cNvCxnSpPr>
          <p:nvPr userDrawn="1"/>
        </p:nvCxnSpPr>
        <p:spPr>
          <a:xfrm rot="16200000">
            <a:off x="5536511" y="3617080"/>
            <a:ext cx="0" cy="1097280"/>
          </a:xfrm>
          <a:prstGeom prst="line">
            <a:avLst/>
          </a:prstGeom>
          <a:ln w="25400">
            <a:solidFill>
              <a:schemeClr val="accent2"/>
            </a:solidFill>
          </a:ln>
        </p:spPr>
        <p:style>
          <a:lnRef idx="1">
            <a:schemeClr val="accent1"/>
          </a:lnRef>
          <a:fillRef idx="0">
            <a:schemeClr val="accent1"/>
          </a:fillRef>
          <a:effectRef idx="0">
            <a:schemeClr val="accent1"/>
          </a:effectRef>
          <a:fontRef idx="minor">
            <a:schemeClr val="tx1"/>
          </a:fontRef>
        </p:style>
      </p:cxnSp>
      <p:grpSp>
        <p:nvGrpSpPr>
          <p:cNvPr id="6" name="Group 5">
            <a:extLst>
              <a:ext uri="{FF2B5EF4-FFF2-40B4-BE49-F238E27FC236}">
                <a16:creationId xmlns:a16="http://schemas.microsoft.com/office/drawing/2014/main" id="{606439E2-68F5-46DF-9799-ABBEBECFD358}"/>
              </a:ext>
              <a:ext uri="{C183D7F6-B498-43B3-948B-1728B52AA6E4}">
                <adec:decorative xmlns="" xmlns:adec="http://schemas.microsoft.com/office/drawing/2017/decorative" val="1"/>
              </a:ext>
            </a:extLst>
          </p:cNvPr>
          <p:cNvGrpSpPr/>
          <p:nvPr userDrawn="1"/>
        </p:nvGrpSpPr>
        <p:grpSpPr>
          <a:xfrm>
            <a:off x="3906013" y="2754546"/>
            <a:ext cx="3254399" cy="2828600"/>
            <a:chOff x="4431264" y="2199060"/>
            <a:chExt cx="3363136" cy="2828600"/>
          </a:xfrm>
        </p:grpSpPr>
        <p:cxnSp>
          <p:nvCxnSpPr>
            <p:cNvPr id="21" name="Straight Connector 20">
              <a:extLst>
                <a:ext uri="{FF2B5EF4-FFF2-40B4-BE49-F238E27FC236}">
                  <a16:creationId xmlns:a16="http://schemas.microsoft.com/office/drawing/2014/main" id="{E95E9585-55FC-4C03-8122-DED9B077D9F8}"/>
                </a:ext>
              </a:extLst>
            </p:cNvPr>
            <p:cNvCxnSpPr>
              <a:cxnSpLocks/>
            </p:cNvCxnSpPr>
            <p:nvPr userDrawn="1"/>
          </p:nvCxnSpPr>
          <p:spPr>
            <a:xfrm rot="16200000">
              <a:off x="7227429" y="1632088"/>
              <a:ext cx="0" cy="1133943"/>
            </a:xfrm>
            <a:prstGeom prst="line">
              <a:avLst/>
            </a:prstGeom>
            <a:ln w="254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F2403E01-A7A9-4801-84C2-A2B3D9B7F577}"/>
                </a:ext>
              </a:extLst>
            </p:cNvPr>
            <p:cNvCxnSpPr>
              <a:cxnSpLocks/>
            </p:cNvCxnSpPr>
            <p:nvPr userDrawn="1"/>
          </p:nvCxnSpPr>
          <p:spPr>
            <a:xfrm rot="16200000">
              <a:off x="4950988" y="4507936"/>
              <a:ext cx="0" cy="1039447"/>
            </a:xfrm>
            <a:prstGeom prst="line">
              <a:avLst/>
            </a:prstGeom>
            <a:ln w="25400">
              <a:solidFill>
                <a:schemeClr val="accent2"/>
              </a:solidFill>
            </a:ln>
          </p:spPr>
          <p:style>
            <a:lnRef idx="1">
              <a:schemeClr val="accent1"/>
            </a:lnRef>
            <a:fillRef idx="0">
              <a:schemeClr val="accent1"/>
            </a:fillRef>
            <a:effectRef idx="0">
              <a:schemeClr val="accent1"/>
            </a:effectRef>
            <a:fontRef idx="minor">
              <a:schemeClr val="tx1"/>
            </a:fontRef>
          </p:style>
        </p:cxnSp>
      </p:grpSp>
      <p:sp>
        <p:nvSpPr>
          <p:cNvPr id="25" name="Picture Placeholder 8">
            <a:extLst>
              <a:ext uri="{FF2B5EF4-FFF2-40B4-BE49-F238E27FC236}">
                <a16:creationId xmlns:a16="http://schemas.microsoft.com/office/drawing/2014/main" id="{BDA24073-E1E8-43FF-B135-B2947B97222B}"/>
              </a:ext>
              <a:ext uri="{C183D7F6-B498-43B3-948B-1728B52AA6E4}">
                <adec:decorative xmlns="" xmlns:adec="http://schemas.microsoft.com/office/drawing/2017/decorative" val="1"/>
              </a:ext>
            </a:extLst>
          </p:cNvPr>
          <p:cNvSpPr>
            <a:spLocks noGrp="1"/>
          </p:cNvSpPr>
          <p:nvPr userDrawn="1">
            <p:ph type="pic" sz="quarter" idx="19" hasCustomPrompt="1"/>
          </p:nvPr>
        </p:nvSpPr>
        <p:spPr>
          <a:xfrm>
            <a:off x="5426747" y="3663296"/>
            <a:ext cx="1005836" cy="1005836"/>
          </a:xfrm>
          <a:prstGeom prst="ellipse">
            <a:avLst/>
          </a:prstGeom>
          <a:solidFill>
            <a:schemeClr val="bg1"/>
          </a:solidFill>
          <a:effectLst>
            <a:outerShdw blurRad="50800" dist="38100" dir="2700000" algn="tl" rotWithShape="0">
              <a:prstClr val="black">
                <a:alpha val="40000"/>
              </a:prstClr>
            </a:outerShdw>
          </a:effectLst>
        </p:spPr>
        <p:txBody>
          <a:bodyPr lIns="0" rIns="0" anchor="ctr">
            <a:normAutofit/>
          </a:bodyPr>
          <a:lstStyle>
            <a:lvl1pPr marL="0" indent="0" algn="ctr">
              <a:buNone/>
              <a:defRPr sz="1200">
                <a:solidFill>
                  <a:schemeClr val="bg1">
                    <a:lumMod val="50000"/>
                  </a:schemeClr>
                </a:solidFill>
              </a:defRPr>
            </a:lvl1pPr>
          </a:lstStyle>
          <a:p>
            <a:r>
              <a:rPr lang="en-US" noProof="0" dirty="0"/>
              <a:t>Insert Image</a:t>
            </a:r>
          </a:p>
        </p:txBody>
      </p:sp>
      <p:sp>
        <p:nvSpPr>
          <p:cNvPr id="26" name="Picture Placeholder 8">
            <a:extLst>
              <a:ext uri="{FF2B5EF4-FFF2-40B4-BE49-F238E27FC236}">
                <a16:creationId xmlns:a16="http://schemas.microsoft.com/office/drawing/2014/main" id="{DAD1D946-AD65-4E2D-A739-D93BA1AC1DFD}"/>
              </a:ext>
              <a:ext uri="{C183D7F6-B498-43B3-948B-1728B52AA6E4}">
                <adec:decorative xmlns="" xmlns:adec="http://schemas.microsoft.com/office/drawing/2017/decorative" val="1"/>
              </a:ext>
            </a:extLst>
          </p:cNvPr>
          <p:cNvSpPr>
            <a:spLocks noGrp="1"/>
          </p:cNvSpPr>
          <p:nvPr userDrawn="1">
            <p:ph type="pic" sz="quarter" idx="20" hasCustomPrompt="1"/>
          </p:nvPr>
        </p:nvSpPr>
        <p:spPr>
          <a:xfrm>
            <a:off x="4408933" y="5090164"/>
            <a:ext cx="1005836" cy="1005836"/>
          </a:xfrm>
          <a:prstGeom prst="ellipse">
            <a:avLst/>
          </a:prstGeom>
          <a:solidFill>
            <a:schemeClr val="bg1"/>
          </a:solidFill>
          <a:effectLst>
            <a:outerShdw blurRad="50800" dist="38100" dir="2700000" algn="tl" rotWithShape="0">
              <a:prstClr val="black">
                <a:alpha val="40000"/>
              </a:prstClr>
            </a:outerShdw>
          </a:effectLst>
        </p:spPr>
        <p:txBody>
          <a:bodyPr lIns="0" rIns="0" anchor="ctr">
            <a:normAutofit/>
          </a:bodyPr>
          <a:lstStyle>
            <a:lvl1pPr marL="0" indent="0" algn="ctr">
              <a:buNone/>
              <a:defRPr sz="1200">
                <a:solidFill>
                  <a:schemeClr val="bg1">
                    <a:lumMod val="50000"/>
                  </a:schemeClr>
                </a:solidFill>
              </a:defRPr>
            </a:lvl1pPr>
          </a:lstStyle>
          <a:p>
            <a:r>
              <a:rPr lang="en-US" noProof="0" dirty="0"/>
              <a:t>Insert Image</a:t>
            </a:r>
          </a:p>
        </p:txBody>
      </p:sp>
      <p:sp>
        <p:nvSpPr>
          <p:cNvPr id="27" name="Picture Placeholder 8">
            <a:extLst>
              <a:ext uri="{FF2B5EF4-FFF2-40B4-BE49-F238E27FC236}">
                <a16:creationId xmlns:a16="http://schemas.microsoft.com/office/drawing/2014/main" id="{036FD13F-5CDF-4A6F-A890-1F23EA59027F}"/>
              </a:ext>
              <a:ext uri="{C183D7F6-B498-43B3-948B-1728B52AA6E4}">
                <adec:decorative xmlns="" xmlns:adec="http://schemas.microsoft.com/office/drawing/2017/decorative" val="1"/>
              </a:ext>
            </a:extLst>
          </p:cNvPr>
          <p:cNvSpPr>
            <a:spLocks noGrp="1"/>
          </p:cNvSpPr>
          <p:nvPr userDrawn="1">
            <p:ph type="pic" sz="quarter" idx="21" hasCustomPrompt="1"/>
          </p:nvPr>
        </p:nvSpPr>
        <p:spPr>
          <a:xfrm>
            <a:off x="6458832" y="2223786"/>
            <a:ext cx="1005836" cy="1005836"/>
          </a:xfrm>
          <a:prstGeom prst="ellipse">
            <a:avLst/>
          </a:prstGeom>
          <a:solidFill>
            <a:schemeClr val="bg1"/>
          </a:solidFill>
          <a:effectLst>
            <a:outerShdw blurRad="50800" dist="38100" dir="2700000" algn="tl" rotWithShape="0">
              <a:prstClr val="black">
                <a:alpha val="40000"/>
              </a:prstClr>
            </a:outerShdw>
          </a:effectLst>
        </p:spPr>
        <p:txBody>
          <a:bodyPr lIns="0" rIns="0" anchor="ctr">
            <a:normAutofit/>
          </a:bodyPr>
          <a:lstStyle>
            <a:lvl1pPr marL="0" indent="0" algn="ctr">
              <a:buNone/>
              <a:defRPr sz="1200">
                <a:solidFill>
                  <a:schemeClr val="bg1">
                    <a:lumMod val="50000"/>
                  </a:schemeClr>
                </a:solidFill>
              </a:defRPr>
            </a:lvl1pPr>
          </a:lstStyle>
          <a:p>
            <a:r>
              <a:rPr lang="en-US" noProof="0" dirty="0"/>
              <a:t>Insert Image</a:t>
            </a:r>
          </a:p>
        </p:txBody>
      </p:sp>
      <p:cxnSp>
        <p:nvCxnSpPr>
          <p:cNvPr id="36" name="Straight Connector 35">
            <a:extLst>
              <a:ext uri="{FF2B5EF4-FFF2-40B4-BE49-F238E27FC236}">
                <a16:creationId xmlns:a16="http://schemas.microsoft.com/office/drawing/2014/main" id="{4EA974DF-48E5-46E7-9453-8A47028BC514}"/>
              </a:ext>
              <a:ext uri="{C183D7F6-B498-43B3-948B-1728B52AA6E4}">
                <adec:decorative xmlns="" xmlns:adec="http://schemas.microsoft.com/office/drawing/2017/decorative" val="1"/>
              </a:ext>
            </a:extLst>
          </p:cNvPr>
          <p:cNvCxnSpPr>
            <a:cxnSpLocks/>
          </p:cNvCxnSpPr>
          <p:nvPr userDrawn="1"/>
        </p:nvCxnSpPr>
        <p:spPr>
          <a:xfrm flipH="1">
            <a:off x="7036660" y="2747071"/>
            <a:ext cx="2160050" cy="2836074"/>
          </a:xfrm>
          <a:prstGeom prst="line">
            <a:avLst/>
          </a:prstGeom>
          <a:ln w="254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CA85692E-DBD5-4FD7-95CA-849C102632D2}"/>
              </a:ext>
              <a:ext uri="{C183D7F6-B498-43B3-948B-1728B52AA6E4}">
                <adec:decorative xmlns="" xmlns:adec="http://schemas.microsoft.com/office/drawing/2017/decorative" val="1"/>
              </a:ext>
            </a:extLst>
          </p:cNvPr>
          <p:cNvCxnSpPr>
            <a:cxnSpLocks/>
          </p:cNvCxnSpPr>
          <p:nvPr userDrawn="1"/>
        </p:nvCxnSpPr>
        <p:spPr>
          <a:xfrm rot="16200000">
            <a:off x="8665325" y="3617080"/>
            <a:ext cx="0" cy="1097280"/>
          </a:xfrm>
          <a:prstGeom prst="line">
            <a:avLst/>
          </a:prstGeom>
          <a:ln w="25400">
            <a:solidFill>
              <a:schemeClr val="accent2"/>
            </a:solidFill>
          </a:ln>
        </p:spPr>
        <p:style>
          <a:lnRef idx="1">
            <a:schemeClr val="accent1"/>
          </a:lnRef>
          <a:fillRef idx="0">
            <a:schemeClr val="accent1"/>
          </a:fillRef>
          <a:effectRef idx="0">
            <a:schemeClr val="accent1"/>
          </a:effectRef>
          <a:fontRef idx="minor">
            <a:schemeClr val="tx1"/>
          </a:fontRef>
        </p:style>
      </p:cxnSp>
      <p:grpSp>
        <p:nvGrpSpPr>
          <p:cNvPr id="38" name="Group 37">
            <a:extLst>
              <a:ext uri="{FF2B5EF4-FFF2-40B4-BE49-F238E27FC236}">
                <a16:creationId xmlns:a16="http://schemas.microsoft.com/office/drawing/2014/main" id="{606422F5-A2F2-43D5-84EE-F875A28A728B}"/>
              </a:ext>
              <a:ext uri="{C183D7F6-B498-43B3-948B-1728B52AA6E4}">
                <adec:decorative xmlns="" xmlns:adec="http://schemas.microsoft.com/office/drawing/2017/decorative" val="1"/>
              </a:ext>
            </a:extLst>
          </p:cNvPr>
          <p:cNvGrpSpPr/>
          <p:nvPr userDrawn="1"/>
        </p:nvGrpSpPr>
        <p:grpSpPr>
          <a:xfrm>
            <a:off x="7034827" y="2754546"/>
            <a:ext cx="3254399" cy="2828600"/>
            <a:chOff x="4431264" y="2199060"/>
            <a:chExt cx="3363136" cy="2828600"/>
          </a:xfrm>
        </p:grpSpPr>
        <p:cxnSp>
          <p:nvCxnSpPr>
            <p:cNvPr id="39" name="Straight Connector 38">
              <a:extLst>
                <a:ext uri="{FF2B5EF4-FFF2-40B4-BE49-F238E27FC236}">
                  <a16:creationId xmlns:a16="http://schemas.microsoft.com/office/drawing/2014/main" id="{4BDD12EB-7EFD-4370-A7C6-9E57D6A7C6DF}"/>
                </a:ext>
              </a:extLst>
            </p:cNvPr>
            <p:cNvCxnSpPr>
              <a:cxnSpLocks/>
            </p:cNvCxnSpPr>
            <p:nvPr userDrawn="1"/>
          </p:nvCxnSpPr>
          <p:spPr>
            <a:xfrm rot="16200000">
              <a:off x="7227429" y="1632088"/>
              <a:ext cx="0" cy="1133943"/>
            </a:xfrm>
            <a:prstGeom prst="line">
              <a:avLst/>
            </a:prstGeom>
            <a:ln w="254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95D1AAC8-713E-418F-B7B4-27B58BDFD77C}"/>
                </a:ext>
              </a:extLst>
            </p:cNvPr>
            <p:cNvCxnSpPr>
              <a:cxnSpLocks/>
            </p:cNvCxnSpPr>
            <p:nvPr userDrawn="1"/>
          </p:nvCxnSpPr>
          <p:spPr>
            <a:xfrm rot="16200000">
              <a:off x="4950988" y="4507936"/>
              <a:ext cx="0" cy="1039447"/>
            </a:xfrm>
            <a:prstGeom prst="line">
              <a:avLst/>
            </a:prstGeom>
            <a:ln w="25400">
              <a:solidFill>
                <a:schemeClr val="accent2"/>
              </a:solidFill>
            </a:ln>
          </p:spPr>
          <p:style>
            <a:lnRef idx="1">
              <a:schemeClr val="accent1"/>
            </a:lnRef>
            <a:fillRef idx="0">
              <a:schemeClr val="accent1"/>
            </a:fillRef>
            <a:effectRef idx="0">
              <a:schemeClr val="accent1"/>
            </a:effectRef>
            <a:fontRef idx="minor">
              <a:schemeClr val="tx1"/>
            </a:fontRef>
          </p:style>
        </p:cxnSp>
      </p:grpSp>
      <p:sp>
        <p:nvSpPr>
          <p:cNvPr id="41" name="Picture Placeholder 8">
            <a:extLst>
              <a:ext uri="{FF2B5EF4-FFF2-40B4-BE49-F238E27FC236}">
                <a16:creationId xmlns:a16="http://schemas.microsoft.com/office/drawing/2014/main" id="{DEE070FD-95C9-4396-B429-69E1E14E3273}"/>
              </a:ext>
              <a:ext uri="{C183D7F6-B498-43B3-948B-1728B52AA6E4}">
                <adec:decorative xmlns="" xmlns:adec="http://schemas.microsoft.com/office/drawing/2017/decorative" val="1"/>
              </a:ext>
            </a:extLst>
          </p:cNvPr>
          <p:cNvSpPr>
            <a:spLocks noGrp="1"/>
          </p:cNvSpPr>
          <p:nvPr>
            <p:ph type="pic" sz="quarter" idx="22" hasCustomPrompt="1"/>
          </p:nvPr>
        </p:nvSpPr>
        <p:spPr>
          <a:xfrm>
            <a:off x="8555561" y="3663296"/>
            <a:ext cx="1005836" cy="1005836"/>
          </a:xfrm>
          <a:prstGeom prst="ellipse">
            <a:avLst/>
          </a:prstGeom>
          <a:solidFill>
            <a:schemeClr val="bg1"/>
          </a:solidFill>
          <a:effectLst>
            <a:outerShdw blurRad="50800" dist="38100" dir="2700000" algn="tl" rotWithShape="0">
              <a:prstClr val="black">
                <a:alpha val="40000"/>
              </a:prstClr>
            </a:outerShdw>
          </a:effectLst>
        </p:spPr>
        <p:txBody>
          <a:bodyPr lIns="0" rIns="0" anchor="ctr">
            <a:normAutofit/>
          </a:bodyPr>
          <a:lstStyle>
            <a:lvl1pPr marL="0" indent="0" algn="ctr">
              <a:buNone/>
              <a:defRPr sz="1200">
                <a:solidFill>
                  <a:schemeClr val="bg1">
                    <a:lumMod val="50000"/>
                  </a:schemeClr>
                </a:solidFill>
              </a:defRPr>
            </a:lvl1pPr>
          </a:lstStyle>
          <a:p>
            <a:r>
              <a:rPr lang="en-US" noProof="0" dirty="0"/>
              <a:t>Insert Image</a:t>
            </a:r>
          </a:p>
        </p:txBody>
      </p:sp>
      <p:sp>
        <p:nvSpPr>
          <p:cNvPr id="42" name="Picture Placeholder 8">
            <a:extLst>
              <a:ext uri="{FF2B5EF4-FFF2-40B4-BE49-F238E27FC236}">
                <a16:creationId xmlns:a16="http://schemas.microsoft.com/office/drawing/2014/main" id="{5A9E7D40-35C3-4F7D-AAB6-D4168037C92B}"/>
              </a:ext>
              <a:ext uri="{C183D7F6-B498-43B3-948B-1728B52AA6E4}">
                <adec:decorative xmlns="" xmlns:adec="http://schemas.microsoft.com/office/drawing/2017/decorative" val="1"/>
              </a:ext>
            </a:extLst>
          </p:cNvPr>
          <p:cNvSpPr>
            <a:spLocks noGrp="1"/>
          </p:cNvSpPr>
          <p:nvPr>
            <p:ph type="pic" sz="quarter" idx="23" hasCustomPrompt="1"/>
          </p:nvPr>
        </p:nvSpPr>
        <p:spPr>
          <a:xfrm>
            <a:off x="7537747" y="5090164"/>
            <a:ext cx="1005836" cy="1005836"/>
          </a:xfrm>
          <a:prstGeom prst="ellipse">
            <a:avLst/>
          </a:prstGeom>
          <a:solidFill>
            <a:schemeClr val="bg1"/>
          </a:solidFill>
          <a:effectLst>
            <a:outerShdw blurRad="50800" dist="38100" dir="2700000" algn="tl" rotWithShape="0">
              <a:prstClr val="black">
                <a:alpha val="40000"/>
              </a:prstClr>
            </a:outerShdw>
          </a:effectLst>
        </p:spPr>
        <p:txBody>
          <a:bodyPr lIns="0" rIns="0" anchor="ctr">
            <a:normAutofit/>
          </a:bodyPr>
          <a:lstStyle>
            <a:lvl1pPr marL="0" indent="0" algn="ctr">
              <a:buNone/>
              <a:defRPr sz="1200">
                <a:solidFill>
                  <a:schemeClr val="bg1">
                    <a:lumMod val="50000"/>
                  </a:schemeClr>
                </a:solidFill>
              </a:defRPr>
            </a:lvl1pPr>
          </a:lstStyle>
          <a:p>
            <a:r>
              <a:rPr lang="en-US" noProof="0" dirty="0"/>
              <a:t>Insert Image</a:t>
            </a:r>
          </a:p>
        </p:txBody>
      </p:sp>
      <p:sp>
        <p:nvSpPr>
          <p:cNvPr id="43" name="Picture Placeholder 8">
            <a:extLst>
              <a:ext uri="{FF2B5EF4-FFF2-40B4-BE49-F238E27FC236}">
                <a16:creationId xmlns:a16="http://schemas.microsoft.com/office/drawing/2014/main" id="{13CB6343-C37E-4656-A566-EA9A3A1BF01D}"/>
              </a:ext>
              <a:ext uri="{C183D7F6-B498-43B3-948B-1728B52AA6E4}">
                <adec:decorative xmlns="" xmlns:adec="http://schemas.microsoft.com/office/drawing/2017/decorative" val="1"/>
              </a:ext>
            </a:extLst>
          </p:cNvPr>
          <p:cNvSpPr>
            <a:spLocks noGrp="1"/>
          </p:cNvSpPr>
          <p:nvPr>
            <p:ph type="pic" sz="quarter" idx="24" hasCustomPrompt="1"/>
          </p:nvPr>
        </p:nvSpPr>
        <p:spPr>
          <a:xfrm>
            <a:off x="9587646" y="2223786"/>
            <a:ext cx="1005836" cy="1005836"/>
          </a:xfrm>
          <a:prstGeom prst="ellipse">
            <a:avLst/>
          </a:prstGeom>
          <a:solidFill>
            <a:schemeClr val="bg1"/>
          </a:solidFill>
          <a:effectLst>
            <a:outerShdw blurRad="50800" dist="38100" dir="2700000" algn="tl" rotWithShape="0">
              <a:prstClr val="black">
                <a:alpha val="40000"/>
              </a:prstClr>
            </a:outerShdw>
          </a:effectLst>
        </p:spPr>
        <p:txBody>
          <a:bodyPr lIns="0" rIns="0" anchor="ctr">
            <a:normAutofit/>
          </a:bodyPr>
          <a:lstStyle>
            <a:lvl1pPr marL="0" indent="0" algn="ctr">
              <a:buNone/>
              <a:defRPr sz="1200">
                <a:solidFill>
                  <a:schemeClr val="bg1">
                    <a:lumMod val="50000"/>
                  </a:schemeClr>
                </a:solidFill>
              </a:defRPr>
            </a:lvl1pPr>
          </a:lstStyle>
          <a:p>
            <a:r>
              <a:rPr lang="en-US" noProof="0" dirty="0"/>
              <a:t>Insert Image</a:t>
            </a:r>
          </a:p>
        </p:txBody>
      </p:sp>
      <p:sp>
        <p:nvSpPr>
          <p:cNvPr id="44" name="Text Placeholder 7">
            <a:extLst>
              <a:ext uri="{FF2B5EF4-FFF2-40B4-BE49-F238E27FC236}">
                <a16:creationId xmlns:a16="http://schemas.microsoft.com/office/drawing/2014/main" id="{847B0A6E-95FE-4876-8783-F2D69813E0D6}"/>
              </a:ext>
            </a:extLst>
          </p:cNvPr>
          <p:cNvSpPr>
            <a:spLocks noGrp="1"/>
          </p:cNvSpPr>
          <p:nvPr>
            <p:ph type="body" sz="quarter" idx="25" hasCustomPrompt="1"/>
          </p:nvPr>
        </p:nvSpPr>
        <p:spPr>
          <a:xfrm>
            <a:off x="7595850" y="2643605"/>
            <a:ext cx="1311814" cy="166199"/>
          </a:xfrm>
          <a:noFill/>
        </p:spPr>
        <p:txBody>
          <a:bodyPr wrap="square" lIns="0" tIns="0" rIns="0" bIns="0" anchor="ctr">
            <a:noAutofit/>
          </a:bodyPr>
          <a:lstStyle>
            <a:lvl1pPr marL="0" indent="0" algn="l">
              <a:spcBef>
                <a:spcPts val="0"/>
              </a:spcBef>
              <a:spcAft>
                <a:spcPts val="0"/>
              </a:spcAft>
              <a:buNone/>
              <a:defRPr sz="1200" b="0">
                <a:solidFill>
                  <a:schemeClr val="tx1">
                    <a:lumMod val="75000"/>
                    <a:lumOff val="25000"/>
                  </a:schemeClr>
                </a:solidFill>
                <a:latin typeface="+mn-lt"/>
              </a:defRPr>
            </a:lvl1pPr>
          </a:lstStyle>
          <a:p>
            <a:pPr lvl="0"/>
            <a:r>
              <a:rPr lang="en-US" noProof="0"/>
              <a:t>Name</a:t>
            </a:r>
          </a:p>
        </p:txBody>
      </p:sp>
      <p:sp>
        <p:nvSpPr>
          <p:cNvPr id="45" name="Text Placeholder 7">
            <a:extLst>
              <a:ext uri="{FF2B5EF4-FFF2-40B4-BE49-F238E27FC236}">
                <a16:creationId xmlns:a16="http://schemas.microsoft.com/office/drawing/2014/main" id="{4E9CD2A8-E96D-45CF-B252-F6F8267FF344}"/>
              </a:ext>
            </a:extLst>
          </p:cNvPr>
          <p:cNvSpPr>
            <a:spLocks noGrp="1"/>
          </p:cNvSpPr>
          <p:nvPr>
            <p:ph type="body" sz="quarter" idx="26" hasCustomPrompt="1"/>
          </p:nvPr>
        </p:nvSpPr>
        <p:spPr>
          <a:xfrm>
            <a:off x="6557415" y="4083115"/>
            <a:ext cx="1311814" cy="166199"/>
          </a:xfrm>
          <a:noFill/>
        </p:spPr>
        <p:txBody>
          <a:bodyPr wrap="square" lIns="0" tIns="0" rIns="0" bIns="0" anchor="ctr">
            <a:noAutofit/>
          </a:bodyPr>
          <a:lstStyle>
            <a:lvl1pPr marL="0" indent="0" algn="l">
              <a:spcBef>
                <a:spcPts val="0"/>
              </a:spcBef>
              <a:spcAft>
                <a:spcPts val="0"/>
              </a:spcAft>
              <a:buNone/>
              <a:defRPr sz="1200" b="0">
                <a:solidFill>
                  <a:schemeClr val="tx1">
                    <a:lumMod val="75000"/>
                    <a:lumOff val="25000"/>
                  </a:schemeClr>
                </a:solidFill>
                <a:latin typeface="+mn-lt"/>
              </a:defRPr>
            </a:lvl1pPr>
          </a:lstStyle>
          <a:p>
            <a:pPr lvl="0"/>
            <a:r>
              <a:rPr lang="en-US" noProof="0"/>
              <a:t>Name</a:t>
            </a:r>
          </a:p>
        </p:txBody>
      </p:sp>
      <p:sp>
        <p:nvSpPr>
          <p:cNvPr id="46" name="Text Placeholder 7">
            <a:extLst>
              <a:ext uri="{FF2B5EF4-FFF2-40B4-BE49-F238E27FC236}">
                <a16:creationId xmlns:a16="http://schemas.microsoft.com/office/drawing/2014/main" id="{1AE8BBFE-01C4-4028-9B89-8D3A005A4B89}"/>
              </a:ext>
            </a:extLst>
          </p:cNvPr>
          <p:cNvSpPr>
            <a:spLocks noGrp="1"/>
          </p:cNvSpPr>
          <p:nvPr>
            <p:ph type="body" sz="quarter" idx="27" hasCustomPrompt="1"/>
          </p:nvPr>
        </p:nvSpPr>
        <p:spPr>
          <a:xfrm>
            <a:off x="5564282" y="5509983"/>
            <a:ext cx="1311814" cy="166199"/>
          </a:xfrm>
          <a:noFill/>
        </p:spPr>
        <p:txBody>
          <a:bodyPr wrap="square" lIns="0" tIns="0" rIns="0" bIns="0" anchor="ctr">
            <a:noAutofit/>
          </a:bodyPr>
          <a:lstStyle>
            <a:lvl1pPr marL="0" indent="0" algn="l">
              <a:spcBef>
                <a:spcPts val="0"/>
              </a:spcBef>
              <a:spcAft>
                <a:spcPts val="0"/>
              </a:spcAft>
              <a:buNone/>
              <a:defRPr sz="1200" b="0">
                <a:solidFill>
                  <a:schemeClr val="tx1">
                    <a:lumMod val="75000"/>
                    <a:lumOff val="25000"/>
                  </a:schemeClr>
                </a:solidFill>
                <a:latin typeface="+mn-lt"/>
              </a:defRPr>
            </a:lvl1pPr>
          </a:lstStyle>
          <a:p>
            <a:pPr lvl="0"/>
            <a:r>
              <a:rPr lang="en-US" noProof="0"/>
              <a:t>Name</a:t>
            </a:r>
          </a:p>
        </p:txBody>
      </p:sp>
      <p:sp>
        <p:nvSpPr>
          <p:cNvPr id="47" name="Text Placeholder 7">
            <a:extLst>
              <a:ext uri="{FF2B5EF4-FFF2-40B4-BE49-F238E27FC236}">
                <a16:creationId xmlns:a16="http://schemas.microsoft.com/office/drawing/2014/main" id="{49C15349-435A-457E-9835-D4345AD3ED9F}"/>
              </a:ext>
            </a:extLst>
          </p:cNvPr>
          <p:cNvSpPr>
            <a:spLocks noGrp="1"/>
          </p:cNvSpPr>
          <p:nvPr>
            <p:ph type="body" sz="quarter" idx="28" hasCustomPrompt="1"/>
          </p:nvPr>
        </p:nvSpPr>
        <p:spPr>
          <a:xfrm>
            <a:off x="10727786" y="2643605"/>
            <a:ext cx="1311814" cy="166199"/>
          </a:xfrm>
          <a:noFill/>
        </p:spPr>
        <p:txBody>
          <a:bodyPr wrap="square" lIns="0" tIns="0" rIns="0" bIns="0" anchor="ctr">
            <a:noAutofit/>
          </a:bodyPr>
          <a:lstStyle>
            <a:lvl1pPr marL="0" indent="0" algn="l">
              <a:spcBef>
                <a:spcPts val="0"/>
              </a:spcBef>
              <a:spcAft>
                <a:spcPts val="0"/>
              </a:spcAft>
              <a:buNone/>
              <a:defRPr sz="1200" b="0">
                <a:solidFill>
                  <a:schemeClr val="tx1">
                    <a:lumMod val="75000"/>
                    <a:lumOff val="25000"/>
                  </a:schemeClr>
                </a:solidFill>
                <a:latin typeface="+mn-lt"/>
              </a:defRPr>
            </a:lvl1pPr>
          </a:lstStyle>
          <a:p>
            <a:pPr lvl="0"/>
            <a:r>
              <a:rPr lang="en-US" noProof="0"/>
              <a:t>Name</a:t>
            </a:r>
          </a:p>
        </p:txBody>
      </p:sp>
      <p:sp>
        <p:nvSpPr>
          <p:cNvPr id="48" name="Text Placeholder 7">
            <a:extLst>
              <a:ext uri="{FF2B5EF4-FFF2-40B4-BE49-F238E27FC236}">
                <a16:creationId xmlns:a16="http://schemas.microsoft.com/office/drawing/2014/main" id="{06DC437D-C5F6-49FA-8BF0-932297827EA8}"/>
              </a:ext>
            </a:extLst>
          </p:cNvPr>
          <p:cNvSpPr>
            <a:spLocks noGrp="1"/>
          </p:cNvSpPr>
          <p:nvPr>
            <p:ph type="body" sz="quarter" idx="29" hasCustomPrompt="1"/>
          </p:nvPr>
        </p:nvSpPr>
        <p:spPr>
          <a:xfrm>
            <a:off x="9689351" y="4083115"/>
            <a:ext cx="1311814" cy="166199"/>
          </a:xfrm>
          <a:noFill/>
        </p:spPr>
        <p:txBody>
          <a:bodyPr wrap="square" lIns="0" tIns="0" rIns="0" bIns="0" anchor="ctr">
            <a:noAutofit/>
          </a:bodyPr>
          <a:lstStyle>
            <a:lvl1pPr marL="0" indent="0" algn="l">
              <a:spcBef>
                <a:spcPts val="0"/>
              </a:spcBef>
              <a:spcAft>
                <a:spcPts val="0"/>
              </a:spcAft>
              <a:buNone/>
              <a:defRPr sz="1200" b="0">
                <a:solidFill>
                  <a:schemeClr val="tx1">
                    <a:lumMod val="75000"/>
                    <a:lumOff val="25000"/>
                  </a:schemeClr>
                </a:solidFill>
                <a:latin typeface="+mn-lt"/>
              </a:defRPr>
            </a:lvl1pPr>
          </a:lstStyle>
          <a:p>
            <a:pPr lvl="0"/>
            <a:r>
              <a:rPr lang="en-US" noProof="0"/>
              <a:t>Name</a:t>
            </a:r>
          </a:p>
        </p:txBody>
      </p:sp>
      <p:sp>
        <p:nvSpPr>
          <p:cNvPr id="49" name="Text Placeholder 7">
            <a:extLst>
              <a:ext uri="{FF2B5EF4-FFF2-40B4-BE49-F238E27FC236}">
                <a16:creationId xmlns:a16="http://schemas.microsoft.com/office/drawing/2014/main" id="{9DB16E7F-EE86-4AF9-871B-5614FE2D4428}"/>
              </a:ext>
            </a:extLst>
          </p:cNvPr>
          <p:cNvSpPr>
            <a:spLocks noGrp="1"/>
          </p:cNvSpPr>
          <p:nvPr>
            <p:ph type="body" sz="quarter" idx="30" hasCustomPrompt="1"/>
          </p:nvPr>
        </p:nvSpPr>
        <p:spPr>
          <a:xfrm>
            <a:off x="8696218" y="5509983"/>
            <a:ext cx="1311814" cy="166199"/>
          </a:xfrm>
          <a:noFill/>
        </p:spPr>
        <p:txBody>
          <a:bodyPr wrap="square" lIns="0" tIns="0" rIns="0" bIns="0" anchor="ctr">
            <a:noAutofit/>
          </a:bodyPr>
          <a:lstStyle>
            <a:lvl1pPr marL="0" indent="0" algn="l">
              <a:spcBef>
                <a:spcPts val="0"/>
              </a:spcBef>
              <a:spcAft>
                <a:spcPts val="0"/>
              </a:spcAft>
              <a:buNone/>
              <a:defRPr sz="1200" b="0">
                <a:solidFill>
                  <a:schemeClr val="tx1">
                    <a:lumMod val="75000"/>
                    <a:lumOff val="25000"/>
                  </a:schemeClr>
                </a:solidFill>
                <a:latin typeface="+mn-lt"/>
              </a:defRPr>
            </a:lvl1pPr>
          </a:lstStyle>
          <a:p>
            <a:pPr lvl="0"/>
            <a:r>
              <a:rPr lang="en-US" noProof="0"/>
              <a:t>Name</a:t>
            </a:r>
          </a:p>
        </p:txBody>
      </p:sp>
    </p:spTree>
    <p:extLst>
      <p:ext uri="{BB962C8B-B14F-4D97-AF65-F5344CB8AC3E}">
        <p14:creationId xmlns:p14="http://schemas.microsoft.com/office/powerpoint/2010/main" val="1288423596"/>
      </p:ext>
    </p:extLst>
  </p:cSld>
  <p:clrMapOvr>
    <a:masterClrMapping/>
  </p:clrMapOvr>
  <p:extLst>
    <p:ext uri="{DCECCB84-F9BA-43D5-87BE-67443E8EF086}">
      <p15:sldGuideLst xmlns:p15="http://schemas.microsoft.com/office/powerpoint/2012/main">
        <p15:guide id="1" orient="horz" pos="2160">
          <p15:clr>
            <a:srgbClr val="FBAE40"/>
          </p15:clr>
        </p15:guide>
        <p15:guide id="2" orient="horz" pos="720">
          <p15:clr>
            <a:srgbClr val="FBAE40"/>
          </p15:clr>
        </p15:guide>
      </p15:sldGuideLst>
    </p:ext>
  </p:extLst>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TITLE ONLY_Org Chart">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0B42CCEE-B750-4EF9-BAE5-217844AE7456}"/>
              </a:ext>
              <a:ext uri="{C183D7F6-B498-43B3-948B-1728B52AA6E4}">
                <adec:decorative xmlns="" xmlns:adec="http://schemas.microsoft.com/office/drawing/2017/decorative" val="1"/>
              </a:ext>
            </a:extLst>
          </p:cNvPr>
          <p:cNvSpPr/>
          <p:nvPr userDrawn="1"/>
        </p:nvSpPr>
        <p:spPr>
          <a:xfrm>
            <a:off x="0" y="0"/>
            <a:ext cx="12192000" cy="11297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9015F2E0-A9EE-4095-8DFC-C3BBA80FAEEE}"/>
              </a:ext>
            </a:extLst>
          </p:cNvPr>
          <p:cNvSpPr>
            <a:spLocks noGrp="1"/>
          </p:cNvSpPr>
          <p:nvPr>
            <p:ph type="title"/>
          </p:nvPr>
        </p:nvSpPr>
        <p:spPr>
          <a:xfrm>
            <a:off x="548640" y="990600"/>
            <a:ext cx="10805160" cy="707886"/>
          </a:xfrm>
        </p:spPr>
        <p:txBody>
          <a:bodyPr lIns="91440" anchor="t">
            <a:normAutofit/>
          </a:bodyPr>
          <a:lstStyle>
            <a:lvl1pPr>
              <a:lnSpc>
                <a:spcPct val="100000"/>
              </a:lnSpc>
              <a:defRPr sz="4000" b="0">
                <a:latin typeface="+mj-lt"/>
              </a:defRPr>
            </a:lvl1pPr>
          </a:lstStyle>
          <a:p>
            <a:r>
              <a:rPr lang="en-US" noProof="0" smtClean="0"/>
              <a:t>Click to edit Master title style</a:t>
            </a:r>
            <a:endParaRPr lang="en-US" noProof="0"/>
          </a:p>
        </p:txBody>
      </p:sp>
      <p:sp>
        <p:nvSpPr>
          <p:cNvPr id="13" name="Slide Number Placeholder 5">
            <a:extLst>
              <a:ext uri="{FF2B5EF4-FFF2-40B4-BE49-F238E27FC236}">
                <a16:creationId xmlns:a16="http://schemas.microsoft.com/office/drawing/2014/main" id="{2DBF2FB3-2A18-4DFA-BE67-CBEB450840A4}"/>
              </a:ext>
            </a:extLst>
          </p:cNvPr>
          <p:cNvSpPr>
            <a:spLocks noGrp="1"/>
          </p:cNvSpPr>
          <p:nvPr>
            <p:ph type="sldNum" sz="quarter" idx="4"/>
          </p:nvPr>
        </p:nvSpPr>
        <p:spPr>
          <a:xfrm>
            <a:off x="628788" y="6339840"/>
            <a:ext cx="302281" cy="365760"/>
          </a:xfrm>
          <a:prstGeom prst="rect">
            <a:avLst/>
          </a:prstGeom>
          <a:solidFill>
            <a:schemeClr val="bg1">
              <a:alpha val="82000"/>
            </a:schemeClr>
          </a:solidFill>
          <a:ln>
            <a:solidFill>
              <a:schemeClr val="accent2"/>
            </a:solidFill>
          </a:ln>
        </p:spPr>
        <p:txBody>
          <a:bodyPr vert="horz" lIns="0" tIns="45720" rIns="0" bIns="45720" rtlCol="0" anchor="ctr"/>
          <a:lstStyle>
            <a:lvl1pPr algn="ctr">
              <a:defRPr sz="1000">
                <a:solidFill>
                  <a:schemeClr val="tx1">
                    <a:lumMod val="95000"/>
                    <a:lumOff val="5000"/>
                  </a:schemeClr>
                </a:solidFill>
                <a:latin typeface="+mj-lt"/>
              </a:defRPr>
            </a:lvl1pPr>
          </a:lstStyle>
          <a:p>
            <a:fld id="{4FAB73BC-B049-4115-A692-8D63A059BFB8}" type="slidenum">
              <a:rPr lang="en-US" noProof="0" smtClean="0"/>
              <a:pPr/>
              <a:t>‹#›</a:t>
            </a:fld>
            <a:endParaRPr lang="en-US" noProof="0" dirty="0"/>
          </a:p>
        </p:txBody>
      </p:sp>
      <p:sp>
        <p:nvSpPr>
          <p:cNvPr id="9" name="Freeform: Shape 8">
            <a:extLst>
              <a:ext uri="{FF2B5EF4-FFF2-40B4-BE49-F238E27FC236}">
                <a16:creationId xmlns:a16="http://schemas.microsoft.com/office/drawing/2014/main" id="{0CE973A6-10E7-4E33-AA8B-7240F9197012}"/>
              </a:ext>
              <a:ext uri="{C183D7F6-B498-43B3-948B-1728B52AA6E4}">
                <adec:decorative xmlns="" xmlns:adec="http://schemas.microsoft.com/office/drawing/2017/decorative" val="1"/>
              </a:ext>
            </a:extLst>
          </p:cNvPr>
          <p:cNvSpPr/>
          <p:nvPr userDrawn="1"/>
        </p:nvSpPr>
        <p:spPr>
          <a:xfrm>
            <a:off x="0" y="0"/>
            <a:ext cx="8329286" cy="457200"/>
          </a:xfrm>
          <a:custGeom>
            <a:avLst/>
            <a:gdLst>
              <a:gd name="connsiteX0" fmla="*/ 0 w 8329286"/>
              <a:gd name="connsiteY0" fmla="*/ 0 h 457200"/>
              <a:gd name="connsiteX1" fmla="*/ 8329286 w 8329286"/>
              <a:gd name="connsiteY1" fmla="*/ 0 h 457200"/>
              <a:gd name="connsiteX2" fmla="*/ 7982281 w 8329286"/>
              <a:gd name="connsiteY2" fmla="*/ 457200 h 457200"/>
              <a:gd name="connsiteX3" fmla="*/ 0 w 8329286"/>
              <a:gd name="connsiteY3" fmla="*/ 457200 h 457200"/>
            </a:gdLst>
            <a:ahLst/>
            <a:cxnLst>
              <a:cxn ang="0">
                <a:pos x="connsiteX0" y="connsiteY0"/>
              </a:cxn>
              <a:cxn ang="0">
                <a:pos x="connsiteX1" y="connsiteY1"/>
              </a:cxn>
              <a:cxn ang="0">
                <a:pos x="connsiteX2" y="connsiteY2"/>
              </a:cxn>
              <a:cxn ang="0">
                <a:pos x="connsiteX3" y="connsiteY3"/>
              </a:cxn>
            </a:cxnLst>
            <a:rect l="l" t="t" r="r" b="b"/>
            <a:pathLst>
              <a:path w="8329286" h="457200">
                <a:moveTo>
                  <a:pt x="0" y="0"/>
                </a:moveTo>
                <a:lnTo>
                  <a:pt x="8329286" y="0"/>
                </a:lnTo>
                <a:lnTo>
                  <a:pt x="7982281" y="457200"/>
                </a:lnTo>
                <a:lnTo>
                  <a:pt x="0" y="457200"/>
                </a:lnTo>
                <a:close/>
              </a:path>
            </a:pathLst>
          </a:custGeom>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Picture Placeholder 8">
            <a:extLst>
              <a:ext uri="{FF2B5EF4-FFF2-40B4-BE49-F238E27FC236}">
                <a16:creationId xmlns:a16="http://schemas.microsoft.com/office/drawing/2014/main" id="{48934421-B8F7-41B6-9EC4-5E3C497424A8}"/>
              </a:ext>
              <a:ext uri="{C183D7F6-B498-43B3-948B-1728B52AA6E4}">
                <adec:decorative xmlns="" xmlns:adec="http://schemas.microsoft.com/office/drawing/2017/decorative" val="1"/>
              </a:ext>
            </a:extLst>
          </p:cNvPr>
          <p:cNvSpPr>
            <a:spLocks noGrp="1"/>
          </p:cNvSpPr>
          <p:nvPr>
            <p:ph type="pic" sz="quarter" idx="17" hasCustomPrompt="1"/>
          </p:nvPr>
        </p:nvSpPr>
        <p:spPr>
          <a:xfrm>
            <a:off x="3960064" y="1981200"/>
            <a:ext cx="1523993" cy="1523994"/>
          </a:xfrm>
          <a:prstGeom prst="ellipse">
            <a:avLst/>
          </a:prstGeom>
          <a:solidFill>
            <a:schemeClr val="bg1"/>
          </a:solidFill>
          <a:effectLst>
            <a:outerShdw blurRad="50800" dist="38100" dir="2700000" algn="tl" rotWithShape="0">
              <a:prstClr val="black">
                <a:alpha val="40000"/>
              </a:prstClr>
            </a:outerShdw>
          </a:effectLst>
        </p:spPr>
        <p:txBody>
          <a:bodyPr anchor="ctr"/>
          <a:lstStyle>
            <a:lvl1pPr marL="0" indent="0" algn="ctr">
              <a:buNone/>
              <a:defRPr>
                <a:solidFill>
                  <a:schemeClr val="bg1">
                    <a:lumMod val="50000"/>
                  </a:schemeClr>
                </a:solidFill>
              </a:defRPr>
            </a:lvl1pPr>
          </a:lstStyle>
          <a:p>
            <a:r>
              <a:rPr lang="en-US" noProof="0" dirty="0"/>
              <a:t>Insert Image</a:t>
            </a:r>
          </a:p>
        </p:txBody>
      </p:sp>
      <p:sp>
        <p:nvSpPr>
          <p:cNvPr id="10" name="Text Placeholder 7">
            <a:extLst>
              <a:ext uri="{FF2B5EF4-FFF2-40B4-BE49-F238E27FC236}">
                <a16:creationId xmlns:a16="http://schemas.microsoft.com/office/drawing/2014/main" id="{4BACF049-4E3E-418D-9DB0-9D63BDDD25AE}"/>
              </a:ext>
            </a:extLst>
          </p:cNvPr>
          <p:cNvSpPr>
            <a:spLocks noGrp="1"/>
          </p:cNvSpPr>
          <p:nvPr>
            <p:ph type="body" sz="quarter" idx="16" hasCustomPrompt="1"/>
          </p:nvPr>
        </p:nvSpPr>
        <p:spPr>
          <a:xfrm>
            <a:off x="5788864" y="2618469"/>
            <a:ext cx="3108959" cy="424732"/>
          </a:xfrm>
          <a:noFill/>
        </p:spPr>
        <p:txBody>
          <a:bodyPr wrap="square" lIns="91440" rIns="91440" anchor="ctr">
            <a:noAutofit/>
          </a:bodyPr>
          <a:lstStyle>
            <a:lvl1pPr marL="0" indent="0" algn="l">
              <a:spcBef>
                <a:spcPts val="0"/>
              </a:spcBef>
              <a:spcAft>
                <a:spcPts val="0"/>
              </a:spcAft>
              <a:buNone/>
              <a:defRPr sz="1600" b="1">
                <a:solidFill>
                  <a:schemeClr val="tx2"/>
                </a:solidFill>
                <a:latin typeface="+mj-lt"/>
              </a:defRPr>
            </a:lvl1pPr>
          </a:lstStyle>
          <a:p>
            <a:pPr lvl="0"/>
            <a:r>
              <a:rPr lang="en-US" noProof="0"/>
              <a:t>ADD TEXT </a:t>
            </a:r>
          </a:p>
        </p:txBody>
      </p:sp>
      <p:sp>
        <p:nvSpPr>
          <p:cNvPr id="12" name="Text Placeholder 7">
            <a:extLst>
              <a:ext uri="{FF2B5EF4-FFF2-40B4-BE49-F238E27FC236}">
                <a16:creationId xmlns:a16="http://schemas.microsoft.com/office/drawing/2014/main" id="{EFE2AF5B-D21D-4FE5-932F-F2989F6E0116}"/>
              </a:ext>
            </a:extLst>
          </p:cNvPr>
          <p:cNvSpPr>
            <a:spLocks noGrp="1"/>
          </p:cNvSpPr>
          <p:nvPr>
            <p:ph type="body" sz="quarter" idx="18" hasCustomPrompt="1"/>
          </p:nvPr>
        </p:nvSpPr>
        <p:spPr>
          <a:xfrm>
            <a:off x="5788864" y="2999470"/>
            <a:ext cx="3108959" cy="323629"/>
          </a:xfrm>
          <a:noFill/>
        </p:spPr>
        <p:txBody>
          <a:bodyPr wrap="square" lIns="91440" rIns="91440" anchor="t">
            <a:noAutofit/>
          </a:bodyPr>
          <a:lstStyle>
            <a:lvl1pPr marL="0" indent="0" algn="l">
              <a:spcBef>
                <a:spcPts val="0"/>
              </a:spcBef>
              <a:spcAft>
                <a:spcPts val="0"/>
              </a:spcAft>
              <a:buNone/>
              <a:defRPr sz="1200" b="0">
                <a:solidFill>
                  <a:schemeClr val="tx2"/>
                </a:solidFill>
                <a:latin typeface="+mn-lt"/>
              </a:defRPr>
            </a:lvl1pPr>
          </a:lstStyle>
          <a:p>
            <a:pPr lvl="0"/>
            <a:r>
              <a:rPr lang="en-US" noProof="0"/>
              <a:t>Description</a:t>
            </a:r>
          </a:p>
        </p:txBody>
      </p:sp>
      <p:cxnSp>
        <p:nvCxnSpPr>
          <p:cNvPr id="14" name="Straight Connector 13">
            <a:extLst>
              <a:ext uri="{FF2B5EF4-FFF2-40B4-BE49-F238E27FC236}">
                <a16:creationId xmlns:a16="http://schemas.microsoft.com/office/drawing/2014/main" id="{266B4E82-4E92-438C-9DBD-FDAC98DBA804}"/>
              </a:ext>
              <a:ext uri="{C183D7F6-B498-43B3-948B-1728B52AA6E4}">
                <adec:decorative xmlns="" xmlns:adec="http://schemas.microsoft.com/office/drawing/2017/decorative" val="1"/>
              </a:ext>
            </a:extLst>
          </p:cNvPr>
          <p:cNvCxnSpPr>
            <a:cxnSpLocks/>
          </p:cNvCxnSpPr>
          <p:nvPr userDrawn="1"/>
        </p:nvCxnSpPr>
        <p:spPr>
          <a:xfrm rot="16200000">
            <a:off x="6146423" y="665228"/>
            <a:ext cx="0" cy="7406640"/>
          </a:xfrm>
          <a:prstGeom prst="line">
            <a:avLst/>
          </a:prstGeom>
          <a:ln w="25400">
            <a:solidFill>
              <a:schemeClr val="accent2"/>
            </a:solidFill>
          </a:ln>
        </p:spPr>
        <p:style>
          <a:lnRef idx="1">
            <a:schemeClr val="accent1"/>
          </a:lnRef>
          <a:fillRef idx="0">
            <a:schemeClr val="accent1"/>
          </a:fillRef>
          <a:effectRef idx="0">
            <a:schemeClr val="accent1"/>
          </a:effectRef>
          <a:fontRef idx="minor">
            <a:schemeClr val="tx1"/>
          </a:fontRef>
        </p:style>
      </p:cxnSp>
      <p:sp>
        <p:nvSpPr>
          <p:cNvPr id="16" name="Picture Placeholder 8">
            <a:extLst>
              <a:ext uri="{FF2B5EF4-FFF2-40B4-BE49-F238E27FC236}">
                <a16:creationId xmlns:a16="http://schemas.microsoft.com/office/drawing/2014/main" id="{5C2A05E4-0266-470B-94B6-0EA500EFD52F}"/>
              </a:ext>
              <a:ext uri="{C183D7F6-B498-43B3-948B-1728B52AA6E4}">
                <adec:decorative xmlns="" xmlns:adec="http://schemas.microsoft.com/office/drawing/2017/decorative" val="1"/>
              </a:ext>
            </a:extLst>
          </p:cNvPr>
          <p:cNvSpPr>
            <a:spLocks noGrp="1"/>
          </p:cNvSpPr>
          <p:nvPr>
            <p:ph type="pic" sz="quarter" idx="21" hasCustomPrompt="1"/>
          </p:nvPr>
        </p:nvSpPr>
        <p:spPr>
          <a:xfrm>
            <a:off x="1811223" y="3865629"/>
            <a:ext cx="1005836" cy="1005836"/>
          </a:xfrm>
          <a:prstGeom prst="ellipse">
            <a:avLst/>
          </a:prstGeom>
          <a:solidFill>
            <a:schemeClr val="bg1"/>
          </a:solidFill>
          <a:effectLst>
            <a:outerShdw blurRad="50800" dist="38100" dir="2700000" algn="tl" rotWithShape="0">
              <a:prstClr val="black">
                <a:alpha val="40000"/>
              </a:prstClr>
            </a:outerShdw>
          </a:effectLst>
        </p:spPr>
        <p:txBody>
          <a:bodyPr lIns="0" rIns="0" anchor="ctr">
            <a:normAutofit/>
          </a:bodyPr>
          <a:lstStyle>
            <a:lvl1pPr marL="0" indent="0" algn="ctr">
              <a:buNone/>
              <a:defRPr sz="1200">
                <a:solidFill>
                  <a:schemeClr val="bg1">
                    <a:lumMod val="50000"/>
                  </a:schemeClr>
                </a:solidFill>
              </a:defRPr>
            </a:lvl1pPr>
          </a:lstStyle>
          <a:p>
            <a:r>
              <a:rPr lang="en-US" noProof="0" dirty="0"/>
              <a:t>Insert Image</a:t>
            </a:r>
          </a:p>
        </p:txBody>
      </p:sp>
      <p:sp>
        <p:nvSpPr>
          <p:cNvPr id="17" name="Text Placeholder 7">
            <a:extLst>
              <a:ext uri="{FF2B5EF4-FFF2-40B4-BE49-F238E27FC236}">
                <a16:creationId xmlns:a16="http://schemas.microsoft.com/office/drawing/2014/main" id="{8B705CE2-63BB-44EF-9494-D7197888F260}"/>
              </a:ext>
            </a:extLst>
          </p:cNvPr>
          <p:cNvSpPr>
            <a:spLocks noGrp="1"/>
          </p:cNvSpPr>
          <p:nvPr>
            <p:ph type="body" sz="quarter" idx="25" hasCustomPrompt="1"/>
          </p:nvPr>
        </p:nvSpPr>
        <p:spPr>
          <a:xfrm>
            <a:off x="1520494" y="5114385"/>
            <a:ext cx="1587295" cy="166199"/>
          </a:xfrm>
          <a:noFill/>
        </p:spPr>
        <p:txBody>
          <a:bodyPr wrap="square" lIns="0" tIns="0" rIns="0" bIns="0" anchor="ctr">
            <a:noAutofit/>
          </a:bodyPr>
          <a:lstStyle>
            <a:lvl1pPr marL="0" indent="0" algn="ctr">
              <a:spcBef>
                <a:spcPts val="0"/>
              </a:spcBef>
              <a:spcAft>
                <a:spcPts val="0"/>
              </a:spcAft>
              <a:buNone/>
              <a:defRPr sz="1200" b="1">
                <a:solidFill>
                  <a:schemeClr val="accent1"/>
                </a:solidFill>
                <a:latin typeface="+mn-lt"/>
              </a:defRPr>
            </a:lvl1pPr>
          </a:lstStyle>
          <a:p>
            <a:pPr lvl="0"/>
            <a:r>
              <a:rPr lang="en-US" noProof="0"/>
              <a:t>NAME</a:t>
            </a:r>
          </a:p>
        </p:txBody>
      </p:sp>
      <p:sp>
        <p:nvSpPr>
          <p:cNvPr id="18" name="Text Placeholder 7">
            <a:extLst>
              <a:ext uri="{FF2B5EF4-FFF2-40B4-BE49-F238E27FC236}">
                <a16:creationId xmlns:a16="http://schemas.microsoft.com/office/drawing/2014/main" id="{91C9BD3E-CCA7-4ADF-83CB-175C316AEA84}"/>
              </a:ext>
            </a:extLst>
          </p:cNvPr>
          <p:cNvSpPr>
            <a:spLocks noGrp="1"/>
          </p:cNvSpPr>
          <p:nvPr>
            <p:ph type="body" sz="quarter" idx="26" hasCustomPrompt="1"/>
          </p:nvPr>
        </p:nvSpPr>
        <p:spPr>
          <a:xfrm>
            <a:off x="1520494" y="5346798"/>
            <a:ext cx="1587295" cy="166199"/>
          </a:xfrm>
          <a:noFill/>
        </p:spPr>
        <p:txBody>
          <a:bodyPr wrap="square" lIns="0" tIns="0" rIns="0" bIns="0" anchor="t">
            <a:noAutofit/>
          </a:bodyPr>
          <a:lstStyle>
            <a:lvl1pPr marL="0" indent="0" algn="ctr">
              <a:spcBef>
                <a:spcPts val="0"/>
              </a:spcBef>
              <a:spcAft>
                <a:spcPts val="0"/>
              </a:spcAft>
              <a:buNone/>
              <a:defRPr sz="1200" b="0">
                <a:solidFill>
                  <a:schemeClr val="tx1">
                    <a:lumMod val="75000"/>
                    <a:lumOff val="25000"/>
                  </a:schemeClr>
                </a:solidFill>
                <a:latin typeface="+mn-lt"/>
              </a:defRPr>
            </a:lvl1pPr>
          </a:lstStyle>
          <a:p>
            <a:pPr lvl="0"/>
            <a:r>
              <a:rPr lang="en-US" noProof="0"/>
              <a:t>Description</a:t>
            </a:r>
          </a:p>
        </p:txBody>
      </p:sp>
      <p:sp>
        <p:nvSpPr>
          <p:cNvPr id="19" name="Picture Placeholder 8">
            <a:extLst>
              <a:ext uri="{FF2B5EF4-FFF2-40B4-BE49-F238E27FC236}">
                <a16:creationId xmlns:a16="http://schemas.microsoft.com/office/drawing/2014/main" id="{DC756ECA-27F0-4309-A411-2021931A3A4F}"/>
              </a:ext>
              <a:ext uri="{C183D7F6-B498-43B3-948B-1728B52AA6E4}">
                <adec:decorative xmlns="" xmlns:adec="http://schemas.microsoft.com/office/drawing/2017/decorative" val="1"/>
              </a:ext>
            </a:extLst>
          </p:cNvPr>
          <p:cNvSpPr>
            <a:spLocks noGrp="1"/>
          </p:cNvSpPr>
          <p:nvPr>
            <p:ph type="pic" sz="quarter" idx="27" hasCustomPrompt="1"/>
          </p:nvPr>
        </p:nvSpPr>
        <p:spPr>
          <a:xfrm>
            <a:off x="3640023" y="3865629"/>
            <a:ext cx="1005836" cy="1005836"/>
          </a:xfrm>
          <a:prstGeom prst="ellipse">
            <a:avLst/>
          </a:prstGeom>
          <a:solidFill>
            <a:schemeClr val="bg1"/>
          </a:solidFill>
          <a:effectLst>
            <a:outerShdw blurRad="50800" dist="38100" dir="2700000" algn="tl" rotWithShape="0">
              <a:prstClr val="black">
                <a:alpha val="40000"/>
              </a:prstClr>
            </a:outerShdw>
          </a:effectLst>
        </p:spPr>
        <p:txBody>
          <a:bodyPr lIns="0" rIns="0" anchor="ctr">
            <a:normAutofit/>
          </a:bodyPr>
          <a:lstStyle>
            <a:lvl1pPr marL="0" indent="0" algn="ctr">
              <a:buNone/>
              <a:defRPr sz="1200">
                <a:solidFill>
                  <a:schemeClr val="bg1">
                    <a:lumMod val="50000"/>
                  </a:schemeClr>
                </a:solidFill>
              </a:defRPr>
            </a:lvl1pPr>
          </a:lstStyle>
          <a:p>
            <a:r>
              <a:rPr lang="en-US" noProof="0" dirty="0"/>
              <a:t>Insert Image</a:t>
            </a:r>
          </a:p>
        </p:txBody>
      </p:sp>
      <p:sp>
        <p:nvSpPr>
          <p:cNvPr id="20" name="Text Placeholder 7">
            <a:extLst>
              <a:ext uri="{FF2B5EF4-FFF2-40B4-BE49-F238E27FC236}">
                <a16:creationId xmlns:a16="http://schemas.microsoft.com/office/drawing/2014/main" id="{BCC1B1EE-9270-494A-B26E-3E810517012E}"/>
              </a:ext>
            </a:extLst>
          </p:cNvPr>
          <p:cNvSpPr>
            <a:spLocks noGrp="1"/>
          </p:cNvSpPr>
          <p:nvPr>
            <p:ph type="body" sz="quarter" idx="28" hasCustomPrompt="1"/>
          </p:nvPr>
        </p:nvSpPr>
        <p:spPr>
          <a:xfrm>
            <a:off x="3349294" y="5114385"/>
            <a:ext cx="1587295" cy="166199"/>
          </a:xfrm>
          <a:noFill/>
        </p:spPr>
        <p:txBody>
          <a:bodyPr wrap="square" lIns="0" tIns="0" rIns="0" bIns="0" anchor="ctr">
            <a:noAutofit/>
          </a:bodyPr>
          <a:lstStyle>
            <a:lvl1pPr marL="0" indent="0" algn="ctr">
              <a:spcBef>
                <a:spcPts val="0"/>
              </a:spcBef>
              <a:spcAft>
                <a:spcPts val="0"/>
              </a:spcAft>
              <a:buNone/>
              <a:defRPr sz="1200" b="1">
                <a:solidFill>
                  <a:schemeClr val="accent1"/>
                </a:solidFill>
                <a:latin typeface="+mn-lt"/>
              </a:defRPr>
            </a:lvl1pPr>
          </a:lstStyle>
          <a:p>
            <a:pPr lvl="0"/>
            <a:r>
              <a:rPr lang="en-US" noProof="0"/>
              <a:t>NAME</a:t>
            </a:r>
          </a:p>
        </p:txBody>
      </p:sp>
      <p:sp>
        <p:nvSpPr>
          <p:cNvPr id="21" name="Text Placeholder 7">
            <a:extLst>
              <a:ext uri="{FF2B5EF4-FFF2-40B4-BE49-F238E27FC236}">
                <a16:creationId xmlns:a16="http://schemas.microsoft.com/office/drawing/2014/main" id="{621D9997-09EF-468A-A3A6-7C2705CF1757}"/>
              </a:ext>
            </a:extLst>
          </p:cNvPr>
          <p:cNvSpPr>
            <a:spLocks noGrp="1"/>
          </p:cNvSpPr>
          <p:nvPr>
            <p:ph type="body" sz="quarter" idx="29" hasCustomPrompt="1"/>
          </p:nvPr>
        </p:nvSpPr>
        <p:spPr>
          <a:xfrm>
            <a:off x="3349294" y="5346798"/>
            <a:ext cx="1587295" cy="166199"/>
          </a:xfrm>
          <a:noFill/>
        </p:spPr>
        <p:txBody>
          <a:bodyPr wrap="square" lIns="0" tIns="0" rIns="0" bIns="0" anchor="t">
            <a:noAutofit/>
          </a:bodyPr>
          <a:lstStyle>
            <a:lvl1pPr marL="0" indent="0" algn="ctr">
              <a:spcBef>
                <a:spcPts val="0"/>
              </a:spcBef>
              <a:spcAft>
                <a:spcPts val="0"/>
              </a:spcAft>
              <a:buNone/>
              <a:defRPr sz="1200" b="0">
                <a:solidFill>
                  <a:schemeClr val="tx1">
                    <a:lumMod val="75000"/>
                    <a:lumOff val="25000"/>
                  </a:schemeClr>
                </a:solidFill>
                <a:latin typeface="+mn-lt"/>
              </a:defRPr>
            </a:lvl1pPr>
          </a:lstStyle>
          <a:p>
            <a:pPr lvl="0"/>
            <a:r>
              <a:rPr lang="en-US" noProof="0"/>
              <a:t>Description</a:t>
            </a:r>
          </a:p>
        </p:txBody>
      </p:sp>
      <p:sp>
        <p:nvSpPr>
          <p:cNvPr id="22" name="Picture Placeholder 8">
            <a:extLst>
              <a:ext uri="{FF2B5EF4-FFF2-40B4-BE49-F238E27FC236}">
                <a16:creationId xmlns:a16="http://schemas.microsoft.com/office/drawing/2014/main" id="{CC2A50A3-3A8F-469D-B16E-A06FD4C2A978}"/>
              </a:ext>
              <a:ext uri="{C183D7F6-B498-43B3-948B-1728B52AA6E4}">
                <adec:decorative xmlns="" xmlns:adec="http://schemas.microsoft.com/office/drawing/2017/decorative" val="1"/>
              </a:ext>
            </a:extLst>
          </p:cNvPr>
          <p:cNvSpPr>
            <a:spLocks noGrp="1"/>
          </p:cNvSpPr>
          <p:nvPr>
            <p:ph type="pic" sz="quarter" idx="30" hasCustomPrompt="1"/>
          </p:nvPr>
        </p:nvSpPr>
        <p:spPr>
          <a:xfrm>
            <a:off x="5449773" y="3865629"/>
            <a:ext cx="1005836" cy="1005836"/>
          </a:xfrm>
          <a:prstGeom prst="ellipse">
            <a:avLst/>
          </a:prstGeom>
          <a:solidFill>
            <a:schemeClr val="bg1"/>
          </a:solidFill>
          <a:effectLst>
            <a:outerShdw blurRad="50800" dist="38100" dir="2700000" algn="tl" rotWithShape="0">
              <a:prstClr val="black">
                <a:alpha val="40000"/>
              </a:prstClr>
            </a:outerShdw>
          </a:effectLst>
        </p:spPr>
        <p:txBody>
          <a:bodyPr lIns="0" rIns="0" anchor="ctr">
            <a:normAutofit/>
          </a:bodyPr>
          <a:lstStyle>
            <a:lvl1pPr marL="0" indent="0" algn="ctr">
              <a:buNone/>
              <a:defRPr sz="1200">
                <a:solidFill>
                  <a:schemeClr val="bg1">
                    <a:lumMod val="50000"/>
                  </a:schemeClr>
                </a:solidFill>
              </a:defRPr>
            </a:lvl1pPr>
          </a:lstStyle>
          <a:p>
            <a:r>
              <a:rPr lang="en-US" noProof="0" dirty="0"/>
              <a:t>Insert Image</a:t>
            </a:r>
          </a:p>
        </p:txBody>
      </p:sp>
      <p:sp>
        <p:nvSpPr>
          <p:cNvPr id="23" name="Text Placeholder 7">
            <a:extLst>
              <a:ext uri="{FF2B5EF4-FFF2-40B4-BE49-F238E27FC236}">
                <a16:creationId xmlns:a16="http://schemas.microsoft.com/office/drawing/2014/main" id="{065EDDEE-214F-4148-8B8C-0BA5AEF7658A}"/>
              </a:ext>
            </a:extLst>
          </p:cNvPr>
          <p:cNvSpPr>
            <a:spLocks noGrp="1"/>
          </p:cNvSpPr>
          <p:nvPr>
            <p:ph type="body" sz="quarter" idx="31" hasCustomPrompt="1"/>
          </p:nvPr>
        </p:nvSpPr>
        <p:spPr>
          <a:xfrm>
            <a:off x="5159044" y="5114385"/>
            <a:ext cx="1587295" cy="166199"/>
          </a:xfrm>
          <a:noFill/>
        </p:spPr>
        <p:txBody>
          <a:bodyPr wrap="square" lIns="0" tIns="0" rIns="0" bIns="0" anchor="ctr">
            <a:noAutofit/>
          </a:bodyPr>
          <a:lstStyle>
            <a:lvl1pPr marL="0" indent="0" algn="ctr">
              <a:spcBef>
                <a:spcPts val="0"/>
              </a:spcBef>
              <a:spcAft>
                <a:spcPts val="0"/>
              </a:spcAft>
              <a:buNone/>
              <a:defRPr sz="1200" b="1">
                <a:solidFill>
                  <a:schemeClr val="accent1"/>
                </a:solidFill>
                <a:latin typeface="+mn-lt"/>
              </a:defRPr>
            </a:lvl1pPr>
          </a:lstStyle>
          <a:p>
            <a:pPr lvl="0"/>
            <a:r>
              <a:rPr lang="en-US" noProof="0"/>
              <a:t>NAME</a:t>
            </a:r>
          </a:p>
        </p:txBody>
      </p:sp>
      <p:sp>
        <p:nvSpPr>
          <p:cNvPr id="24" name="Text Placeholder 7">
            <a:extLst>
              <a:ext uri="{FF2B5EF4-FFF2-40B4-BE49-F238E27FC236}">
                <a16:creationId xmlns:a16="http://schemas.microsoft.com/office/drawing/2014/main" id="{520C0E2F-F27A-44AC-BB9A-74F62BEC5752}"/>
              </a:ext>
            </a:extLst>
          </p:cNvPr>
          <p:cNvSpPr>
            <a:spLocks noGrp="1"/>
          </p:cNvSpPr>
          <p:nvPr>
            <p:ph type="body" sz="quarter" idx="32" hasCustomPrompt="1"/>
          </p:nvPr>
        </p:nvSpPr>
        <p:spPr>
          <a:xfrm>
            <a:off x="5159044" y="5346798"/>
            <a:ext cx="1587295" cy="166199"/>
          </a:xfrm>
          <a:noFill/>
        </p:spPr>
        <p:txBody>
          <a:bodyPr wrap="square" lIns="0" tIns="0" rIns="0" bIns="0" anchor="t">
            <a:noAutofit/>
          </a:bodyPr>
          <a:lstStyle>
            <a:lvl1pPr marL="0" indent="0" algn="ctr">
              <a:spcBef>
                <a:spcPts val="0"/>
              </a:spcBef>
              <a:spcAft>
                <a:spcPts val="0"/>
              </a:spcAft>
              <a:buNone/>
              <a:defRPr sz="1200" b="0">
                <a:solidFill>
                  <a:schemeClr val="tx1">
                    <a:lumMod val="75000"/>
                    <a:lumOff val="25000"/>
                  </a:schemeClr>
                </a:solidFill>
                <a:latin typeface="+mn-lt"/>
              </a:defRPr>
            </a:lvl1pPr>
          </a:lstStyle>
          <a:p>
            <a:pPr lvl="0"/>
            <a:r>
              <a:rPr lang="en-US" noProof="0"/>
              <a:t>Description</a:t>
            </a:r>
          </a:p>
        </p:txBody>
      </p:sp>
      <p:sp>
        <p:nvSpPr>
          <p:cNvPr id="25" name="Picture Placeholder 8">
            <a:extLst>
              <a:ext uri="{FF2B5EF4-FFF2-40B4-BE49-F238E27FC236}">
                <a16:creationId xmlns:a16="http://schemas.microsoft.com/office/drawing/2014/main" id="{ADC5446D-3469-43DA-ACE3-2AEC5B90384E}"/>
              </a:ext>
              <a:ext uri="{C183D7F6-B498-43B3-948B-1728B52AA6E4}">
                <adec:decorative xmlns="" xmlns:adec="http://schemas.microsoft.com/office/drawing/2017/decorative" val="1"/>
              </a:ext>
            </a:extLst>
          </p:cNvPr>
          <p:cNvSpPr>
            <a:spLocks noGrp="1"/>
          </p:cNvSpPr>
          <p:nvPr>
            <p:ph type="pic" sz="quarter" idx="33" hasCustomPrompt="1"/>
          </p:nvPr>
        </p:nvSpPr>
        <p:spPr>
          <a:xfrm>
            <a:off x="7259523" y="3865629"/>
            <a:ext cx="1005836" cy="1005836"/>
          </a:xfrm>
          <a:prstGeom prst="ellipse">
            <a:avLst/>
          </a:prstGeom>
          <a:solidFill>
            <a:schemeClr val="bg1"/>
          </a:solidFill>
          <a:effectLst>
            <a:outerShdw blurRad="50800" dist="38100" dir="2700000" algn="tl" rotWithShape="0">
              <a:prstClr val="black">
                <a:alpha val="40000"/>
              </a:prstClr>
            </a:outerShdw>
          </a:effectLst>
        </p:spPr>
        <p:txBody>
          <a:bodyPr lIns="0" rIns="0" anchor="ctr">
            <a:normAutofit/>
          </a:bodyPr>
          <a:lstStyle>
            <a:lvl1pPr marL="0" indent="0" algn="ctr">
              <a:buNone/>
              <a:defRPr sz="1200">
                <a:solidFill>
                  <a:schemeClr val="bg1">
                    <a:lumMod val="50000"/>
                  </a:schemeClr>
                </a:solidFill>
              </a:defRPr>
            </a:lvl1pPr>
          </a:lstStyle>
          <a:p>
            <a:r>
              <a:rPr lang="en-US" noProof="0" dirty="0"/>
              <a:t>Insert Image</a:t>
            </a:r>
          </a:p>
        </p:txBody>
      </p:sp>
      <p:sp>
        <p:nvSpPr>
          <p:cNvPr id="26" name="Text Placeholder 7">
            <a:extLst>
              <a:ext uri="{FF2B5EF4-FFF2-40B4-BE49-F238E27FC236}">
                <a16:creationId xmlns:a16="http://schemas.microsoft.com/office/drawing/2014/main" id="{4BF91944-817D-4080-9FC7-1C01D3C52F74}"/>
              </a:ext>
            </a:extLst>
          </p:cNvPr>
          <p:cNvSpPr>
            <a:spLocks noGrp="1"/>
          </p:cNvSpPr>
          <p:nvPr>
            <p:ph type="body" sz="quarter" idx="34" hasCustomPrompt="1"/>
          </p:nvPr>
        </p:nvSpPr>
        <p:spPr>
          <a:xfrm>
            <a:off x="6968794" y="5114385"/>
            <a:ext cx="1587295" cy="166199"/>
          </a:xfrm>
          <a:noFill/>
        </p:spPr>
        <p:txBody>
          <a:bodyPr wrap="square" lIns="0" tIns="0" rIns="0" bIns="0" anchor="ctr">
            <a:noAutofit/>
          </a:bodyPr>
          <a:lstStyle>
            <a:lvl1pPr marL="0" indent="0" algn="ctr">
              <a:spcBef>
                <a:spcPts val="0"/>
              </a:spcBef>
              <a:spcAft>
                <a:spcPts val="0"/>
              </a:spcAft>
              <a:buNone/>
              <a:defRPr sz="1200" b="1">
                <a:solidFill>
                  <a:schemeClr val="accent1"/>
                </a:solidFill>
                <a:latin typeface="+mn-lt"/>
              </a:defRPr>
            </a:lvl1pPr>
          </a:lstStyle>
          <a:p>
            <a:pPr lvl="0"/>
            <a:r>
              <a:rPr lang="en-US" noProof="0"/>
              <a:t>NAME</a:t>
            </a:r>
          </a:p>
        </p:txBody>
      </p:sp>
      <p:sp>
        <p:nvSpPr>
          <p:cNvPr id="27" name="Text Placeholder 7">
            <a:extLst>
              <a:ext uri="{FF2B5EF4-FFF2-40B4-BE49-F238E27FC236}">
                <a16:creationId xmlns:a16="http://schemas.microsoft.com/office/drawing/2014/main" id="{B6FC5678-B04A-4631-9DFF-776737E9C8AC}"/>
              </a:ext>
            </a:extLst>
          </p:cNvPr>
          <p:cNvSpPr>
            <a:spLocks noGrp="1"/>
          </p:cNvSpPr>
          <p:nvPr>
            <p:ph type="body" sz="quarter" idx="35" hasCustomPrompt="1"/>
          </p:nvPr>
        </p:nvSpPr>
        <p:spPr>
          <a:xfrm>
            <a:off x="6968794" y="5346798"/>
            <a:ext cx="1587295" cy="166199"/>
          </a:xfrm>
          <a:noFill/>
        </p:spPr>
        <p:txBody>
          <a:bodyPr wrap="square" lIns="0" tIns="0" rIns="0" bIns="0" anchor="t">
            <a:noAutofit/>
          </a:bodyPr>
          <a:lstStyle>
            <a:lvl1pPr marL="0" indent="0" algn="ctr">
              <a:spcBef>
                <a:spcPts val="0"/>
              </a:spcBef>
              <a:spcAft>
                <a:spcPts val="0"/>
              </a:spcAft>
              <a:buNone/>
              <a:defRPr sz="1200" b="0">
                <a:solidFill>
                  <a:schemeClr val="tx1">
                    <a:lumMod val="75000"/>
                    <a:lumOff val="25000"/>
                  </a:schemeClr>
                </a:solidFill>
                <a:latin typeface="+mn-lt"/>
              </a:defRPr>
            </a:lvl1pPr>
          </a:lstStyle>
          <a:p>
            <a:pPr lvl="0"/>
            <a:r>
              <a:rPr lang="en-US" noProof="0"/>
              <a:t>Description</a:t>
            </a:r>
          </a:p>
        </p:txBody>
      </p:sp>
      <p:sp>
        <p:nvSpPr>
          <p:cNvPr id="28" name="Picture Placeholder 8">
            <a:extLst>
              <a:ext uri="{FF2B5EF4-FFF2-40B4-BE49-F238E27FC236}">
                <a16:creationId xmlns:a16="http://schemas.microsoft.com/office/drawing/2014/main" id="{BF024C2A-A070-4BF1-BA78-8FDD47DED455}"/>
              </a:ext>
              <a:ext uri="{C183D7F6-B498-43B3-948B-1728B52AA6E4}">
                <adec:decorative xmlns="" xmlns:adec="http://schemas.microsoft.com/office/drawing/2017/decorative" val="1"/>
              </a:ext>
            </a:extLst>
          </p:cNvPr>
          <p:cNvSpPr>
            <a:spLocks noGrp="1"/>
          </p:cNvSpPr>
          <p:nvPr>
            <p:ph type="pic" sz="quarter" idx="36" hasCustomPrompt="1"/>
          </p:nvPr>
        </p:nvSpPr>
        <p:spPr>
          <a:xfrm>
            <a:off x="9066634" y="3865629"/>
            <a:ext cx="1005836" cy="1005836"/>
          </a:xfrm>
          <a:prstGeom prst="ellipse">
            <a:avLst/>
          </a:prstGeom>
          <a:solidFill>
            <a:schemeClr val="bg1"/>
          </a:solidFill>
          <a:effectLst>
            <a:outerShdw blurRad="50800" dist="38100" dir="2700000" algn="tl" rotWithShape="0">
              <a:prstClr val="black">
                <a:alpha val="40000"/>
              </a:prstClr>
            </a:outerShdw>
          </a:effectLst>
        </p:spPr>
        <p:txBody>
          <a:bodyPr lIns="0" rIns="0" anchor="ctr">
            <a:normAutofit/>
          </a:bodyPr>
          <a:lstStyle>
            <a:lvl1pPr marL="0" indent="0" algn="ctr">
              <a:buNone/>
              <a:defRPr sz="1200">
                <a:solidFill>
                  <a:schemeClr val="bg1">
                    <a:lumMod val="50000"/>
                  </a:schemeClr>
                </a:solidFill>
              </a:defRPr>
            </a:lvl1pPr>
          </a:lstStyle>
          <a:p>
            <a:r>
              <a:rPr lang="en-US" noProof="0" dirty="0"/>
              <a:t>Insert Image</a:t>
            </a:r>
          </a:p>
        </p:txBody>
      </p:sp>
      <p:sp>
        <p:nvSpPr>
          <p:cNvPr id="29" name="Text Placeholder 7">
            <a:extLst>
              <a:ext uri="{FF2B5EF4-FFF2-40B4-BE49-F238E27FC236}">
                <a16:creationId xmlns:a16="http://schemas.microsoft.com/office/drawing/2014/main" id="{72D75690-3F0F-4257-84B4-90CB4E6BB7EA}"/>
              </a:ext>
            </a:extLst>
          </p:cNvPr>
          <p:cNvSpPr>
            <a:spLocks noGrp="1"/>
          </p:cNvSpPr>
          <p:nvPr>
            <p:ph type="body" sz="quarter" idx="37" hasCustomPrompt="1"/>
          </p:nvPr>
        </p:nvSpPr>
        <p:spPr>
          <a:xfrm>
            <a:off x="8775905" y="5114385"/>
            <a:ext cx="1587295" cy="166199"/>
          </a:xfrm>
          <a:noFill/>
        </p:spPr>
        <p:txBody>
          <a:bodyPr wrap="square" lIns="0" tIns="0" rIns="0" bIns="0" anchor="ctr">
            <a:noAutofit/>
          </a:bodyPr>
          <a:lstStyle>
            <a:lvl1pPr marL="0" indent="0" algn="ctr">
              <a:spcBef>
                <a:spcPts val="0"/>
              </a:spcBef>
              <a:spcAft>
                <a:spcPts val="0"/>
              </a:spcAft>
              <a:buNone/>
              <a:defRPr sz="1200" b="1">
                <a:solidFill>
                  <a:schemeClr val="accent1"/>
                </a:solidFill>
                <a:latin typeface="+mn-lt"/>
              </a:defRPr>
            </a:lvl1pPr>
          </a:lstStyle>
          <a:p>
            <a:pPr lvl="0"/>
            <a:r>
              <a:rPr lang="en-US" noProof="0"/>
              <a:t>NAME</a:t>
            </a:r>
          </a:p>
        </p:txBody>
      </p:sp>
      <p:sp>
        <p:nvSpPr>
          <p:cNvPr id="30" name="Text Placeholder 7">
            <a:extLst>
              <a:ext uri="{FF2B5EF4-FFF2-40B4-BE49-F238E27FC236}">
                <a16:creationId xmlns:a16="http://schemas.microsoft.com/office/drawing/2014/main" id="{FC3E89DF-7D8F-458A-910F-B06B607998AF}"/>
              </a:ext>
            </a:extLst>
          </p:cNvPr>
          <p:cNvSpPr>
            <a:spLocks noGrp="1"/>
          </p:cNvSpPr>
          <p:nvPr>
            <p:ph type="body" sz="quarter" idx="38" hasCustomPrompt="1"/>
          </p:nvPr>
        </p:nvSpPr>
        <p:spPr>
          <a:xfrm>
            <a:off x="8775905" y="5346798"/>
            <a:ext cx="1587295" cy="166199"/>
          </a:xfrm>
          <a:noFill/>
        </p:spPr>
        <p:txBody>
          <a:bodyPr wrap="square" lIns="0" tIns="0" rIns="0" bIns="0" anchor="t">
            <a:noAutofit/>
          </a:bodyPr>
          <a:lstStyle>
            <a:lvl1pPr marL="0" indent="0" algn="ctr">
              <a:spcBef>
                <a:spcPts val="0"/>
              </a:spcBef>
              <a:spcAft>
                <a:spcPts val="0"/>
              </a:spcAft>
              <a:buNone/>
              <a:defRPr sz="1200" b="0">
                <a:solidFill>
                  <a:schemeClr val="tx1">
                    <a:lumMod val="75000"/>
                    <a:lumOff val="25000"/>
                  </a:schemeClr>
                </a:solidFill>
                <a:latin typeface="+mn-lt"/>
              </a:defRPr>
            </a:lvl1pPr>
          </a:lstStyle>
          <a:p>
            <a:pPr lvl="0"/>
            <a:r>
              <a:rPr lang="en-US" noProof="0"/>
              <a:t>Description</a:t>
            </a:r>
          </a:p>
        </p:txBody>
      </p:sp>
    </p:spTree>
    <p:extLst>
      <p:ext uri="{BB962C8B-B14F-4D97-AF65-F5344CB8AC3E}">
        <p14:creationId xmlns:p14="http://schemas.microsoft.com/office/powerpoint/2010/main" val="3627878604"/>
      </p:ext>
    </p:extLst>
  </p:cSld>
  <p:clrMapOvr>
    <a:masterClrMapping/>
  </p:clrMapOvr>
  <p:extLst>
    <p:ext uri="{DCECCB84-F9BA-43D5-87BE-67443E8EF086}">
      <p15:sldGuideLst xmlns:p15="http://schemas.microsoft.com/office/powerpoint/2012/main">
        <p15:guide id="1" orient="horz" pos="2160">
          <p15:clr>
            <a:srgbClr val="FBAE40"/>
          </p15:clr>
        </p15:guide>
        <p15:guide id="2" orient="horz" pos="720">
          <p15:clr>
            <a:srgbClr val="FBAE40"/>
          </p15:clr>
        </p15:guide>
      </p15:sldGuideLst>
    </p:ext>
  </p:extLst>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TITLE ONLY_Org Chart 6">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0B42CCEE-B750-4EF9-BAE5-217844AE7456}"/>
              </a:ext>
              <a:ext uri="{C183D7F6-B498-43B3-948B-1728B52AA6E4}">
                <adec:decorative xmlns="" xmlns:adec="http://schemas.microsoft.com/office/drawing/2017/decorative" val="1"/>
              </a:ext>
            </a:extLst>
          </p:cNvPr>
          <p:cNvSpPr/>
          <p:nvPr userDrawn="1"/>
        </p:nvSpPr>
        <p:spPr>
          <a:xfrm>
            <a:off x="0" y="0"/>
            <a:ext cx="12192000" cy="11297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9015F2E0-A9EE-4095-8DFC-C3BBA80FAEEE}"/>
              </a:ext>
            </a:extLst>
          </p:cNvPr>
          <p:cNvSpPr>
            <a:spLocks noGrp="1"/>
          </p:cNvSpPr>
          <p:nvPr>
            <p:ph type="title"/>
          </p:nvPr>
        </p:nvSpPr>
        <p:spPr>
          <a:xfrm>
            <a:off x="548640" y="990600"/>
            <a:ext cx="10805160" cy="707886"/>
          </a:xfrm>
        </p:spPr>
        <p:txBody>
          <a:bodyPr lIns="91440" anchor="t">
            <a:normAutofit/>
          </a:bodyPr>
          <a:lstStyle>
            <a:lvl1pPr>
              <a:lnSpc>
                <a:spcPct val="100000"/>
              </a:lnSpc>
              <a:defRPr sz="4000" b="0">
                <a:latin typeface="+mj-lt"/>
              </a:defRPr>
            </a:lvl1pPr>
          </a:lstStyle>
          <a:p>
            <a:r>
              <a:rPr lang="en-US" noProof="0" smtClean="0"/>
              <a:t>Click to edit Master title style</a:t>
            </a:r>
            <a:endParaRPr lang="en-US" noProof="0"/>
          </a:p>
        </p:txBody>
      </p:sp>
      <p:sp>
        <p:nvSpPr>
          <p:cNvPr id="13" name="Slide Number Placeholder 5">
            <a:extLst>
              <a:ext uri="{FF2B5EF4-FFF2-40B4-BE49-F238E27FC236}">
                <a16:creationId xmlns:a16="http://schemas.microsoft.com/office/drawing/2014/main" id="{2DBF2FB3-2A18-4DFA-BE67-CBEB450840A4}"/>
              </a:ext>
            </a:extLst>
          </p:cNvPr>
          <p:cNvSpPr>
            <a:spLocks noGrp="1"/>
          </p:cNvSpPr>
          <p:nvPr>
            <p:ph type="sldNum" sz="quarter" idx="4"/>
          </p:nvPr>
        </p:nvSpPr>
        <p:spPr>
          <a:xfrm>
            <a:off x="628788" y="6339840"/>
            <a:ext cx="302281" cy="365760"/>
          </a:xfrm>
          <a:prstGeom prst="rect">
            <a:avLst/>
          </a:prstGeom>
          <a:solidFill>
            <a:schemeClr val="bg1">
              <a:alpha val="82000"/>
            </a:schemeClr>
          </a:solidFill>
          <a:ln>
            <a:solidFill>
              <a:schemeClr val="accent2"/>
            </a:solidFill>
          </a:ln>
        </p:spPr>
        <p:txBody>
          <a:bodyPr vert="horz" lIns="0" tIns="45720" rIns="0" bIns="45720" rtlCol="0" anchor="ctr"/>
          <a:lstStyle>
            <a:lvl1pPr algn="ctr">
              <a:defRPr sz="1000">
                <a:solidFill>
                  <a:schemeClr val="tx1">
                    <a:lumMod val="95000"/>
                    <a:lumOff val="5000"/>
                  </a:schemeClr>
                </a:solidFill>
                <a:latin typeface="+mj-lt"/>
              </a:defRPr>
            </a:lvl1pPr>
          </a:lstStyle>
          <a:p>
            <a:fld id="{4FAB73BC-B049-4115-A692-8D63A059BFB8}" type="slidenum">
              <a:rPr lang="en-US" noProof="0" smtClean="0"/>
              <a:pPr/>
              <a:t>‹#›</a:t>
            </a:fld>
            <a:endParaRPr lang="en-US" noProof="0" dirty="0"/>
          </a:p>
        </p:txBody>
      </p:sp>
      <p:sp>
        <p:nvSpPr>
          <p:cNvPr id="9" name="Freeform: Shape 8">
            <a:extLst>
              <a:ext uri="{FF2B5EF4-FFF2-40B4-BE49-F238E27FC236}">
                <a16:creationId xmlns:a16="http://schemas.microsoft.com/office/drawing/2014/main" id="{0CE973A6-10E7-4E33-AA8B-7240F9197012}"/>
              </a:ext>
              <a:ext uri="{C183D7F6-B498-43B3-948B-1728B52AA6E4}">
                <adec:decorative xmlns="" xmlns:adec="http://schemas.microsoft.com/office/drawing/2017/decorative" val="1"/>
              </a:ext>
            </a:extLst>
          </p:cNvPr>
          <p:cNvSpPr/>
          <p:nvPr userDrawn="1"/>
        </p:nvSpPr>
        <p:spPr>
          <a:xfrm>
            <a:off x="0" y="0"/>
            <a:ext cx="8329286" cy="457200"/>
          </a:xfrm>
          <a:custGeom>
            <a:avLst/>
            <a:gdLst>
              <a:gd name="connsiteX0" fmla="*/ 0 w 8329286"/>
              <a:gd name="connsiteY0" fmla="*/ 0 h 457200"/>
              <a:gd name="connsiteX1" fmla="*/ 8329286 w 8329286"/>
              <a:gd name="connsiteY1" fmla="*/ 0 h 457200"/>
              <a:gd name="connsiteX2" fmla="*/ 7982281 w 8329286"/>
              <a:gd name="connsiteY2" fmla="*/ 457200 h 457200"/>
              <a:gd name="connsiteX3" fmla="*/ 0 w 8329286"/>
              <a:gd name="connsiteY3" fmla="*/ 457200 h 457200"/>
            </a:gdLst>
            <a:ahLst/>
            <a:cxnLst>
              <a:cxn ang="0">
                <a:pos x="connsiteX0" y="connsiteY0"/>
              </a:cxn>
              <a:cxn ang="0">
                <a:pos x="connsiteX1" y="connsiteY1"/>
              </a:cxn>
              <a:cxn ang="0">
                <a:pos x="connsiteX2" y="connsiteY2"/>
              </a:cxn>
              <a:cxn ang="0">
                <a:pos x="connsiteX3" y="connsiteY3"/>
              </a:cxn>
            </a:cxnLst>
            <a:rect l="l" t="t" r="r" b="b"/>
            <a:pathLst>
              <a:path w="8329286" h="457200">
                <a:moveTo>
                  <a:pt x="0" y="0"/>
                </a:moveTo>
                <a:lnTo>
                  <a:pt x="8329286" y="0"/>
                </a:lnTo>
                <a:lnTo>
                  <a:pt x="7982281" y="457200"/>
                </a:lnTo>
                <a:lnTo>
                  <a:pt x="0" y="457200"/>
                </a:lnTo>
                <a:close/>
              </a:path>
            </a:pathLst>
          </a:custGeom>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Picture Placeholder 8">
            <a:extLst>
              <a:ext uri="{FF2B5EF4-FFF2-40B4-BE49-F238E27FC236}">
                <a16:creationId xmlns:a16="http://schemas.microsoft.com/office/drawing/2014/main" id="{48934421-B8F7-41B6-9EC4-5E3C497424A8}"/>
              </a:ext>
              <a:ext uri="{C183D7F6-B498-43B3-948B-1728B52AA6E4}">
                <adec:decorative xmlns="" xmlns:adec="http://schemas.microsoft.com/office/drawing/2017/decorative" val="1"/>
              </a:ext>
            </a:extLst>
          </p:cNvPr>
          <p:cNvSpPr>
            <a:spLocks noGrp="1"/>
          </p:cNvSpPr>
          <p:nvPr>
            <p:ph type="pic" sz="quarter" idx="17" hasCustomPrompt="1"/>
          </p:nvPr>
        </p:nvSpPr>
        <p:spPr>
          <a:xfrm>
            <a:off x="3596641" y="1981200"/>
            <a:ext cx="1523993" cy="1523994"/>
          </a:xfrm>
          <a:prstGeom prst="ellipse">
            <a:avLst/>
          </a:prstGeom>
          <a:solidFill>
            <a:schemeClr val="bg1"/>
          </a:solidFill>
          <a:effectLst>
            <a:outerShdw blurRad="50800" dist="38100" dir="2700000" algn="tl" rotWithShape="0">
              <a:prstClr val="black">
                <a:alpha val="40000"/>
              </a:prstClr>
            </a:outerShdw>
          </a:effectLst>
        </p:spPr>
        <p:txBody>
          <a:bodyPr anchor="ctr"/>
          <a:lstStyle>
            <a:lvl1pPr marL="0" indent="0" algn="ctr">
              <a:buNone/>
              <a:defRPr>
                <a:solidFill>
                  <a:schemeClr val="bg1">
                    <a:lumMod val="50000"/>
                  </a:schemeClr>
                </a:solidFill>
              </a:defRPr>
            </a:lvl1pPr>
          </a:lstStyle>
          <a:p>
            <a:r>
              <a:rPr lang="en-US" noProof="0" dirty="0"/>
              <a:t>Insert Image</a:t>
            </a:r>
          </a:p>
        </p:txBody>
      </p:sp>
      <p:sp>
        <p:nvSpPr>
          <p:cNvPr id="10" name="Text Placeholder 7">
            <a:extLst>
              <a:ext uri="{FF2B5EF4-FFF2-40B4-BE49-F238E27FC236}">
                <a16:creationId xmlns:a16="http://schemas.microsoft.com/office/drawing/2014/main" id="{4BACF049-4E3E-418D-9DB0-9D63BDDD25AE}"/>
              </a:ext>
            </a:extLst>
          </p:cNvPr>
          <p:cNvSpPr>
            <a:spLocks noGrp="1"/>
          </p:cNvSpPr>
          <p:nvPr>
            <p:ph type="body" sz="quarter" idx="16" hasCustomPrompt="1"/>
          </p:nvPr>
        </p:nvSpPr>
        <p:spPr>
          <a:xfrm>
            <a:off x="5425441" y="2618469"/>
            <a:ext cx="3108959" cy="424732"/>
          </a:xfrm>
          <a:noFill/>
        </p:spPr>
        <p:txBody>
          <a:bodyPr wrap="square" lIns="91440" rIns="91440" anchor="ctr">
            <a:noAutofit/>
          </a:bodyPr>
          <a:lstStyle>
            <a:lvl1pPr marL="0" indent="0" algn="l">
              <a:spcBef>
                <a:spcPts val="0"/>
              </a:spcBef>
              <a:spcAft>
                <a:spcPts val="0"/>
              </a:spcAft>
              <a:buNone/>
              <a:defRPr sz="1600" b="1">
                <a:solidFill>
                  <a:schemeClr val="tx2"/>
                </a:solidFill>
                <a:latin typeface="+mj-lt"/>
              </a:defRPr>
            </a:lvl1pPr>
          </a:lstStyle>
          <a:p>
            <a:pPr lvl="0"/>
            <a:r>
              <a:rPr lang="en-US" noProof="0"/>
              <a:t>ADD TEXT </a:t>
            </a:r>
          </a:p>
        </p:txBody>
      </p:sp>
      <p:sp>
        <p:nvSpPr>
          <p:cNvPr id="12" name="Text Placeholder 7">
            <a:extLst>
              <a:ext uri="{FF2B5EF4-FFF2-40B4-BE49-F238E27FC236}">
                <a16:creationId xmlns:a16="http://schemas.microsoft.com/office/drawing/2014/main" id="{EFE2AF5B-D21D-4FE5-932F-F2989F6E0116}"/>
              </a:ext>
            </a:extLst>
          </p:cNvPr>
          <p:cNvSpPr>
            <a:spLocks noGrp="1"/>
          </p:cNvSpPr>
          <p:nvPr>
            <p:ph type="body" sz="quarter" idx="18" hasCustomPrompt="1"/>
          </p:nvPr>
        </p:nvSpPr>
        <p:spPr>
          <a:xfrm>
            <a:off x="5425441" y="2999470"/>
            <a:ext cx="3108959" cy="323629"/>
          </a:xfrm>
          <a:noFill/>
        </p:spPr>
        <p:txBody>
          <a:bodyPr wrap="square" lIns="91440" rIns="91440" anchor="t">
            <a:noAutofit/>
          </a:bodyPr>
          <a:lstStyle>
            <a:lvl1pPr marL="0" indent="0" algn="l">
              <a:spcBef>
                <a:spcPts val="0"/>
              </a:spcBef>
              <a:spcAft>
                <a:spcPts val="0"/>
              </a:spcAft>
              <a:buNone/>
              <a:defRPr sz="1200" b="0">
                <a:solidFill>
                  <a:schemeClr val="tx2"/>
                </a:solidFill>
                <a:latin typeface="+mn-lt"/>
              </a:defRPr>
            </a:lvl1pPr>
          </a:lstStyle>
          <a:p>
            <a:pPr lvl="0"/>
            <a:r>
              <a:rPr lang="en-US" noProof="0"/>
              <a:t>Description</a:t>
            </a:r>
          </a:p>
        </p:txBody>
      </p:sp>
      <p:cxnSp>
        <p:nvCxnSpPr>
          <p:cNvPr id="14" name="Straight Connector 13">
            <a:extLst>
              <a:ext uri="{FF2B5EF4-FFF2-40B4-BE49-F238E27FC236}">
                <a16:creationId xmlns:a16="http://schemas.microsoft.com/office/drawing/2014/main" id="{266B4E82-4E92-438C-9DBD-FDAC98DBA804}"/>
              </a:ext>
              <a:ext uri="{C183D7F6-B498-43B3-948B-1728B52AA6E4}">
                <adec:decorative xmlns="" xmlns:adec="http://schemas.microsoft.com/office/drawing/2017/decorative" val="1"/>
              </a:ext>
            </a:extLst>
          </p:cNvPr>
          <p:cNvCxnSpPr>
            <a:cxnSpLocks/>
          </p:cNvCxnSpPr>
          <p:nvPr userDrawn="1"/>
        </p:nvCxnSpPr>
        <p:spPr>
          <a:xfrm rot="16200000">
            <a:off x="6165169" y="-112012"/>
            <a:ext cx="0" cy="8961120"/>
          </a:xfrm>
          <a:prstGeom prst="line">
            <a:avLst/>
          </a:prstGeom>
          <a:ln w="25400">
            <a:solidFill>
              <a:schemeClr val="accent2"/>
            </a:solidFill>
          </a:ln>
        </p:spPr>
        <p:style>
          <a:lnRef idx="1">
            <a:schemeClr val="accent1"/>
          </a:lnRef>
          <a:fillRef idx="0">
            <a:schemeClr val="accent1"/>
          </a:fillRef>
          <a:effectRef idx="0">
            <a:schemeClr val="accent1"/>
          </a:effectRef>
          <a:fontRef idx="minor">
            <a:schemeClr val="tx1"/>
          </a:fontRef>
        </p:style>
      </p:cxnSp>
      <p:sp>
        <p:nvSpPr>
          <p:cNvPr id="16" name="Picture Placeholder 8">
            <a:extLst>
              <a:ext uri="{FF2B5EF4-FFF2-40B4-BE49-F238E27FC236}">
                <a16:creationId xmlns:a16="http://schemas.microsoft.com/office/drawing/2014/main" id="{5C2A05E4-0266-470B-94B6-0EA500EFD52F}"/>
              </a:ext>
              <a:ext uri="{C183D7F6-B498-43B3-948B-1728B52AA6E4}">
                <adec:decorative xmlns="" xmlns:adec="http://schemas.microsoft.com/office/drawing/2017/decorative" val="1"/>
              </a:ext>
            </a:extLst>
          </p:cNvPr>
          <p:cNvSpPr>
            <a:spLocks noGrp="1"/>
          </p:cNvSpPr>
          <p:nvPr>
            <p:ph type="pic" sz="quarter" idx="21" hasCustomPrompt="1"/>
          </p:nvPr>
        </p:nvSpPr>
        <p:spPr>
          <a:xfrm>
            <a:off x="1052729" y="3865629"/>
            <a:ext cx="1005836" cy="1005836"/>
          </a:xfrm>
          <a:prstGeom prst="ellipse">
            <a:avLst/>
          </a:prstGeom>
          <a:solidFill>
            <a:schemeClr val="bg1"/>
          </a:solidFill>
          <a:effectLst>
            <a:outerShdw blurRad="50800" dist="38100" dir="2700000" algn="tl" rotWithShape="0">
              <a:prstClr val="black">
                <a:alpha val="40000"/>
              </a:prstClr>
            </a:outerShdw>
          </a:effectLst>
        </p:spPr>
        <p:txBody>
          <a:bodyPr lIns="0" rIns="0" anchor="ctr">
            <a:normAutofit/>
          </a:bodyPr>
          <a:lstStyle>
            <a:lvl1pPr marL="0" indent="0" algn="ctr">
              <a:buNone/>
              <a:defRPr sz="1200">
                <a:solidFill>
                  <a:schemeClr val="bg1">
                    <a:lumMod val="50000"/>
                  </a:schemeClr>
                </a:solidFill>
              </a:defRPr>
            </a:lvl1pPr>
          </a:lstStyle>
          <a:p>
            <a:r>
              <a:rPr lang="en-US" noProof="0" dirty="0"/>
              <a:t>Insert Image</a:t>
            </a:r>
          </a:p>
        </p:txBody>
      </p:sp>
      <p:sp>
        <p:nvSpPr>
          <p:cNvPr id="17" name="Text Placeholder 7">
            <a:extLst>
              <a:ext uri="{FF2B5EF4-FFF2-40B4-BE49-F238E27FC236}">
                <a16:creationId xmlns:a16="http://schemas.microsoft.com/office/drawing/2014/main" id="{8B705CE2-63BB-44EF-9494-D7197888F260}"/>
              </a:ext>
            </a:extLst>
          </p:cNvPr>
          <p:cNvSpPr>
            <a:spLocks noGrp="1"/>
          </p:cNvSpPr>
          <p:nvPr>
            <p:ph type="body" sz="quarter" idx="25" hasCustomPrompt="1"/>
          </p:nvPr>
        </p:nvSpPr>
        <p:spPr>
          <a:xfrm>
            <a:off x="762000" y="5114385"/>
            <a:ext cx="1587295" cy="166199"/>
          </a:xfrm>
          <a:noFill/>
        </p:spPr>
        <p:txBody>
          <a:bodyPr wrap="square" lIns="0" tIns="0" rIns="0" bIns="0" anchor="ctr">
            <a:noAutofit/>
          </a:bodyPr>
          <a:lstStyle>
            <a:lvl1pPr marL="0" indent="0" algn="ctr">
              <a:spcBef>
                <a:spcPts val="0"/>
              </a:spcBef>
              <a:spcAft>
                <a:spcPts val="0"/>
              </a:spcAft>
              <a:buNone/>
              <a:defRPr sz="1200" b="1">
                <a:solidFill>
                  <a:schemeClr val="accent1"/>
                </a:solidFill>
                <a:latin typeface="+mn-lt"/>
              </a:defRPr>
            </a:lvl1pPr>
          </a:lstStyle>
          <a:p>
            <a:pPr lvl="0"/>
            <a:r>
              <a:rPr lang="en-US" noProof="0"/>
              <a:t>NAME</a:t>
            </a:r>
          </a:p>
        </p:txBody>
      </p:sp>
      <p:sp>
        <p:nvSpPr>
          <p:cNvPr id="18" name="Text Placeholder 7">
            <a:extLst>
              <a:ext uri="{FF2B5EF4-FFF2-40B4-BE49-F238E27FC236}">
                <a16:creationId xmlns:a16="http://schemas.microsoft.com/office/drawing/2014/main" id="{91C9BD3E-CCA7-4ADF-83CB-175C316AEA84}"/>
              </a:ext>
            </a:extLst>
          </p:cNvPr>
          <p:cNvSpPr>
            <a:spLocks noGrp="1"/>
          </p:cNvSpPr>
          <p:nvPr>
            <p:ph type="body" sz="quarter" idx="26" hasCustomPrompt="1"/>
          </p:nvPr>
        </p:nvSpPr>
        <p:spPr>
          <a:xfrm>
            <a:off x="762000" y="5346798"/>
            <a:ext cx="1587295" cy="166199"/>
          </a:xfrm>
          <a:noFill/>
        </p:spPr>
        <p:txBody>
          <a:bodyPr wrap="square" lIns="0" tIns="0" rIns="0" bIns="0" anchor="t">
            <a:noAutofit/>
          </a:bodyPr>
          <a:lstStyle>
            <a:lvl1pPr marL="0" indent="0" algn="ctr">
              <a:spcBef>
                <a:spcPts val="0"/>
              </a:spcBef>
              <a:spcAft>
                <a:spcPts val="0"/>
              </a:spcAft>
              <a:buNone/>
              <a:defRPr sz="1200" b="0">
                <a:solidFill>
                  <a:schemeClr val="tx1">
                    <a:lumMod val="75000"/>
                    <a:lumOff val="25000"/>
                  </a:schemeClr>
                </a:solidFill>
                <a:latin typeface="+mn-lt"/>
              </a:defRPr>
            </a:lvl1pPr>
          </a:lstStyle>
          <a:p>
            <a:pPr lvl="0"/>
            <a:r>
              <a:rPr lang="en-US" noProof="0"/>
              <a:t>Description</a:t>
            </a:r>
          </a:p>
        </p:txBody>
      </p:sp>
      <p:sp>
        <p:nvSpPr>
          <p:cNvPr id="19" name="Picture Placeholder 8">
            <a:extLst>
              <a:ext uri="{FF2B5EF4-FFF2-40B4-BE49-F238E27FC236}">
                <a16:creationId xmlns:a16="http://schemas.microsoft.com/office/drawing/2014/main" id="{DC756ECA-27F0-4309-A411-2021931A3A4F}"/>
              </a:ext>
              <a:ext uri="{C183D7F6-B498-43B3-948B-1728B52AA6E4}">
                <adec:decorative xmlns="" xmlns:adec="http://schemas.microsoft.com/office/drawing/2017/decorative" val="1"/>
              </a:ext>
            </a:extLst>
          </p:cNvPr>
          <p:cNvSpPr>
            <a:spLocks noGrp="1"/>
          </p:cNvSpPr>
          <p:nvPr>
            <p:ph type="pic" sz="quarter" idx="27" hasCustomPrompt="1"/>
          </p:nvPr>
        </p:nvSpPr>
        <p:spPr>
          <a:xfrm>
            <a:off x="2881529" y="3865629"/>
            <a:ext cx="1005836" cy="1005836"/>
          </a:xfrm>
          <a:prstGeom prst="ellipse">
            <a:avLst/>
          </a:prstGeom>
          <a:solidFill>
            <a:schemeClr val="bg1"/>
          </a:solidFill>
          <a:effectLst>
            <a:outerShdw blurRad="50800" dist="38100" dir="2700000" algn="tl" rotWithShape="0">
              <a:prstClr val="black">
                <a:alpha val="40000"/>
              </a:prstClr>
            </a:outerShdw>
          </a:effectLst>
        </p:spPr>
        <p:txBody>
          <a:bodyPr lIns="0" rIns="0" anchor="ctr">
            <a:normAutofit/>
          </a:bodyPr>
          <a:lstStyle>
            <a:lvl1pPr marL="0" indent="0" algn="ctr">
              <a:buNone/>
              <a:defRPr sz="1200">
                <a:solidFill>
                  <a:schemeClr val="bg1">
                    <a:lumMod val="50000"/>
                  </a:schemeClr>
                </a:solidFill>
              </a:defRPr>
            </a:lvl1pPr>
          </a:lstStyle>
          <a:p>
            <a:r>
              <a:rPr lang="en-US" noProof="0" dirty="0"/>
              <a:t>Insert Image</a:t>
            </a:r>
          </a:p>
        </p:txBody>
      </p:sp>
      <p:sp>
        <p:nvSpPr>
          <p:cNvPr id="20" name="Text Placeholder 7">
            <a:extLst>
              <a:ext uri="{FF2B5EF4-FFF2-40B4-BE49-F238E27FC236}">
                <a16:creationId xmlns:a16="http://schemas.microsoft.com/office/drawing/2014/main" id="{BCC1B1EE-9270-494A-B26E-3E810517012E}"/>
              </a:ext>
            </a:extLst>
          </p:cNvPr>
          <p:cNvSpPr>
            <a:spLocks noGrp="1"/>
          </p:cNvSpPr>
          <p:nvPr>
            <p:ph type="body" sz="quarter" idx="28" hasCustomPrompt="1"/>
          </p:nvPr>
        </p:nvSpPr>
        <p:spPr>
          <a:xfrm>
            <a:off x="2590800" y="5114385"/>
            <a:ext cx="1587295" cy="166199"/>
          </a:xfrm>
          <a:noFill/>
        </p:spPr>
        <p:txBody>
          <a:bodyPr wrap="square" lIns="0" tIns="0" rIns="0" bIns="0" anchor="ctr">
            <a:noAutofit/>
          </a:bodyPr>
          <a:lstStyle>
            <a:lvl1pPr marL="0" indent="0" algn="ctr">
              <a:spcBef>
                <a:spcPts val="0"/>
              </a:spcBef>
              <a:spcAft>
                <a:spcPts val="0"/>
              </a:spcAft>
              <a:buNone/>
              <a:defRPr sz="1200" b="1">
                <a:solidFill>
                  <a:schemeClr val="accent1"/>
                </a:solidFill>
                <a:latin typeface="+mn-lt"/>
              </a:defRPr>
            </a:lvl1pPr>
          </a:lstStyle>
          <a:p>
            <a:pPr lvl="0"/>
            <a:r>
              <a:rPr lang="en-US" noProof="0"/>
              <a:t>NAME</a:t>
            </a:r>
          </a:p>
        </p:txBody>
      </p:sp>
      <p:sp>
        <p:nvSpPr>
          <p:cNvPr id="21" name="Text Placeholder 7">
            <a:extLst>
              <a:ext uri="{FF2B5EF4-FFF2-40B4-BE49-F238E27FC236}">
                <a16:creationId xmlns:a16="http://schemas.microsoft.com/office/drawing/2014/main" id="{621D9997-09EF-468A-A3A6-7C2705CF1757}"/>
              </a:ext>
            </a:extLst>
          </p:cNvPr>
          <p:cNvSpPr>
            <a:spLocks noGrp="1"/>
          </p:cNvSpPr>
          <p:nvPr>
            <p:ph type="body" sz="quarter" idx="29" hasCustomPrompt="1"/>
          </p:nvPr>
        </p:nvSpPr>
        <p:spPr>
          <a:xfrm>
            <a:off x="2590800" y="5346798"/>
            <a:ext cx="1587295" cy="166199"/>
          </a:xfrm>
          <a:noFill/>
        </p:spPr>
        <p:txBody>
          <a:bodyPr wrap="square" lIns="0" tIns="0" rIns="0" bIns="0" anchor="t">
            <a:noAutofit/>
          </a:bodyPr>
          <a:lstStyle>
            <a:lvl1pPr marL="0" indent="0" algn="ctr">
              <a:spcBef>
                <a:spcPts val="0"/>
              </a:spcBef>
              <a:spcAft>
                <a:spcPts val="0"/>
              </a:spcAft>
              <a:buNone/>
              <a:defRPr sz="1200" b="0">
                <a:solidFill>
                  <a:schemeClr val="tx1">
                    <a:lumMod val="75000"/>
                    <a:lumOff val="25000"/>
                  </a:schemeClr>
                </a:solidFill>
                <a:latin typeface="+mn-lt"/>
              </a:defRPr>
            </a:lvl1pPr>
          </a:lstStyle>
          <a:p>
            <a:pPr lvl="0"/>
            <a:r>
              <a:rPr lang="en-US" noProof="0"/>
              <a:t>Description</a:t>
            </a:r>
          </a:p>
        </p:txBody>
      </p:sp>
      <p:sp>
        <p:nvSpPr>
          <p:cNvPr id="22" name="Picture Placeholder 8">
            <a:extLst>
              <a:ext uri="{FF2B5EF4-FFF2-40B4-BE49-F238E27FC236}">
                <a16:creationId xmlns:a16="http://schemas.microsoft.com/office/drawing/2014/main" id="{CC2A50A3-3A8F-469D-B16E-A06FD4C2A978}"/>
              </a:ext>
              <a:ext uri="{C183D7F6-B498-43B3-948B-1728B52AA6E4}">
                <adec:decorative xmlns="" xmlns:adec="http://schemas.microsoft.com/office/drawing/2017/decorative" val="1"/>
              </a:ext>
            </a:extLst>
          </p:cNvPr>
          <p:cNvSpPr>
            <a:spLocks noGrp="1"/>
          </p:cNvSpPr>
          <p:nvPr>
            <p:ph type="pic" sz="quarter" idx="30" hasCustomPrompt="1"/>
          </p:nvPr>
        </p:nvSpPr>
        <p:spPr>
          <a:xfrm>
            <a:off x="4691279" y="3865629"/>
            <a:ext cx="1005836" cy="1005836"/>
          </a:xfrm>
          <a:prstGeom prst="ellipse">
            <a:avLst/>
          </a:prstGeom>
          <a:solidFill>
            <a:schemeClr val="bg1"/>
          </a:solidFill>
          <a:effectLst>
            <a:outerShdw blurRad="50800" dist="38100" dir="2700000" algn="tl" rotWithShape="0">
              <a:prstClr val="black">
                <a:alpha val="40000"/>
              </a:prstClr>
            </a:outerShdw>
          </a:effectLst>
        </p:spPr>
        <p:txBody>
          <a:bodyPr lIns="0" rIns="0" anchor="ctr">
            <a:normAutofit/>
          </a:bodyPr>
          <a:lstStyle>
            <a:lvl1pPr marL="0" indent="0" algn="ctr">
              <a:buNone/>
              <a:defRPr sz="1200">
                <a:solidFill>
                  <a:schemeClr val="bg1">
                    <a:lumMod val="50000"/>
                  </a:schemeClr>
                </a:solidFill>
              </a:defRPr>
            </a:lvl1pPr>
          </a:lstStyle>
          <a:p>
            <a:r>
              <a:rPr lang="en-US" noProof="0" dirty="0"/>
              <a:t>Insert Image</a:t>
            </a:r>
          </a:p>
        </p:txBody>
      </p:sp>
      <p:sp>
        <p:nvSpPr>
          <p:cNvPr id="23" name="Text Placeholder 7">
            <a:extLst>
              <a:ext uri="{FF2B5EF4-FFF2-40B4-BE49-F238E27FC236}">
                <a16:creationId xmlns:a16="http://schemas.microsoft.com/office/drawing/2014/main" id="{065EDDEE-214F-4148-8B8C-0BA5AEF7658A}"/>
              </a:ext>
            </a:extLst>
          </p:cNvPr>
          <p:cNvSpPr>
            <a:spLocks noGrp="1"/>
          </p:cNvSpPr>
          <p:nvPr>
            <p:ph type="body" sz="quarter" idx="31" hasCustomPrompt="1"/>
          </p:nvPr>
        </p:nvSpPr>
        <p:spPr>
          <a:xfrm>
            <a:off x="4400550" y="5114385"/>
            <a:ext cx="1587295" cy="166199"/>
          </a:xfrm>
          <a:noFill/>
        </p:spPr>
        <p:txBody>
          <a:bodyPr wrap="square" lIns="0" tIns="0" rIns="0" bIns="0" anchor="ctr">
            <a:noAutofit/>
          </a:bodyPr>
          <a:lstStyle>
            <a:lvl1pPr marL="0" indent="0" algn="ctr">
              <a:spcBef>
                <a:spcPts val="0"/>
              </a:spcBef>
              <a:spcAft>
                <a:spcPts val="0"/>
              </a:spcAft>
              <a:buNone/>
              <a:defRPr sz="1200" b="1">
                <a:solidFill>
                  <a:schemeClr val="accent1"/>
                </a:solidFill>
                <a:latin typeface="+mn-lt"/>
              </a:defRPr>
            </a:lvl1pPr>
          </a:lstStyle>
          <a:p>
            <a:pPr lvl="0"/>
            <a:r>
              <a:rPr lang="en-US" noProof="0"/>
              <a:t>NAME</a:t>
            </a:r>
          </a:p>
        </p:txBody>
      </p:sp>
      <p:sp>
        <p:nvSpPr>
          <p:cNvPr id="24" name="Text Placeholder 7">
            <a:extLst>
              <a:ext uri="{FF2B5EF4-FFF2-40B4-BE49-F238E27FC236}">
                <a16:creationId xmlns:a16="http://schemas.microsoft.com/office/drawing/2014/main" id="{520C0E2F-F27A-44AC-BB9A-74F62BEC5752}"/>
              </a:ext>
            </a:extLst>
          </p:cNvPr>
          <p:cNvSpPr>
            <a:spLocks noGrp="1"/>
          </p:cNvSpPr>
          <p:nvPr>
            <p:ph type="body" sz="quarter" idx="32" hasCustomPrompt="1"/>
          </p:nvPr>
        </p:nvSpPr>
        <p:spPr>
          <a:xfrm>
            <a:off x="4400550" y="5346798"/>
            <a:ext cx="1587295" cy="166199"/>
          </a:xfrm>
          <a:noFill/>
        </p:spPr>
        <p:txBody>
          <a:bodyPr wrap="square" lIns="0" tIns="0" rIns="0" bIns="0" anchor="t">
            <a:noAutofit/>
          </a:bodyPr>
          <a:lstStyle>
            <a:lvl1pPr marL="0" indent="0" algn="ctr">
              <a:spcBef>
                <a:spcPts val="0"/>
              </a:spcBef>
              <a:spcAft>
                <a:spcPts val="0"/>
              </a:spcAft>
              <a:buNone/>
              <a:defRPr sz="1200" b="0">
                <a:solidFill>
                  <a:schemeClr val="tx1">
                    <a:lumMod val="75000"/>
                    <a:lumOff val="25000"/>
                  </a:schemeClr>
                </a:solidFill>
                <a:latin typeface="+mn-lt"/>
              </a:defRPr>
            </a:lvl1pPr>
          </a:lstStyle>
          <a:p>
            <a:pPr lvl="0"/>
            <a:r>
              <a:rPr lang="en-US" noProof="0"/>
              <a:t>Description</a:t>
            </a:r>
          </a:p>
        </p:txBody>
      </p:sp>
      <p:sp>
        <p:nvSpPr>
          <p:cNvPr id="25" name="Picture Placeholder 8">
            <a:extLst>
              <a:ext uri="{FF2B5EF4-FFF2-40B4-BE49-F238E27FC236}">
                <a16:creationId xmlns:a16="http://schemas.microsoft.com/office/drawing/2014/main" id="{ADC5446D-3469-43DA-ACE3-2AEC5B90384E}"/>
              </a:ext>
              <a:ext uri="{C183D7F6-B498-43B3-948B-1728B52AA6E4}">
                <adec:decorative xmlns="" xmlns:adec="http://schemas.microsoft.com/office/drawing/2017/decorative" val="1"/>
              </a:ext>
            </a:extLst>
          </p:cNvPr>
          <p:cNvSpPr>
            <a:spLocks noGrp="1"/>
          </p:cNvSpPr>
          <p:nvPr>
            <p:ph type="pic" sz="quarter" idx="33" hasCustomPrompt="1"/>
          </p:nvPr>
        </p:nvSpPr>
        <p:spPr>
          <a:xfrm>
            <a:off x="6501029" y="3865629"/>
            <a:ext cx="1005836" cy="1005836"/>
          </a:xfrm>
          <a:prstGeom prst="ellipse">
            <a:avLst/>
          </a:prstGeom>
          <a:solidFill>
            <a:schemeClr val="bg1"/>
          </a:solidFill>
          <a:effectLst>
            <a:outerShdw blurRad="50800" dist="38100" dir="2700000" algn="tl" rotWithShape="0">
              <a:prstClr val="black">
                <a:alpha val="40000"/>
              </a:prstClr>
            </a:outerShdw>
          </a:effectLst>
        </p:spPr>
        <p:txBody>
          <a:bodyPr lIns="0" rIns="0" anchor="ctr">
            <a:normAutofit/>
          </a:bodyPr>
          <a:lstStyle>
            <a:lvl1pPr marL="0" indent="0" algn="ctr">
              <a:buNone/>
              <a:defRPr sz="1200">
                <a:solidFill>
                  <a:schemeClr val="bg1">
                    <a:lumMod val="50000"/>
                  </a:schemeClr>
                </a:solidFill>
              </a:defRPr>
            </a:lvl1pPr>
          </a:lstStyle>
          <a:p>
            <a:r>
              <a:rPr lang="en-US" noProof="0" dirty="0"/>
              <a:t>Insert Image</a:t>
            </a:r>
          </a:p>
        </p:txBody>
      </p:sp>
      <p:sp>
        <p:nvSpPr>
          <p:cNvPr id="26" name="Text Placeholder 7">
            <a:extLst>
              <a:ext uri="{FF2B5EF4-FFF2-40B4-BE49-F238E27FC236}">
                <a16:creationId xmlns:a16="http://schemas.microsoft.com/office/drawing/2014/main" id="{4BF91944-817D-4080-9FC7-1C01D3C52F74}"/>
              </a:ext>
            </a:extLst>
          </p:cNvPr>
          <p:cNvSpPr>
            <a:spLocks noGrp="1"/>
          </p:cNvSpPr>
          <p:nvPr>
            <p:ph type="body" sz="quarter" idx="34" hasCustomPrompt="1"/>
          </p:nvPr>
        </p:nvSpPr>
        <p:spPr>
          <a:xfrm>
            <a:off x="6210300" y="5114385"/>
            <a:ext cx="1587295" cy="166199"/>
          </a:xfrm>
          <a:noFill/>
        </p:spPr>
        <p:txBody>
          <a:bodyPr wrap="square" lIns="0" tIns="0" rIns="0" bIns="0" anchor="ctr">
            <a:noAutofit/>
          </a:bodyPr>
          <a:lstStyle>
            <a:lvl1pPr marL="0" indent="0" algn="ctr">
              <a:spcBef>
                <a:spcPts val="0"/>
              </a:spcBef>
              <a:spcAft>
                <a:spcPts val="0"/>
              </a:spcAft>
              <a:buNone/>
              <a:defRPr sz="1200" b="1">
                <a:solidFill>
                  <a:schemeClr val="accent1"/>
                </a:solidFill>
                <a:latin typeface="+mn-lt"/>
              </a:defRPr>
            </a:lvl1pPr>
          </a:lstStyle>
          <a:p>
            <a:pPr lvl="0"/>
            <a:r>
              <a:rPr lang="en-US" noProof="0"/>
              <a:t>NAME</a:t>
            </a:r>
          </a:p>
        </p:txBody>
      </p:sp>
      <p:sp>
        <p:nvSpPr>
          <p:cNvPr id="27" name="Text Placeholder 7">
            <a:extLst>
              <a:ext uri="{FF2B5EF4-FFF2-40B4-BE49-F238E27FC236}">
                <a16:creationId xmlns:a16="http://schemas.microsoft.com/office/drawing/2014/main" id="{B6FC5678-B04A-4631-9DFF-776737E9C8AC}"/>
              </a:ext>
            </a:extLst>
          </p:cNvPr>
          <p:cNvSpPr>
            <a:spLocks noGrp="1"/>
          </p:cNvSpPr>
          <p:nvPr>
            <p:ph type="body" sz="quarter" idx="35" hasCustomPrompt="1"/>
          </p:nvPr>
        </p:nvSpPr>
        <p:spPr>
          <a:xfrm>
            <a:off x="6210300" y="5346798"/>
            <a:ext cx="1587295" cy="166199"/>
          </a:xfrm>
          <a:noFill/>
        </p:spPr>
        <p:txBody>
          <a:bodyPr wrap="square" lIns="0" tIns="0" rIns="0" bIns="0" anchor="t">
            <a:noAutofit/>
          </a:bodyPr>
          <a:lstStyle>
            <a:lvl1pPr marL="0" indent="0" algn="ctr">
              <a:spcBef>
                <a:spcPts val="0"/>
              </a:spcBef>
              <a:spcAft>
                <a:spcPts val="0"/>
              </a:spcAft>
              <a:buNone/>
              <a:defRPr sz="1200" b="0">
                <a:solidFill>
                  <a:schemeClr val="tx1">
                    <a:lumMod val="75000"/>
                    <a:lumOff val="25000"/>
                  </a:schemeClr>
                </a:solidFill>
                <a:latin typeface="+mn-lt"/>
              </a:defRPr>
            </a:lvl1pPr>
          </a:lstStyle>
          <a:p>
            <a:pPr lvl="0"/>
            <a:r>
              <a:rPr lang="en-US" noProof="0"/>
              <a:t>Description</a:t>
            </a:r>
          </a:p>
        </p:txBody>
      </p:sp>
      <p:sp>
        <p:nvSpPr>
          <p:cNvPr id="28" name="Picture Placeholder 8">
            <a:extLst>
              <a:ext uri="{FF2B5EF4-FFF2-40B4-BE49-F238E27FC236}">
                <a16:creationId xmlns:a16="http://schemas.microsoft.com/office/drawing/2014/main" id="{BF024C2A-A070-4BF1-BA78-8FDD47DED455}"/>
              </a:ext>
              <a:ext uri="{C183D7F6-B498-43B3-948B-1728B52AA6E4}">
                <adec:decorative xmlns="" xmlns:adec="http://schemas.microsoft.com/office/drawing/2017/decorative" val="1"/>
              </a:ext>
            </a:extLst>
          </p:cNvPr>
          <p:cNvSpPr>
            <a:spLocks noGrp="1"/>
          </p:cNvSpPr>
          <p:nvPr>
            <p:ph type="pic" sz="quarter" idx="36" hasCustomPrompt="1"/>
          </p:nvPr>
        </p:nvSpPr>
        <p:spPr>
          <a:xfrm>
            <a:off x="8308140" y="3865629"/>
            <a:ext cx="1005836" cy="1005836"/>
          </a:xfrm>
          <a:prstGeom prst="ellipse">
            <a:avLst/>
          </a:prstGeom>
          <a:solidFill>
            <a:schemeClr val="bg1"/>
          </a:solidFill>
          <a:effectLst>
            <a:outerShdw blurRad="50800" dist="38100" dir="2700000" algn="tl" rotWithShape="0">
              <a:prstClr val="black">
                <a:alpha val="40000"/>
              </a:prstClr>
            </a:outerShdw>
          </a:effectLst>
        </p:spPr>
        <p:txBody>
          <a:bodyPr lIns="0" rIns="0" anchor="ctr">
            <a:normAutofit/>
          </a:bodyPr>
          <a:lstStyle>
            <a:lvl1pPr marL="0" indent="0" algn="ctr">
              <a:buNone/>
              <a:defRPr sz="1200">
                <a:solidFill>
                  <a:schemeClr val="bg1">
                    <a:lumMod val="50000"/>
                  </a:schemeClr>
                </a:solidFill>
              </a:defRPr>
            </a:lvl1pPr>
          </a:lstStyle>
          <a:p>
            <a:r>
              <a:rPr lang="en-US" noProof="0" dirty="0"/>
              <a:t>Insert Image</a:t>
            </a:r>
          </a:p>
        </p:txBody>
      </p:sp>
      <p:sp>
        <p:nvSpPr>
          <p:cNvPr id="29" name="Text Placeholder 7">
            <a:extLst>
              <a:ext uri="{FF2B5EF4-FFF2-40B4-BE49-F238E27FC236}">
                <a16:creationId xmlns:a16="http://schemas.microsoft.com/office/drawing/2014/main" id="{72D75690-3F0F-4257-84B4-90CB4E6BB7EA}"/>
              </a:ext>
            </a:extLst>
          </p:cNvPr>
          <p:cNvSpPr>
            <a:spLocks noGrp="1"/>
          </p:cNvSpPr>
          <p:nvPr>
            <p:ph type="body" sz="quarter" idx="37" hasCustomPrompt="1"/>
          </p:nvPr>
        </p:nvSpPr>
        <p:spPr>
          <a:xfrm>
            <a:off x="8017411" y="5114385"/>
            <a:ext cx="1587295" cy="166199"/>
          </a:xfrm>
          <a:noFill/>
        </p:spPr>
        <p:txBody>
          <a:bodyPr wrap="square" lIns="0" tIns="0" rIns="0" bIns="0" anchor="ctr">
            <a:noAutofit/>
          </a:bodyPr>
          <a:lstStyle>
            <a:lvl1pPr marL="0" indent="0" algn="ctr">
              <a:spcBef>
                <a:spcPts val="0"/>
              </a:spcBef>
              <a:spcAft>
                <a:spcPts val="0"/>
              </a:spcAft>
              <a:buNone/>
              <a:defRPr sz="1200" b="1">
                <a:solidFill>
                  <a:schemeClr val="accent1"/>
                </a:solidFill>
                <a:latin typeface="+mn-lt"/>
              </a:defRPr>
            </a:lvl1pPr>
          </a:lstStyle>
          <a:p>
            <a:pPr lvl="0"/>
            <a:r>
              <a:rPr lang="en-US" noProof="0"/>
              <a:t>NAME</a:t>
            </a:r>
          </a:p>
        </p:txBody>
      </p:sp>
      <p:sp>
        <p:nvSpPr>
          <p:cNvPr id="30" name="Text Placeholder 7">
            <a:extLst>
              <a:ext uri="{FF2B5EF4-FFF2-40B4-BE49-F238E27FC236}">
                <a16:creationId xmlns:a16="http://schemas.microsoft.com/office/drawing/2014/main" id="{FC3E89DF-7D8F-458A-910F-B06B607998AF}"/>
              </a:ext>
            </a:extLst>
          </p:cNvPr>
          <p:cNvSpPr>
            <a:spLocks noGrp="1"/>
          </p:cNvSpPr>
          <p:nvPr>
            <p:ph type="body" sz="quarter" idx="38" hasCustomPrompt="1"/>
          </p:nvPr>
        </p:nvSpPr>
        <p:spPr>
          <a:xfrm>
            <a:off x="8017411" y="5346798"/>
            <a:ext cx="1587295" cy="166199"/>
          </a:xfrm>
          <a:noFill/>
        </p:spPr>
        <p:txBody>
          <a:bodyPr wrap="square" lIns="0" tIns="0" rIns="0" bIns="0" anchor="t">
            <a:noAutofit/>
          </a:bodyPr>
          <a:lstStyle>
            <a:lvl1pPr marL="0" indent="0" algn="ctr">
              <a:spcBef>
                <a:spcPts val="0"/>
              </a:spcBef>
              <a:spcAft>
                <a:spcPts val="0"/>
              </a:spcAft>
              <a:buNone/>
              <a:defRPr sz="1200" b="0">
                <a:solidFill>
                  <a:schemeClr val="tx1">
                    <a:lumMod val="75000"/>
                    <a:lumOff val="25000"/>
                  </a:schemeClr>
                </a:solidFill>
                <a:latin typeface="+mn-lt"/>
              </a:defRPr>
            </a:lvl1pPr>
          </a:lstStyle>
          <a:p>
            <a:pPr lvl="0"/>
            <a:r>
              <a:rPr lang="en-US" noProof="0"/>
              <a:t>Description</a:t>
            </a:r>
          </a:p>
        </p:txBody>
      </p:sp>
      <p:sp>
        <p:nvSpPr>
          <p:cNvPr id="31" name="Picture Placeholder 8">
            <a:extLst>
              <a:ext uri="{FF2B5EF4-FFF2-40B4-BE49-F238E27FC236}">
                <a16:creationId xmlns:a16="http://schemas.microsoft.com/office/drawing/2014/main" id="{49030BC1-7B5E-4BBD-AB44-8615DCFD46B7}"/>
              </a:ext>
              <a:ext uri="{C183D7F6-B498-43B3-948B-1728B52AA6E4}">
                <adec:decorative xmlns="" xmlns:adec="http://schemas.microsoft.com/office/drawing/2017/decorative" val="1"/>
              </a:ext>
            </a:extLst>
          </p:cNvPr>
          <p:cNvSpPr>
            <a:spLocks noGrp="1"/>
          </p:cNvSpPr>
          <p:nvPr>
            <p:ph type="pic" sz="quarter" idx="39" hasCustomPrompt="1"/>
          </p:nvPr>
        </p:nvSpPr>
        <p:spPr>
          <a:xfrm>
            <a:off x="10115251" y="3865629"/>
            <a:ext cx="1005836" cy="1005836"/>
          </a:xfrm>
          <a:prstGeom prst="ellipse">
            <a:avLst/>
          </a:prstGeom>
          <a:solidFill>
            <a:schemeClr val="bg1"/>
          </a:solidFill>
          <a:effectLst>
            <a:outerShdw blurRad="50800" dist="38100" dir="2700000" algn="tl" rotWithShape="0">
              <a:prstClr val="black">
                <a:alpha val="40000"/>
              </a:prstClr>
            </a:outerShdw>
          </a:effectLst>
        </p:spPr>
        <p:txBody>
          <a:bodyPr lIns="0" rIns="0" anchor="ctr">
            <a:normAutofit/>
          </a:bodyPr>
          <a:lstStyle>
            <a:lvl1pPr marL="0" indent="0" algn="ctr">
              <a:buNone/>
              <a:defRPr sz="1200">
                <a:solidFill>
                  <a:schemeClr val="bg1">
                    <a:lumMod val="50000"/>
                  </a:schemeClr>
                </a:solidFill>
              </a:defRPr>
            </a:lvl1pPr>
          </a:lstStyle>
          <a:p>
            <a:r>
              <a:rPr lang="en-US" noProof="0" dirty="0"/>
              <a:t>Insert Image</a:t>
            </a:r>
          </a:p>
        </p:txBody>
      </p:sp>
      <p:sp>
        <p:nvSpPr>
          <p:cNvPr id="32" name="Text Placeholder 7">
            <a:extLst>
              <a:ext uri="{FF2B5EF4-FFF2-40B4-BE49-F238E27FC236}">
                <a16:creationId xmlns:a16="http://schemas.microsoft.com/office/drawing/2014/main" id="{10ED1CED-11B2-4927-93A4-CE47939F0AEC}"/>
              </a:ext>
            </a:extLst>
          </p:cNvPr>
          <p:cNvSpPr>
            <a:spLocks noGrp="1"/>
          </p:cNvSpPr>
          <p:nvPr>
            <p:ph type="body" sz="quarter" idx="40" hasCustomPrompt="1"/>
          </p:nvPr>
        </p:nvSpPr>
        <p:spPr>
          <a:xfrm>
            <a:off x="9824522" y="5114385"/>
            <a:ext cx="1587295" cy="166199"/>
          </a:xfrm>
          <a:noFill/>
        </p:spPr>
        <p:txBody>
          <a:bodyPr wrap="square" lIns="0" tIns="0" rIns="0" bIns="0" anchor="ctr">
            <a:noAutofit/>
          </a:bodyPr>
          <a:lstStyle>
            <a:lvl1pPr marL="0" indent="0" algn="ctr">
              <a:spcBef>
                <a:spcPts val="0"/>
              </a:spcBef>
              <a:spcAft>
                <a:spcPts val="0"/>
              </a:spcAft>
              <a:buNone/>
              <a:defRPr sz="1200" b="1">
                <a:solidFill>
                  <a:schemeClr val="accent1"/>
                </a:solidFill>
                <a:latin typeface="+mn-lt"/>
              </a:defRPr>
            </a:lvl1pPr>
          </a:lstStyle>
          <a:p>
            <a:pPr lvl="0"/>
            <a:r>
              <a:rPr lang="en-US" noProof="0"/>
              <a:t>NAME</a:t>
            </a:r>
          </a:p>
        </p:txBody>
      </p:sp>
      <p:sp>
        <p:nvSpPr>
          <p:cNvPr id="33" name="Text Placeholder 7">
            <a:extLst>
              <a:ext uri="{FF2B5EF4-FFF2-40B4-BE49-F238E27FC236}">
                <a16:creationId xmlns:a16="http://schemas.microsoft.com/office/drawing/2014/main" id="{39E2E141-317E-41F9-853F-B96493C8FB9B}"/>
              </a:ext>
            </a:extLst>
          </p:cNvPr>
          <p:cNvSpPr>
            <a:spLocks noGrp="1"/>
          </p:cNvSpPr>
          <p:nvPr>
            <p:ph type="body" sz="quarter" idx="41" hasCustomPrompt="1"/>
          </p:nvPr>
        </p:nvSpPr>
        <p:spPr>
          <a:xfrm>
            <a:off x="9824522" y="5346798"/>
            <a:ext cx="1587295" cy="166199"/>
          </a:xfrm>
          <a:noFill/>
        </p:spPr>
        <p:txBody>
          <a:bodyPr wrap="square" lIns="0" tIns="0" rIns="0" bIns="0" anchor="t">
            <a:noAutofit/>
          </a:bodyPr>
          <a:lstStyle>
            <a:lvl1pPr marL="0" indent="0" algn="ctr">
              <a:spcBef>
                <a:spcPts val="0"/>
              </a:spcBef>
              <a:spcAft>
                <a:spcPts val="0"/>
              </a:spcAft>
              <a:buNone/>
              <a:defRPr sz="1200" b="0">
                <a:solidFill>
                  <a:schemeClr val="tx1">
                    <a:lumMod val="75000"/>
                    <a:lumOff val="25000"/>
                  </a:schemeClr>
                </a:solidFill>
                <a:latin typeface="+mn-lt"/>
              </a:defRPr>
            </a:lvl1pPr>
          </a:lstStyle>
          <a:p>
            <a:pPr lvl="0"/>
            <a:r>
              <a:rPr lang="en-US" noProof="0"/>
              <a:t>Description</a:t>
            </a:r>
          </a:p>
        </p:txBody>
      </p:sp>
    </p:spTree>
    <p:extLst>
      <p:ext uri="{BB962C8B-B14F-4D97-AF65-F5344CB8AC3E}">
        <p14:creationId xmlns:p14="http://schemas.microsoft.com/office/powerpoint/2010/main" val="1743737781"/>
      </p:ext>
    </p:extLst>
  </p:cSld>
  <p:clrMapOvr>
    <a:masterClrMapping/>
  </p:clrMapOvr>
  <p:extLst>
    <p:ext uri="{DCECCB84-F9BA-43D5-87BE-67443E8EF086}">
      <p15:sldGuideLst xmlns:p15="http://schemas.microsoft.com/office/powerpoint/2012/main">
        <p15:guide id="1" orient="horz" pos="2160">
          <p15:clr>
            <a:srgbClr val="FBAE40"/>
          </p15:clr>
        </p15:guide>
        <p15:guide id="2" orient="horz" pos="720">
          <p15:clr>
            <a:srgbClr val="FBAE40"/>
          </p15:clr>
        </p15:guide>
      </p15:sldGuideLst>
    </p:ext>
  </p:extLst>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TITLE ONLY_Org Chart 12">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0B42CCEE-B750-4EF9-BAE5-217844AE7456}"/>
              </a:ext>
              <a:ext uri="{C183D7F6-B498-43B3-948B-1728B52AA6E4}">
                <adec:decorative xmlns="" xmlns:adec="http://schemas.microsoft.com/office/drawing/2017/decorative" val="1"/>
              </a:ext>
            </a:extLst>
          </p:cNvPr>
          <p:cNvSpPr/>
          <p:nvPr userDrawn="1"/>
        </p:nvSpPr>
        <p:spPr>
          <a:xfrm>
            <a:off x="0" y="0"/>
            <a:ext cx="12192000" cy="11297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9015F2E0-A9EE-4095-8DFC-C3BBA80FAEEE}"/>
              </a:ext>
            </a:extLst>
          </p:cNvPr>
          <p:cNvSpPr>
            <a:spLocks noGrp="1"/>
          </p:cNvSpPr>
          <p:nvPr>
            <p:ph type="title"/>
          </p:nvPr>
        </p:nvSpPr>
        <p:spPr>
          <a:xfrm>
            <a:off x="548640" y="990600"/>
            <a:ext cx="10805160" cy="707886"/>
          </a:xfrm>
        </p:spPr>
        <p:txBody>
          <a:bodyPr lIns="91440" anchor="t">
            <a:normAutofit/>
          </a:bodyPr>
          <a:lstStyle>
            <a:lvl1pPr>
              <a:lnSpc>
                <a:spcPct val="100000"/>
              </a:lnSpc>
              <a:defRPr sz="4000" b="0">
                <a:latin typeface="+mj-lt"/>
              </a:defRPr>
            </a:lvl1pPr>
          </a:lstStyle>
          <a:p>
            <a:r>
              <a:rPr lang="en-US" noProof="0" smtClean="0"/>
              <a:t>Click to edit Master title style</a:t>
            </a:r>
            <a:endParaRPr lang="en-US" noProof="0"/>
          </a:p>
        </p:txBody>
      </p:sp>
      <p:sp>
        <p:nvSpPr>
          <p:cNvPr id="13" name="Slide Number Placeholder 5">
            <a:extLst>
              <a:ext uri="{FF2B5EF4-FFF2-40B4-BE49-F238E27FC236}">
                <a16:creationId xmlns:a16="http://schemas.microsoft.com/office/drawing/2014/main" id="{2DBF2FB3-2A18-4DFA-BE67-CBEB450840A4}"/>
              </a:ext>
            </a:extLst>
          </p:cNvPr>
          <p:cNvSpPr>
            <a:spLocks noGrp="1"/>
          </p:cNvSpPr>
          <p:nvPr>
            <p:ph type="sldNum" sz="quarter" idx="4"/>
          </p:nvPr>
        </p:nvSpPr>
        <p:spPr>
          <a:xfrm>
            <a:off x="628788" y="6339840"/>
            <a:ext cx="302281" cy="365760"/>
          </a:xfrm>
          <a:prstGeom prst="rect">
            <a:avLst/>
          </a:prstGeom>
          <a:solidFill>
            <a:schemeClr val="bg1">
              <a:alpha val="82000"/>
            </a:schemeClr>
          </a:solidFill>
          <a:ln>
            <a:solidFill>
              <a:schemeClr val="accent2"/>
            </a:solidFill>
          </a:ln>
        </p:spPr>
        <p:txBody>
          <a:bodyPr vert="horz" lIns="0" tIns="45720" rIns="0" bIns="45720" rtlCol="0" anchor="ctr"/>
          <a:lstStyle>
            <a:lvl1pPr algn="ctr">
              <a:defRPr sz="1000">
                <a:solidFill>
                  <a:schemeClr val="tx1">
                    <a:lumMod val="95000"/>
                    <a:lumOff val="5000"/>
                  </a:schemeClr>
                </a:solidFill>
                <a:latin typeface="+mj-lt"/>
              </a:defRPr>
            </a:lvl1pPr>
          </a:lstStyle>
          <a:p>
            <a:fld id="{4FAB73BC-B049-4115-A692-8D63A059BFB8}" type="slidenum">
              <a:rPr lang="en-US" noProof="0" smtClean="0"/>
              <a:pPr/>
              <a:t>‹#›</a:t>
            </a:fld>
            <a:endParaRPr lang="en-US" noProof="0" dirty="0"/>
          </a:p>
        </p:txBody>
      </p:sp>
      <p:sp>
        <p:nvSpPr>
          <p:cNvPr id="9" name="Freeform: Shape 8">
            <a:extLst>
              <a:ext uri="{FF2B5EF4-FFF2-40B4-BE49-F238E27FC236}">
                <a16:creationId xmlns:a16="http://schemas.microsoft.com/office/drawing/2014/main" id="{0CE973A6-10E7-4E33-AA8B-7240F9197012}"/>
              </a:ext>
              <a:ext uri="{C183D7F6-B498-43B3-948B-1728B52AA6E4}">
                <adec:decorative xmlns="" xmlns:adec="http://schemas.microsoft.com/office/drawing/2017/decorative" val="1"/>
              </a:ext>
            </a:extLst>
          </p:cNvPr>
          <p:cNvSpPr/>
          <p:nvPr userDrawn="1"/>
        </p:nvSpPr>
        <p:spPr>
          <a:xfrm>
            <a:off x="0" y="0"/>
            <a:ext cx="8329286" cy="457200"/>
          </a:xfrm>
          <a:custGeom>
            <a:avLst/>
            <a:gdLst>
              <a:gd name="connsiteX0" fmla="*/ 0 w 8329286"/>
              <a:gd name="connsiteY0" fmla="*/ 0 h 457200"/>
              <a:gd name="connsiteX1" fmla="*/ 8329286 w 8329286"/>
              <a:gd name="connsiteY1" fmla="*/ 0 h 457200"/>
              <a:gd name="connsiteX2" fmla="*/ 7982281 w 8329286"/>
              <a:gd name="connsiteY2" fmla="*/ 457200 h 457200"/>
              <a:gd name="connsiteX3" fmla="*/ 0 w 8329286"/>
              <a:gd name="connsiteY3" fmla="*/ 457200 h 457200"/>
            </a:gdLst>
            <a:ahLst/>
            <a:cxnLst>
              <a:cxn ang="0">
                <a:pos x="connsiteX0" y="connsiteY0"/>
              </a:cxn>
              <a:cxn ang="0">
                <a:pos x="connsiteX1" y="connsiteY1"/>
              </a:cxn>
              <a:cxn ang="0">
                <a:pos x="connsiteX2" y="connsiteY2"/>
              </a:cxn>
              <a:cxn ang="0">
                <a:pos x="connsiteX3" y="connsiteY3"/>
              </a:cxn>
            </a:cxnLst>
            <a:rect l="l" t="t" r="r" b="b"/>
            <a:pathLst>
              <a:path w="8329286" h="457200">
                <a:moveTo>
                  <a:pt x="0" y="0"/>
                </a:moveTo>
                <a:lnTo>
                  <a:pt x="8329286" y="0"/>
                </a:lnTo>
                <a:lnTo>
                  <a:pt x="7982281" y="457200"/>
                </a:lnTo>
                <a:lnTo>
                  <a:pt x="0" y="457200"/>
                </a:lnTo>
                <a:close/>
              </a:path>
            </a:pathLst>
          </a:custGeom>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Picture Placeholder 8">
            <a:extLst>
              <a:ext uri="{FF2B5EF4-FFF2-40B4-BE49-F238E27FC236}">
                <a16:creationId xmlns:a16="http://schemas.microsoft.com/office/drawing/2014/main" id="{48934421-B8F7-41B6-9EC4-5E3C497424A8}"/>
              </a:ext>
              <a:ext uri="{C183D7F6-B498-43B3-948B-1728B52AA6E4}">
                <adec:decorative xmlns="" xmlns:adec="http://schemas.microsoft.com/office/drawing/2017/decorative" val="1"/>
              </a:ext>
            </a:extLst>
          </p:cNvPr>
          <p:cNvSpPr>
            <a:spLocks noGrp="1"/>
          </p:cNvSpPr>
          <p:nvPr>
            <p:ph type="pic" sz="quarter" idx="17" hasCustomPrompt="1"/>
          </p:nvPr>
        </p:nvSpPr>
        <p:spPr>
          <a:xfrm>
            <a:off x="4178095" y="1905000"/>
            <a:ext cx="1255400" cy="1255400"/>
          </a:xfrm>
          <a:prstGeom prst="ellipse">
            <a:avLst/>
          </a:prstGeom>
          <a:solidFill>
            <a:schemeClr val="bg1"/>
          </a:solidFill>
          <a:effectLst>
            <a:outerShdw blurRad="50800" dist="38100" dir="2700000" algn="tl" rotWithShape="0">
              <a:prstClr val="black">
                <a:alpha val="40000"/>
              </a:prstClr>
            </a:outerShdw>
          </a:effectLst>
        </p:spPr>
        <p:txBody>
          <a:bodyPr anchor="ctr"/>
          <a:lstStyle>
            <a:lvl1pPr marL="0" indent="0" algn="ctr">
              <a:buNone/>
              <a:defRPr>
                <a:solidFill>
                  <a:schemeClr val="bg1">
                    <a:lumMod val="50000"/>
                  </a:schemeClr>
                </a:solidFill>
              </a:defRPr>
            </a:lvl1pPr>
          </a:lstStyle>
          <a:p>
            <a:r>
              <a:rPr lang="en-US" noProof="0" dirty="0"/>
              <a:t>Insert Image</a:t>
            </a:r>
          </a:p>
        </p:txBody>
      </p:sp>
      <p:sp>
        <p:nvSpPr>
          <p:cNvPr id="10" name="Text Placeholder 7">
            <a:extLst>
              <a:ext uri="{FF2B5EF4-FFF2-40B4-BE49-F238E27FC236}">
                <a16:creationId xmlns:a16="http://schemas.microsoft.com/office/drawing/2014/main" id="{4BACF049-4E3E-418D-9DB0-9D63BDDD25AE}"/>
              </a:ext>
            </a:extLst>
          </p:cNvPr>
          <p:cNvSpPr>
            <a:spLocks noGrp="1"/>
          </p:cNvSpPr>
          <p:nvPr>
            <p:ph type="body" sz="quarter" idx="16" hasCustomPrompt="1"/>
          </p:nvPr>
        </p:nvSpPr>
        <p:spPr>
          <a:xfrm>
            <a:off x="5601136" y="2288331"/>
            <a:ext cx="3108959" cy="290097"/>
          </a:xfrm>
          <a:noFill/>
        </p:spPr>
        <p:txBody>
          <a:bodyPr wrap="square" lIns="91440" rIns="91440" anchor="ctr">
            <a:noAutofit/>
          </a:bodyPr>
          <a:lstStyle>
            <a:lvl1pPr marL="0" indent="0" algn="l">
              <a:spcBef>
                <a:spcPts val="0"/>
              </a:spcBef>
              <a:spcAft>
                <a:spcPts val="0"/>
              </a:spcAft>
              <a:buNone/>
              <a:defRPr sz="1600" b="1">
                <a:solidFill>
                  <a:schemeClr val="tx2"/>
                </a:solidFill>
                <a:latin typeface="+mj-lt"/>
              </a:defRPr>
            </a:lvl1pPr>
          </a:lstStyle>
          <a:p>
            <a:pPr lvl="0"/>
            <a:r>
              <a:rPr lang="en-US" noProof="0"/>
              <a:t>ADD TEXT </a:t>
            </a:r>
          </a:p>
        </p:txBody>
      </p:sp>
      <p:sp>
        <p:nvSpPr>
          <p:cNvPr id="12" name="Text Placeholder 7">
            <a:extLst>
              <a:ext uri="{FF2B5EF4-FFF2-40B4-BE49-F238E27FC236}">
                <a16:creationId xmlns:a16="http://schemas.microsoft.com/office/drawing/2014/main" id="{EFE2AF5B-D21D-4FE5-932F-F2989F6E0116}"/>
              </a:ext>
            </a:extLst>
          </p:cNvPr>
          <p:cNvSpPr>
            <a:spLocks noGrp="1"/>
          </p:cNvSpPr>
          <p:nvPr>
            <p:ph type="body" sz="quarter" idx="18" hasCustomPrompt="1"/>
          </p:nvPr>
        </p:nvSpPr>
        <p:spPr>
          <a:xfrm>
            <a:off x="5601136" y="2566041"/>
            <a:ext cx="3108959" cy="221043"/>
          </a:xfrm>
          <a:noFill/>
        </p:spPr>
        <p:txBody>
          <a:bodyPr wrap="square" lIns="91440" rIns="91440" anchor="t">
            <a:noAutofit/>
          </a:bodyPr>
          <a:lstStyle>
            <a:lvl1pPr marL="0" indent="0" algn="l">
              <a:spcBef>
                <a:spcPts val="0"/>
              </a:spcBef>
              <a:spcAft>
                <a:spcPts val="0"/>
              </a:spcAft>
              <a:buNone/>
              <a:defRPr sz="1200" b="0">
                <a:solidFill>
                  <a:schemeClr val="tx2"/>
                </a:solidFill>
                <a:latin typeface="+mn-lt"/>
              </a:defRPr>
            </a:lvl1pPr>
          </a:lstStyle>
          <a:p>
            <a:pPr lvl="0"/>
            <a:r>
              <a:rPr lang="en-US" noProof="0"/>
              <a:t>Description</a:t>
            </a:r>
          </a:p>
        </p:txBody>
      </p:sp>
      <p:cxnSp>
        <p:nvCxnSpPr>
          <p:cNvPr id="14" name="Straight Connector 13">
            <a:extLst>
              <a:ext uri="{FF2B5EF4-FFF2-40B4-BE49-F238E27FC236}">
                <a16:creationId xmlns:a16="http://schemas.microsoft.com/office/drawing/2014/main" id="{266B4E82-4E92-438C-9DBD-FDAC98DBA804}"/>
              </a:ext>
              <a:ext uri="{C183D7F6-B498-43B3-948B-1728B52AA6E4}">
                <adec:decorative xmlns="" xmlns:adec="http://schemas.microsoft.com/office/drawing/2017/decorative" val="1"/>
              </a:ext>
            </a:extLst>
          </p:cNvPr>
          <p:cNvCxnSpPr>
            <a:cxnSpLocks/>
          </p:cNvCxnSpPr>
          <p:nvPr userDrawn="1"/>
        </p:nvCxnSpPr>
        <p:spPr>
          <a:xfrm rot="16200000">
            <a:off x="6165169" y="-670561"/>
            <a:ext cx="0" cy="8961120"/>
          </a:xfrm>
          <a:prstGeom prst="line">
            <a:avLst/>
          </a:prstGeom>
          <a:ln w="25400">
            <a:solidFill>
              <a:schemeClr val="accent2"/>
            </a:solidFill>
          </a:ln>
        </p:spPr>
        <p:style>
          <a:lnRef idx="1">
            <a:schemeClr val="accent1"/>
          </a:lnRef>
          <a:fillRef idx="0">
            <a:schemeClr val="accent1"/>
          </a:fillRef>
          <a:effectRef idx="0">
            <a:schemeClr val="accent1"/>
          </a:effectRef>
          <a:fontRef idx="minor">
            <a:schemeClr val="tx1"/>
          </a:fontRef>
        </p:style>
      </p:cxnSp>
      <p:sp>
        <p:nvSpPr>
          <p:cNvPr id="16" name="Picture Placeholder 8">
            <a:extLst>
              <a:ext uri="{FF2B5EF4-FFF2-40B4-BE49-F238E27FC236}">
                <a16:creationId xmlns:a16="http://schemas.microsoft.com/office/drawing/2014/main" id="{5C2A05E4-0266-470B-94B6-0EA500EFD52F}"/>
              </a:ext>
              <a:ext uri="{C183D7F6-B498-43B3-948B-1728B52AA6E4}">
                <adec:decorative xmlns="" xmlns:adec="http://schemas.microsoft.com/office/drawing/2017/decorative" val="1"/>
              </a:ext>
            </a:extLst>
          </p:cNvPr>
          <p:cNvSpPr>
            <a:spLocks noGrp="1" noChangeAspect="1"/>
          </p:cNvSpPr>
          <p:nvPr>
            <p:ph type="pic" sz="quarter" idx="21" hasCustomPrompt="1"/>
          </p:nvPr>
        </p:nvSpPr>
        <p:spPr>
          <a:xfrm>
            <a:off x="1098449" y="3352800"/>
            <a:ext cx="914396" cy="914396"/>
          </a:xfrm>
          <a:prstGeom prst="ellipse">
            <a:avLst/>
          </a:prstGeom>
          <a:solidFill>
            <a:schemeClr val="bg1"/>
          </a:solidFill>
          <a:effectLst>
            <a:outerShdw blurRad="50800" dist="38100" dir="2700000" algn="tl" rotWithShape="0">
              <a:prstClr val="black">
                <a:alpha val="40000"/>
              </a:prstClr>
            </a:outerShdw>
          </a:effectLst>
        </p:spPr>
        <p:txBody>
          <a:bodyPr lIns="0" rIns="0" anchor="ctr">
            <a:normAutofit/>
          </a:bodyPr>
          <a:lstStyle>
            <a:lvl1pPr marL="0" indent="0" algn="ctr">
              <a:buNone/>
              <a:defRPr sz="1200">
                <a:solidFill>
                  <a:schemeClr val="bg1">
                    <a:lumMod val="50000"/>
                  </a:schemeClr>
                </a:solidFill>
              </a:defRPr>
            </a:lvl1pPr>
          </a:lstStyle>
          <a:p>
            <a:r>
              <a:rPr lang="en-US" noProof="0" dirty="0"/>
              <a:t>Insert Image</a:t>
            </a:r>
          </a:p>
        </p:txBody>
      </p:sp>
      <p:sp>
        <p:nvSpPr>
          <p:cNvPr id="17" name="Text Placeholder 7">
            <a:extLst>
              <a:ext uri="{FF2B5EF4-FFF2-40B4-BE49-F238E27FC236}">
                <a16:creationId xmlns:a16="http://schemas.microsoft.com/office/drawing/2014/main" id="{8B705CE2-63BB-44EF-9494-D7197888F260}"/>
              </a:ext>
            </a:extLst>
          </p:cNvPr>
          <p:cNvSpPr>
            <a:spLocks noGrp="1"/>
          </p:cNvSpPr>
          <p:nvPr>
            <p:ph type="body" sz="quarter" idx="25" hasCustomPrompt="1"/>
          </p:nvPr>
        </p:nvSpPr>
        <p:spPr>
          <a:xfrm>
            <a:off x="762000" y="4327380"/>
            <a:ext cx="1587295" cy="166199"/>
          </a:xfrm>
          <a:noFill/>
        </p:spPr>
        <p:txBody>
          <a:bodyPr wrap="square" lIns="0" tIns="0" rIns="0" bIns="0" anchor="ctr">
            <a:noAutofit/>
          </a:bodyPr>
          <a:lstStyle>
            <a:lvl1pPr marL="0" indent="0" algn="ctr">
              <a:spcBef>
                <a:spcPts val="0"/>
              </a:spcBef>
              <a:spcAft>
                <a:spcPts val="0"/>
              </a:spcAft>
              <a:buNone/>
              <a:defRPr sz="1100" b="1">
                <a:solidFill>
                  <a:schemeClr val="accent1"/>
                </a:solidFill>
                <a:latin typeface="+mn-lt"/>
              </a:defRPr>
            </a:lvl1pPr>
          </a:lstStyle>
          <a:p>
            <a:pPr lvl="0"/>
            <a:r>
              <a:rPr lang="en-US" noProof="0"/>
              <a:t>NAME</a:t>
            </a:r>
          </a:p>
        </p:txBody>
      </p:sp>
      <p:sp>
        <p:nvSpPr>
          <p:cNvPr id="18" name="Text Placeholder 7">
            <a:extLst>
              <a:ext uri="{FF2B5EF4-FFF2-40B4-BE49-F238E27FC236}">
                <a16:creationId xmlns:a16="http://schemas.microsoft.com/office/drawing/2014/main" id="{91C9BD3E-CCA7-4ADF-83CB-175C316AEA84}"/>
              </a:ext>
            </a:extLst>
          </p:cNvPr>
          <p:cNvSpPr>
            <a:spLocks noGrp="1"/>
          </p:cNvSpPr>
          <p:nvPr>
            <p:ph type="body" sz="quarter" idx="26" hasCustomPrompt="1"/>
          </p:nvPr>
        </p:nvSpPr>
        <p:spPr>
          <a:xfrm>
            <a:off x="762000" y="4497392"/>
            <a:ext cx="1587295" cy="166199"/>
          </a:xfrm>
          <a:noFill/>
        </p:spPr>
        <p:txBody>
          <a:bodyPr wrap="square" lIns="0" tIns="0" rIns="0" bIns="0" anchor="t">
            <a:noAutofit/>
          </a:bodyPr>
          <a:lstStyle>
            <a:lvl1pPr marL="0" indent="0" algn="ctr">
              <a:spcBef>
                <a:spcPts val="0"/>
              </a:spcBef>
              <a:spcAft>
                <a:spcPts val="0"/>
              </a:spcAft>
              <a:buNone/>
              <a:defRPr sz="1100" b="0">
                <a:solidFill>
                  <a:schemeClr val="tx1">
                    <a:lumMod val="75000"/>
                    <a:lumOff val="25000"/>
                  </a:schemeClr>
                </a:solidFill>
                <a:latin typeface="+mn-lt"/>
              </a:defRPr>
            </a:lvl1pPr>
          </a:lstStyle>
          <a:p>
            <a:pPr lvl="0"/>
            <a:r>
              <a:rPr lang="en-US" noProof="0"/>
              <a:t>Description</a:t>
            </a:r>
          </a:p>
        </p:txBody>
      </p:sp>
      <p:sp>
        <p:nvSpPr>
          <p:cNvPr id="19" name="Picture Placeholder 8">
            <a:extLst>
              <a:ext uri="{FF2B5EF4-FFF2-40B4-BE49-F238E27FC236}">
                <a16:creationId xmlns:a16="http://schemas.microsoft.com/office/drawing/2014/main" id="{DC756ECA-27F0-4309-A411-2021931A3A4F}"/>
              </a:ext>
              <a:ext uri="{C183D7F6-B498-43B3-948B-1728B52AA6E4}">
                <adec:decorative xmlns="" xmlns:adec="http://schemas.microsoft.com/office/drawing/2017/decorative" val="1"/>
              </a:ext>
            </a:extLst>
          </p:cNvPr>
          <p:cNvSpPr>
            <a:spLocks noGrp="1" noChangeAspect="1"/>
          </p:cNvSpPr>
          <p:nvPr>
            <p:ph type="pic" sz="quarter" idx="27" hasCustomPrompt="1"/>
          </p:nvPr>
        </p:nvSpPr>
        <p:spPr>
          <a:xfrm>
            <a:off x="2927249" y="3352800"/>
            <a:ext cx="914396" cy="914396"/>
          </a:xfrm>
          <a:prstGeom prst="ellipse">
            <a:avLst/>
          </a:prstGeom>
          <a:solidFill>
            <a:schemeClr val="bg1"/>
          </a:solidFill>
          <a:effectLst>
            <a:outerShdw blurRad="50800" dist="38100" dir="2700000" algn="tl" rotWithShape="0">
              <a:prstClr val="black">
                <a:alpha val="40000"/>
              </a:prstClr>
            </a:outerShdw>
          </a:effectLst>
        </p:spPr>
        <p:txBody>
          <a:bodyPr lIns="0" rIns="0" anchor="ctr">
            <a:normAutofit/>
          </a:bodyPr>
          <a:lstStyle>
            <a:lvl1pPr marL="0" indent="0" algn="ctr">
              <a:buNone/>
              <a:defRPr sz="1200">
                <a:solidFill>
                  <a:schemeClr val="bg1">
                    <a:lumMod val="50000"/>
                  </a:schemeClr>
                </a:solidFill>
              </a:defRPr>
            </a:lvl1pPr>
          </a:lstStyle>
          <a:p>
            <a:r>
              <a:rPr lang="en-US" noProof="0" dirty="0"/>
              <a:t>Insert Image</a:t>
            </a:r>
          </a:p>
        </p:txBody>
      </p:sp>
      <p:sp>
        <p:nvSpPr>
          <p:cNvPr id="20" name="Text Placeholder 7">
            <a:extLst>
              <a:ext uri="{FF2B5EF4-FFF2-40B4-BE49-F238E27FC236}">
                <a16:creationId xmlns:a16="http://schemas.microsoft.com/office/drawing/2014/main" id="{BCC1B1EE-9270-494A-B26E-3E810517012E}"/>
              </a:ext>
            </a:extLst>
          </p:cNvPr>
          <p:cNvSpPr>
            <a:spLocks noGrp="1"/>
          </p:cNvSpPr>
          <p:nvPr>
            <p:ph type="body" sz="quarter" idx="28" hasCustomPrompt="1"/>
          </p:nvPr>
        </p:nvSpPr>
        <p:spPr>
          <a:xfrm>
            <a:off x="2590800" y="4327380"/>
            <a:ext cx="1587295" cy="166199"/>
          </a:xfrm>
          <a:noFill/>
        </p:spPr>
        <p:txBody>
          <a:bodyPr wrap="square" lIns="0" tIns="0" rIns="0" bIns="0" anchor="ctr">
            <a:noAutofit/>
          </a:bodyPr>
          <a:lstStyle>
            <a:lvl1pPr marL="0" indent="0" algn="ctr">
              <a:spcBef>
                <a:spcPts val="0"/>
              </a:spcBef>
              <a:spcAft>
                <a:spcPts val="0"/>
              </a:spcAft>
              <a:buNone/>
              <a:defRPr sz="1100" b="1">
                <a:solidFill>
                  <a:schemeClr val="accent1"/>
                </a:solidFill>
                <a:latin typeface="+mn-lt"/>
              </a:defRPr>
            </a:lvl1pPr>
          </a:lstStyle>
          <a:p>
            <a:pPr lvl="0"/>
            <a:r>
              <a:rPr lang="en-US" noProof="0"/>
              <a:t>NAME</a:t>
            </a:r>
          </a:p>
        </p:txBody>
      </p:sp>
      <p:sp>
        <p:nvSpPr>
          <p:cNvPr id="21" name="Text Placeholder 7">
            <a:extLst>
              <a:ext uri="{FF2B5EF4-FFF2-40B4-BE49-F238E27FC236}">
                <a16:creationId xmlns:a16="http://schemas.microsoft.com/office/drawing/2014/main" id="{621D9997-09EF-468A-A3A6-7C2705CF1757}"/>
              </a:ext>
            </a:extLst>
          </p:cNvPr>
          <p:cNvSpPr>
            <a:spLocks noGrp="1"/>
          </p:cNvSpPr>
          <p:nvPr>
            <p:ph type="body" sz="quarter" idx="29" hasCustomPrompt="1"/>
          </p:nvPr>
        </p:nvSpPr>
        <p:spPr>
          <a:xfrm>
            <a:off x="2590800" y="4497392"/>
            <a:ext cx="1587295" cy="166199"/>
          </a:xfrm>
          <a:noFill/>
        </p:spPr>
        <p:txBody>
          <a:bodyPr wrap="square" lIns="0" tIns="0" rIns="0" bIns="0" anchor="t">
            <a:noAutofit/>
          </a:bodyPr>
          <a:lstStyle>
            <a:lvl1pPr marL="0" indent="0" algn="ctr">
              <a:spcBef>
                <a:spcPts val="0"/>
              </a:spcBef>
              <a:spcAft>
                <a:spcPts val="0"/>
              </a:spcAft>
              <a:buNone/>
              <a:defRPr sz="1100" b="0">
                <a:solidFill>
                  <a:schemeClr val="tx1">
                    <a:lumMod val="75000"/>
                    <a:lumOff val="25000"/>
                  </a:schemeClr>
                </a:solidFill>
                <a:latin typeface="+mn-lt"/>
              </a:defRPr>
            </a:lvl1pPr>
          </a:lstStyle>
          <a:p>
            <a:pPr lvl="0"/>
            <a:r>
              <a:rPr lang="en-US" noProof="0"/>
              <a:t>Description</a:t>
            </a:r>
          </a:p>
        </p:txBody>
      </p:sp>
      <p:sp>
        <p:nvSpPr>
          <p:cNvPr id="22" name="Picture Placeholder 8">
            <a:extLst>
              <a:ext uri="{FF2B5EF4-FFF2-40B4-BE49-F238E27FC236}">
                <a16:creationId xmlns:a16="http://schemas.microsoft.com/office/drawing/2014/main" id="{CC2A50A3-3A8F-469D-B16E-A06FD4C2A978}"/>
              </a:ext>
              <a:ext uri="{C183D7F6-B498-43B3-948B-1728B52AA6E4}">
                <adec:decorative xmlns="" xmlns:adec="http://schemas.microsoft.com/office/drawing/2017/decorative" val="1"/>
              </a:ext>
            </a:extLst>
          </p:cNvPr>
          <p:cNvSpPr>
            <a:spLocks noGrp="1" noChangeAspect="1"/>
          </p:cNvSpPr>
          <p:nvPr>
            <p:ph type="pic" sz="quarter" idx="30" hasCustomPrompt="1"/>
          </p:nvPr>
        </p:nvSpPr>
        <p:spPr>
          <a:xfrm>
            <a:off x="4736999" y="3352800"/>
            <a:ext cx="914396" cy="914396"/>
          </a:xfrm>
          <a:prstGeom prst="ellipse">
            <a:avLst/>
          </a:prstGeom>
          <a:solidFill>
            <a:schemeClr val="bg1"/>
          </a:solidFill>
          <a:effectLst>
            <a:outerShdw blurRad="50800" dist="38100" dir="2700000" algn="tl" rotWithShape="0">
              <a:prstClr val="black">
                <a:alpha val="40000"/>
              </a:prstClr>
            </a:outerShdw>
          </a:effectLst>
        </p:spPr>
        <p:txBody>
          <a:bodyPr lIns="0" rIns="0" anchor="ctr">
            <a:normAutofit/>
          </a:bodyPr>
          <a:lstStyle>
            <a:lvl1pPr marL="0" indent="0" algn="ctr">
              <a:buNone/>
              <a:defRPr sz="1200">
                <a:solidFill>
                  <a:schemeClr val="bg1">
                    <a:lumMod val="50000"/>
                  </a:schemeClr>
                </a:solidFill>
              </a:defRPr>
            </a:lvl1pPr>
          </a:lstStyle>
          <a:p>
            <a:r>
              <a:rPr lang="en-US" noProof="0" dirty="0"/>
              <a:t>Insert Image</a:t>
            </a:r>
          </a:p>
        </p:txBody>
      </p:sp>
      <p:sp>
        <p:nvSpPr>
          <p:cNvPr id="23" name="Text Placeholder 7">
            <a:extLst>
              <a:ext uri="{FF2B5EF4-FFF2-40B4-BE49-F238E27FC236}">
                <a16:creationId xmlns:a16="http://schemas.microsoft.com/office/drawing/2014/main" id="{065EDDEE-214F-4148-8B8C-0BA5AEF7658A}"/>
              </a:ext>
            </a:extLst>
          </p:cNvPr>
          <p:cNvSpPr>
            <a:spLocks noGrp="1"/>
          </p:cNvSpPr>
          <p:nvPr>
            <p:ph type="body" sz="quarter" idx="31" hasCustomPrompt="1"/>
          </p:nvPr>
        </p:nvSpPr>
        <p:spPr>
          <a:xfrm>
            <a:off x="4400550" y="4327380"/>
            <a:ext cx="1587295" cy="166199"/>
          </a:xfrm>
          <a:noFill/>
        </p:spPr>
        <p:txBody>
          <a:bodyPr wrap="square" lIns="0" tIns="0" rIns="0" bIns="0" anchor="ctr">
            <a:noAutofit/>
          </a:bodyPr>
          <a:lstStyle>
            <a:lvl1pPr marL="0" indent="0" algn="ctr">
              <a:spcBef>
                <a:spcPts val="0"/>
              </a:spcBef>
              <a:spcAft>
                <a:spcPts val="0"/>
              </a:spcAft>
              <a:buNone/>
              <a:defRPr sz="1100" b="1">
                <a:solidFill>
                  <a:schemeClr val="accent1"/>
                </a:solidFill>
                <a:latin typeface="+mn-lt"/>
              </a:defRPr>
            </a:lvl1pPr>
          </a:lstStyle>
          <a:p>
            <a:pPr lvl="0"/>
            <a:r>
              <a:rPr lang="en-US" noProof="0"/>
              <a:t>NAME</a:t>
            </a:r>
          </a:p>
        </p:txBody>
      </p:sp>
      <p:sp>
        <p:nvSpPr>
          <p:cNvPr id="24" name="Text Placeholder 7">
            <a:extLst>
              <a:ext uri="{FF2B5EF4-FFF2-40B4-BE49-F238E27FC236}">
                <a16:creationId xmlns:a16="http://schemas.microsoft.com/office/drawing/2014/main" id="{520C0E2F-F27A-44AC-BB9A-74F62BEC5752}"/>
              </a:ext>
            </a:extLst>
          </p:cNvPr>
          <p:cNvSpPr>
            <a:spLocks noGrp="1"/>
          </p:cNvSpPr>
          <p:nvPr>
            <p:ph type="body" sz="quarter" idx="32" hasCustomPrompt="1"/>
          </p:nvPr>
        </p:nvSpPr>
        <p:spPr>
          <a:xfrm>
            <a:off x="4400550" y="4497392"/>
            <a:ext cx="1587295" cy="166199"/>
          </a:xfrm>
          <a:noFill/>
        </p:spPr>
        <p:txBody>
          <a:bodyPr wrap="square" lIns="0" tIns="0" rIns="0" bIns="0" anchor="t">
            <a:noAutofit/>
          </a:bodyPr>
          <a:lstStyle>
            <a:lvl1pPr marL="0" indent="0" algn="ctr">
              <a:spcBef>
                <a:spcPts val="0"/>
              </a:spcBef>
              <a:spcAft>
                <a:spcPts val="0"/>
              </a:spcAft>
              <a:buNone/>
              <a:defRPr sz="1100" b="0">
                <a:solidFill>
                  <a:schemeClr val="tx1">
                    <a:lumMod val="75000"/>
                    <a:lumOff val="25000"/>
                  </a:schemeClr>
                </a:solidFill>
                <a:latin typeface="+mn-lt"/>
              </a:defRPr>
            </a:lvl1pPr>
          </a:lstStyle>
          <a:p>
            <a:pPr lvl="0"/>
            <a:r>
              <a:rPr lang="en-US" noProof="0"/>
              <a:t>Description</a:t>
            </a:r>
          </a:p>
        </p:txBody>
      </p:sp>
      <p:sp>
        <p:nvSpPr>
          <p:cNvPr id="25" name="Picture Placeholder 8">
            <a:extLst>
              <a:ext uri="{FF2B5EF4-FFF2-40B4-BE49-F238E27FC236}">
                <a16:creationId xmlns:a16="http://schemas.microsoft.com/office/drawing/2014/main" id="{ADC5446D-3469-43DA-ACE3-2AEC5B90384E}"/>
              </a:ext>
              <a:ext uri="{C183D7F6-B498-43B3-948B-1728B52AA6E4}">
                <adec:decorative xmlns="" xmlns:adec="http://schemas.microsoft.com/office/drawing/2017/decorative" val="1"/>
              </a:ext>
            </a:extLst>
          </p:cNvPr>
          <p:cNvSpPr>
            <a:spLocks noGrp="1" noChangeAspect="1"/>
          </p:cNvSpPr>
          <p:nvPr>
            <p:ph type="pic" sz="quarter" idx="33" hasCustomPrompt="1"/>
          </p:nvPr>
        </p:nvSpPr>
        <p:spPr>
          <a:xfrm>
            <a:off x="6546749" y="3352800"/>
            <a:ext cx="914396" cy="914396"/>
          </a:xfrm>
          <a:prstGeom prst="ellipse">
            <a:avLst/>
          </a:prstGeom>
          <a:solidFill>
            <a:schemeClr val="bg1"/>
          </a:solidFill>
          <a:effectLst>
            <a:outerShdw blurRad="50800" dist="38100" dir="2700000" algn="tl" rotWithShape="0">
              <a:prstClr val="black">
                <a:alpha val="40000"/>
              </a:prstClr>
            </a:outerShdw>
          </a:effectLst>
        </p:spPr>
        <p:txBody>
          <a:bodyPr lIns="0" rIns="0" anchor="ctr">
            <a:normAutofit/>
          </a:bodyPr>
          <a:lstStyle>
            <a:lvl1pPr marL="0" indent="0" algn="ctr">
              <a:buNone/>
              <a:defRPr sz="1200">
                <a:solidFill>
                  <a:schemeClr val="bg1">
                    <a:lumMod val="50000"/>
                  </a:schemeClr>
                </a:solidFill>
              </a:defRPr>
            </a:lvl1pPr>
          </a:lstStyle>
          <a:p>
            <a:r>
              <a:rPr lang="en-US" noProof="0" dirty="0"/>
              <a:t>Insert Image</a:t>
            </a:r>
          </a:p>
        </p:txBody>
      </p:sp>
      <p:sp>
        <p:nvSpPr>
          <p:cNvPr id="26" name="Text Placeholder 7">
            <a:extLst>
              <a:ext uri="{FF2B5EF4-FFF2-40B4-BE49-F238E27FC236}">
                <a16:creationId xmlns:a16="http://schemas.microsoft.com/office/drawing/2014/main" id="{4BF91944-817D-4080-9FC7-1C01D3C52F74}"/>
              </a:ext>
            </a:extLst>
          </p:cNvPr>
          <p:cNvSpPr>
            <a:spLocks noGrp="1"/>
          </p:cNvSpPr>
          <p:nvPr>
            <p:ph type="body" sz="quarter" idx="34" hasCustomPrompt="1"/>
          </p:nvPr>
        </p:nvSpPr>
        <p:spPr>
          <a:xfrm>
            <a:off x="6210300" y="4327380"/>
            <a:ext cx="1587295" cy="166199"/>
          </a:xfrm>
          <a:noFill/>
        </p:spPr>
        <p:txBody>
          <a:bodyPr wrap="square" lIns="0" tIns="0" rIns="0" bIns="0" anchor="ctr">
            <a:noAutofit/>
          </a:bodyPr>
          <a:lstStyle>
            <a:lvl1pPr marL="0" indent="0" algn="ctr">
              <a:spcBef>
                <a:spcPts val="0"/>
              </a:spcBef>
              <a:spcAft>
                <a:spcPts val="0"/>
              </a:spcAft>
              <a:buNone/>
              <a:defRPr sz="1100" b="1">
                <a:solidFill>
                  <a:schemeClr val="accent1"/>
                </a:solidFill>
                <a:latin typeface="+mn-lt"/>
              </a:defRPr>
            </a:lvl1pPr>
          </a:lstStyle>
          <a:p>
            <a:pPr lvl="0"/>
            <a:r>
              <a:rPr lang="en-US" noProof="0"/>
              <a:t>NAME</a:t>
            </a:r>
          </a:p>
        </p:txBody>
      </p:sp>
      <p:sp>
        <p:nvSpPr>
          <p:cNvPr id="27" name="Text Placeholder 7">
            <a:extLst>
              <a:ext uri="{FF2B5EF4-FFF2-40B4-BE49-F238E27FC236}">
                <a16:creationId xmlns:a16="http://schemas.microsoft.com/office/drawing/2014/main" id="{B6FC5678-B04A-4631-9DFF-776737E9C8AC}"/>
              </a:ext>
            </a:extLst>
          </p:cNvPr>
          <p:cNvSpPr>
            <a:spLocks noGrp="1"/>
          </p:cNvSpPr>
          <p:nvPr>
            <p:ph type="body" sz="quarter" idx="35" hasCustomPrompt="1"/>
          </p:nvPr>
        </p:nvSpPr>
        <p:spPr>
          <a:xfrm>
            <a:off x="6210300" y="4497392"/>
            <a:ext cx="1587295" cy="166199"/>
          </a:xfrm>
          <a:noFill/>
        </p:spPr>
        <p:txBody>
          <a:bodyPr wrap="square" lIns="0" tIns="0" rIns="0" bIns="0" anchor="t">
            <a:noAutofit/>
          </a:bodyPr>
          <a:lstStyle>
            <a:lvl1pPr marL="0" indent="0" algn="ctr">
              <a:spcBef>
                <a:spcPts val="0"/>
              </a:spcBef>
              <a:spcAft>
                <a:spcPts val="0"/>
              </a:spcAft>
              <a:buNone/>
              <a:defRPr sz="1100" b="0">
                <a:solidFill>
                  <a:schemeClr val="tx1">
                    <a:lumMod val="75000"/>
                    <a:lumOff val="25000"/>
                  </a:schemeClr>
                </a:solidFill>
                <a:latin typeface="+mn-lt"/>
              </a:defRPr>
            </a:lvl1pPr>
          </a:lstStyle>
          <a:p>
            <a:pPr lvl="0"/>
            <a:r>
              <a:rPr lang="en-US" noProof="0"/>
              <a:t>Description</a:t>
            </a:r>
          </a:p>
        </p:txBody>
      </p:sp>
      <p:sp>
        <p:nvSpPr>
          <p:cNvPr id="28" name="Picture Placeholder 8">
            <a:extLst>
              <a:ext uri="{FF2B5EF4-FFF2-40B4-BE49-F238E27FC236}">
                <a16:creationId xmlns:a16="http://schemas.microsoft.com/office/drawing/2014/main" id="{BF024C2A-A070-4BF1-BA78-8FDD47DED455}"/>
              </a:ext>
              <a:ext uri="{C183D7F6-B498-43B3-948B-1728B52AA6E4}">
                <adec:decorative xmlns="" xmlns:adec="http://schemas.microsoft.com/office/drawing/2017/decorative" val="1"/>
              </a:ext>
            </a:extLst>
          </p:cNvPr>
          <p:cNvSpPr>
            <a:spLocks noGrp="1" noChangeAspect="1"/>
          </p:cNvSpPr>
          <p:nvPr>
            <p:ph type="pic" sz="quarter" idx="36" hasCustomPrompt="1"/>
          </p:nvPr>
        </p:nvSpPr>
        <p:spPr>
          <a:xfrm>
            <a:off x="8353860" y="3352800"/>
            <a:ext cx="914396" cy="914396"/>
          </a:xfrm>
          <a:prstGeom prst="ellipse">
            <a:avLst/>
          </a:prstGeom>
          <a:solidFill>
            <a:schemeClr val="bg1"/>
          </a:solidFill>
          <a:effectLst>
            <a:outerShdw blurRad="50800" dist="38100" dir="2700000" algn="tl" rotWithShape="0">
              <a:prstClr val="black">
                <a:alpha val="40000"/>
              </a:prstClr>
            </a:outerShdw>
          </a:effectLst>
        </p:spPr>
        <p:txBody>
          <a:bodyPr lIns="0" rIns="0" anchor="ctr">
            <a:normAutofit/>
          </a:bodyPr>
          <a:lstStyle>
            <a:lvl1pPr marL="0" indent="0" algn="ctr">
              <a:buNone/>
              <a:defRPr sz="1200">
                <a:solidFill>
                  <a:schemeClr val="bg1">
                    <a:lumMod val="50000"/>
                  </a:schemeClr>
                </a:solidFill>
              </a:defRPr>
            </a:lvl1pPr>
          </a:lstStyle>
          <a:p>
            <a:r>
              <a:rPr lang="en-US" noProof="0" dirty="0"/>
              <a:t>Insert Image</a:t>
            </a:r>
          </a:p>
        </p:txBody>
      </p:sp>
      <p:sp>
        <p:nvSpPr>
          <p:cNvPr id="29" name="Text Placeholder 7">
            <a:extLst>
              <a:ext uri="{FF2B5EF4-FFF2-40B4-BE49-F238E27FC236}">
                <a16:creationId xmlns:a16="http://schemas.microsoft.com/office/drawing/2014/main" id="{72D75690-3F0F-4257-84B4-90CB4E6BB7EA}"/>
              </a:ext>
            </a:extLst>
          </p:cNvPr>
          <p:cNvSpPr>
            <a:spLocks noGrp="1"/>
          </p:cNvSpPr>
          <p:nvPr>
            <p:ph type="body" sz="quarter" idx="37" hasCustomPrompt="1"/>
          </p:nvPr>
        </p:nvSpPr>
        <p:spPr>
          <a:xfrm>
            <a:off x="8017411" y="4327380"/>
            <a:ext cx="1587295" cy="166199"/>
          </a:xfrm>
          <a:noFill/>
        </p:spPr>
        <p:txBody>
          <a:bodyPr wrap="square" lIns="0" tIns="0" rIns="0" bIns="0" anchor="ctr">
            <a:noAutofit/>
          </a:bodyPr>
          <a:lstStyle>
            <a:lvl1pPr marL="0" indent="0" algn="ctr">
              <a:spcBef>
                <a:spcPts val="0"/>
              </a:spcBef>
              <a:spcAft>
                <a:spcPts val="0"/>
              </a:spcAft>
              <a:buNone/>
              <a:defRPr sz="1100" b="1">
                <a:solidFill>
                  <a:schemeClr val="accent1"/>
                </a:solidFill>
                <a:latin typeface="+mn-lt"/>
              </a:defRPr>
            </a:lvl1pPr>
          </a:lstStyle>
          <a:p>
            <a:pPr lvl="0"/>
            <a:r>
              <a:rPr lang="en-US" noProof="0"/>
              <a:t>NAME</a:t>
            </a:r>
          </a:p>
        </p:txBody>
      </p:sp>
      <p:sp>
        <p:nvSpPr>
          <p:cNvPr id="30" name="Text Placeholder 7">
            <a:extLst>
              <a:ext uri="{FF2B5EF4-FFF2-40B4-BE49-F238E27FC236}">
                <a16:creationId xmlns:a16="http://schemas.microsoft.com/office/drawing/2014/main" id="{FC3E89DF-7D8F-458A-910F-B06B607998AF}"/>
              </a:ext>
            </a:extLst>
          </p:cNvPr>
          <p:cNvSpPr>
            <a:spLocks noGrp="1"/>
          </p:cNvSpPr>
          <p:nvPr>
            <p:ph type="body" sz="quarter" idx="38" hasCustomPrompt="1"/>
          </p:nvPr>
        </p:nvSpPr>
        <p:spPr>
          <a:xfrm>
            <a:off x="8017411" y="4497392"/>
            <a:ext cx="1587295" cy="166199"/>
          </a:xfrm>
          <a:noFill/>
        </p:spPr>
        <p:txBody>
          <a:bodyPr wrap="square" lIns="0" tIns="0" rIns="0" bIns="0" anchor="t">
            <a:noAutofit/>
          </a:bodyPr>
          <a:lstStyle>
            <a:lvl1pPr marL="0" indent="0" algn="ctr">
              <a:spcBef>
                <a:spcPts val="0"/>
              </a:spcBef>
              <a:spcAft>
                <a:spcPts val="0"/>
              </a:spcAft>
              <a:buNone/>
              <a:defRPr sz="1100" b="0">
                <a:solidFill>
                  <a:schemeClr val="tx1">
                    <a:lumMod val="75000"/>
                    <a:lumOff val="25000"/>
                  </a:schemeClr>
                </a:solidFill>
                <a:latin typeface="+mn-lt"/>
              </a:defRPr>
            </a:lvl1pPr>
          </a:lstStyle>
          <a:p>
            <a:pPr lvl="0"/>
            <a:r>
              <a:rPr lang="en-US" noProof="0"/>
              <a:t>Description</a:t>
            </a:r>
          </a:p>
        </p:txBody>
      </p:sp>
      <p:sp>
        <p:nvSpPr>
          <p:cNvPr id="31" name="Picture Placeholder 8">
            <a:extLst>
              <a:ext uri="{FF2B5EF4-FFF2-40B4-BE49-F238E27FC236}">
                <a16:creationId xmlns:a16="http://schemas.microsoft.com/office/drawing/2014/main" id="{49030BC1-7B5E-4BBD-AB44-8615DCFD46B7}"/>
              </a:ext>
              <a:ext uri="{C183D7F6-B498-43B3-948B-1728B52AA6E4}">
                <adec:decorative xmlns="" xmlns:adec="http://schemas.microsoft.com/office/drawing/2017/decorative" val="1"/>
              </a:ext>
            </a:extLst>
          </p:cNvPr>
          <p:cNvSpPr>
            <a:spLocks noGrp="1" noChangeAspect="1"/>
          </p:cNvSpPr>
          <p:nvPr>
            <p:ph type="pic" sz="quarter" idx="39" hasCustomPrompt="1"/>
          </p:nvPr>
        </p:nvSpPr>
        <p:spPr>
          <a:xfrm>
            <a:off x="10160971" y="3352800"/>
            <a:ext cx="914396" cy="914396"/>
          </a:xfrm>
          <a:prstGeom prst="ellipse">
            <a:avLst/>
          </a:prstGeom>
          <a:solidFill>
            <a:schemeClr val="bg1"/>
          </a:solidFill>
          <a:effectLst>
            <a:outerShdw blurRad="50800" dist="38100" dir="2700000" algn="tl" rotWithShape="0">
              <a:prstClr val="black">
                <a:alpha val="40000"/>
              </a:prstClr>
            </a:outerShdw>
          </a:effectLst>
        </p:spPr>
        <p:txBody>
          <a:bodyPr lIns="0" rIns="0" anchor="ctr">
            <a:normAutofit/>
          </a:bodyPr>
          <a:lstStyle>
            <a:lvl1pPr marL="0" indent="0" algn="ctr">
              <a:buNone/>
              <a:defRPr sz="1200">
                <a:solidFill>
                  <a:schemeClr val="bg1">
                    <a:lumMod val="50000"/>
                  </a:schemeClr>
                </a:solidFill>
              </a:defRPr>
            </a:lvl1pPr>
          </a:lstStyle>
          <a:p>
            <a:r>
              <a:rPr lang="en-US" noProof="0" dirty="0"/>
              <a:t>Insert Image</a:t>
            </a:r>
          </a:p>
        </p:txBody>
      </p:sp>
      <p:sp>
        <p:nvSpPr>
          <p:cNvPr id="32" name="Text Placeholder 7">
            <a:extLst>
              <a:ext uri="{FF2B5EF4-FFF2-40B4-BE49-F238E27FC236}">
                <a16:creationId xmlns:a16="http://schemas.microsoft.com/office/drawing/2014/main" id="{10ED1CED-11B2-4927-93A4-CE47939F0AEC}"/>
              </a:ext>
            </a:extLst>
          </p:cNvPr>
          <p:cNvSpPr>
            <a:spLocks noGrp="1"/>
          </p:cNvSpPr>
          <p:nvPr>
            <p:ph type="body" sz="quarter" idx="40" hasCustomPrompt="1"/>
          </p:nvPr>
        </p:nvSpPr>
        <p:spPr>
          <a:xfrm>
            <a:off x="9824522" y="4327380"/>
            <a:ext cx="1587295" cy="166199"/>
          </a:xfrm>
          <a:noFill/>
        </p:spPr>
        <p:txBody>
          <a:bodyPr wrap="square" lIns="0" tIns="0" rIns="0" bIns="0" anchor="ctr">
            <a:noAutofit/>
          </a:bodyPr>
          <a:lstStyle>
            <a:lvl1pPr marL="0" indent="0" algn="ctr">
              <a:spcBef>
                <a:spcPts val="0"/>
              </a:spcBef>
              <a:spcAft>
                <a:spcPts val="0"/>
              </a:spcAft>
              <a:buNone/>
              <a:defRPr sz="1100" b="1">
                <a:solidFill>
                  <a:schemeClr val="accent1"/>
                </a:solidFill>
                <a:latin typeface="+mn-lt"/>
              </a:defRPr>
            </a:lvl1pPr>
          </a:lstStyle>
          <a:p>
            <a:pPr lvl="0"/>
            <a:r>
              <a:rPr lang="en-US" noProof="0"/>
              <a:t>NAME</a:t>
            </a:r>
          </a:p>
        </p:txBody>
      </p:sp>
      <p:sp>
        <p:nvSpPr>
          <p:cNvPr id="33" name="Text Placeholder 7">
            <a:extLst>
              <a:ext uri="{FF2B5EF4-FFF2-40B4-BE49-F238E27FC236}">
                <a16:creationId xmlns:a16="http://schemas.microsoft.com/office/drawing/2014/main" id="{39E2E141-317E-41F9-853F-B96493C8FB9B}"/>
              </a:ext>
            </a:extLst>
          </p:cNvPr>
          <p:cNvSpPr>
            <a:spLocks noGrp="1"/>
          </p:cNvSpPr>
          <p:nvPr>
            <p:ph type="body" sz="quarter" idx="41" hasCustomPrompt="1"/>
          </p:nvPr>
        </p:nvSpPr>
        <p:spPr>
          <a:xfrm>
            <a:off x="9824522" y="4497392"/>
            <a:ext cx="1587295" cy="166199"/>
          </a:xfrm>
          <a:noFill/>
        </p:spPr>
        <p:txBody>
          <a:bodyPr wrap="square" lIns="0" tIns="0" rIns="0" bIns="0" anchor="t">
            <a:noAutofit/>
          </a:bodyPr>
          <a:lstStyle>
            <a:lvl1pPr marL="0" indent="0" algn="ctr">
              <a:spcBef>
                <a:spcPts val="0"/>
              </a:spcBef>
              <a:spcAft>
                <a:spcPts val="0"/>
              </a:spcAft>
              <a:buNone/>
              <a:defRPr sz="1100" b="0">
                <a:solidFill>
                  <a:schemeClr val="tx1">
                    <a:lumMod val="75000"/>
                    <a:lumOff val="25000"/>
                  </a:schemeClr>
                </a:solidFill>
                <a:latin typeface="+mn-lt"/>
              </a:defRPr>
            </a:lvl1pPr>
          </a:lstStyle>
          <a:p>
            <a:pPr lvl="0"/>
            <a:r>
              <a:rPr lang="en-US" noProof="0"/>
              <a:t>Description</a:t>
            </a:r>
          </a:p>
        </p:txBody>
      </p:sp>
      <p:cxnSp>
        <p:nvCxnSpPr>
          <p:cNvPr id="34" name="Straight Connector 33">
            <a:extLst>
              <a:ext uri="{FF2B5EF4-FFF2-40B4-BE49-F238E27FC236}">
                <a16:creationId xmlns:a16="http://schemas.microsoft.com/office/drawing/2014/main" id="{A69BD202-1C38-47A5-8B06-0AADB78AAE08}"/>
              </a:ext>
              <a:ext uri="{C183D7F6-B498-43B3-948B-1728B52AA6E4}">
                <adec:decorative xmlns="" xmlns:adec="http://schemas.microsoft.com/office/drawing/2017/decorative" val="1"/>
              </a:ext>
            </a:extLst>
          </p:cNvPr>
          <p:cNvCxnSpPr>
            <a:cxnSpLocks/>
          </p:cNvCxnSpPr>
          <p:nvPr userDrawn="1"/>
        </p:nvCxnSpPr>
        <p:spPr>
          <a:xfrm rot="16200000">
            <a:off x="6165169" y="2642433"/>
            <a:ext cx="0" cy="5564151"/>
          </a:xfrm>
          <a:prstGeom prst="line">
            <a:avLst/>
          </a:prstGeom>
          <a:ln w="25400">
            <a:solidFill>
              <a:schemeClr val="accent2"/>
            </a:solidFill>
          </a:ln>
        </p:spPr>
        <p:style>
          <a:lnRef idx="1">
            <a:schemeClr val="accent1"/>
          </a:lnRef>
          <a:fillRef idx="0">
            <a:schemeClr val="accent1"/>
          </a:fillRef>
          <a:effectRef idx="0">
            <a:schemeClr val="accent1"/>
          </a:effectRef>
          <a:fontRef idx="minor">
            <a:schemeClr val="tx1"/>
          </a:fontRef>
        </p:style>
      </p:cxnSp>
      <p:sp>
        <p:nvSpPr>
          <p:cNvPr id="38" name="Picture Placeholder 8">
            <a:extLst>
              <a:ext uri="{FF2B5EF4-FFF2-40B4-BE49-F238E27FC236}">
                <a16:creationId xmlns:a16="http://schemas.microsoft.com/office/drawing/2014/main" id="{68CF0B9D-069C-46BA-9B77-7BDE114F3E55}"/>
              </a:ext>
              <a:ext uri="{C183D7F6-B498-43B3-948B-1728B52AA6E4}">
                <adec:decorative xmlns="" xmlns:adec="http://schemas.microsoft.com/office/drawing/2017/decorative" val="1"/>
              </a:ext>
            </a:extLst>
          </p:cNvPr>
          <p:cNvSpPr>
            <a:spLocks noGrp="1" noChangeAspect="1"/>
          </p:cNvSpPr>
          <p:nvPr>
            <p:ph type="pic" sz="quarter" idx="45" hasCustomPrompt="1"/>
          </p:nvPr>
        </p:nvSpPr>
        <p:spPr>
          <a:xfrm>
            <a:off x="2927249" y="4967309"/>
            <a:ext cx="914396" cy="914396"/>
          </a:xfrm>
          <a:prstGeom prst="ellipse">
            <a:avLst/>
          </a:prstGeom>
          <a:solidFill>
            <a:schemeClr val="bg1"/>
          </a:solidFill>
          <a:effectLst>
            <a:outerShdw blurRad="50800" dist="38100" dir="2700000" algn="tl" rotWithShape="0">
              <a:prstClr val="black">
                <a:alpha val="40000"/>
              </a:prstClr>
            </a:outerShdw>
          </a:effectLst>
        </p:spPr>
        <p:txBody>
          <a:bodyPr lIns="0" rIns="0" anchor="ctr">
            <a:normAutofit/>
          </a:bodyPr>
          <a:lstStyle>
            <a:lvl1pPr marL="0" indent="0" algn="ctr">
              <a:buNone/>
              <a:defRPr sz="1200">
                <a:solidFill>
                  <a:schemeClr val="bg1">
                    <a:lumMod val="50000"/>
                  </a:schemeClr>
                </a:solidFill>
              </a:defRPr>
            </a:lvl1pPr>
          </a:lstStyle>
          <a:p>
            <a:r>
              <a:rPr lang="en-US" noProof="0" dirty="0"/>
              <a:t>Insert Image</a:t>
            </a:r>
          </a:p>
        </p:txBody>
      </p:sp>
      <p:sp>
        <p:nvSpPr>
          <p:cNvPr id="39" name="Text Placeholder 7">
            <a:extLst>
              <a:ext uri="{FF2B5EF4-FFF2-40B4-BE49-F238E27FC236}">
                <a16:creationId xmlns:a16="http://schemas.microsoft.com/office/drawing/2014/main" id="{6EB5CB55-9BF0-4309-AA93-9540CDA1CE22}"/>
              </a:ext>
            </a:extLst>
          </p:cNvPr>
          <p:cNvSpPr>
            <a:spLocks noGrp="1"/>
          </p:cNvSpPr>
          <p:nvPr>
            <p:ph type="body" sz="quarter" idx="46" hasCustomPrompt="1"/>
          </p:nvPr>
        </p:nvSpPr>
        <p:spPr>
          <a:xfrm>
            <a:off x="2590800" y="5988389"/>
            <a:ext cx="1587295" cy="166199"/>
          </a:xfrm>
          <a:noFill/>
        </p:spPr>
        <p:txBody>
          <a:bodyPr wrap="square" lIns="0" tIns="0" rIns="0" bIns="0" anchor="ctr">
            <a:noAutofit/>
          </a:bodyPr>
          <a:lstStyle>
            <a:lvl1pPr marL="0" indent="0" algn="ctr">
              <a:spcBef>
                <a:spcPts val="0"/>
              </a:spcBef>
              <a:spcAft>
                <a:spcPts val="0"/>
              </a:spcAft>
              <a:buNone/>
              <a:defRPr sz="1100" b="1">
                <a:solidFill>
                  <a:schemeClr val="accent1"/>
                </a:solidFill>
                <a:latin typeface="+mn-lt"/>
              </a:defRPr>
            </a:lvl1pPr>
          </a:lstStyle>
          <a:p>
            <a:pPr lvl="0"/>
            <a:r>
              <a:rPr lang="en-US" noProof="0"/>
              <a:t>NAME</a:t>
            </a:r>
          </a:p>
        </p:txBody>
      </p:sp>
      <p:sp>
        <p:nvSpPr>
          <p:cNvPr id="40" name="Text Placeholder 7">
            <a:extLst>
              <a:ext uri="{FF2B5EF4-FFF2-40B4-BE49-F238E27FC236}">
                <a16:creationId xmlns:a16="http://schemas.microsoft.com/office/drawing/2014/main" id="{184A6FF6-89E5-41B3-83AD-E1F1AC1C7187}"/>
              </a:ext>
            </a:extLst>
          </p:cNvPr>
          <p:cNvSpPr>
            <a:spLocks noGrp="1"/>
          </p:cNvSpPr>
          <p:nvPr>
            <p:ph type="body" sz="quarter" idx="47" hasCustomPrompt="1"/>
          </p:nvPr>
        </p:nvSpPr>
        <p:spPr>
          <a:xfrm>
            <a:off x="2590800" y="6158401"/>
            <a:ext cx="1587295" cy="166199"/>
          </a:xfrm>
          <a:noFill/>
        </p:spPr>
        <p:txBody>
          <a:bodyPr wrap="square" lIns="0" tIns="0" rIns="0" bIns="0" anchor="t">
            <a:noAutofit/>
          </a:bodyPr>
          <a:lstStyle>
            <a:lvl1pPr marL="0" indent="0" algn="ctr">
              <a:spcBef>
                <a:spcPts val="0"/>
              </a:spcBef>
              <a:spcAft>
                <a:spcPts val="0"/>
              </a:spcAft>
              <a:buNone/>
              <a:defRPr sz="1100" b="0">
                <a:solidFill>
                  <a:schemeClr val="tx1">
                    <a:lumMod val="75000"/>
                    <a:lumOff val="25000"/>
                  </a:schemeClr>
                </a:solidFill>
                <a:latin typeface="+mn-lt"/>
              </a:defRPr>
            </a:lvl1pPr>
          </a:lstStyle>
          <a:p>
            <a:pPr lvl="0"/>
            <a:r>
              <a:rPr lang="en-US" noProof="0"/>
              <a:t>Description</a:t>
            </a:r>
          </a:p>
        </p:txBody>
      </p:sp>
      <p:sp>
        <p:nvSpPr>
          <p:cNvPr id="41" name="Picture Placeholder 8">
            <a:extLst>
              <a:ext uri="{FF2B5EF4-FFF2-40B4-BE49-F238E27FC236}">
                <a16:creationId xmlns:a16="http://schemas.microsoft.com/office/drawing/2014/main" id="{65909E03-0C86-44C4-9260-484E8CF6315F}"/>
              </a:ext>
              <a:ext uri="{C183D7F6-B498-43B3-948B-1728B52AA6E4}">
                <adec:decorative xmlns="" xmlns:adec="http://schemas.microsoft.com/office/drawing/2017/decorative" val="1"/>
              </a:ext>
            </a:extLst>
          </p:cNvPr>
          <p:cNvSpPr>
            <a:spLocks noGrp="1" noChangeAspect="1"/>
          </p:cNvSpPr>
          <p:nvPr>
            <p:ph type="pic" sz="quarter" idx="48" hasCustomPrompt="1"/>
          </p:nvPr>
        </p:nvSpPr>
        <p:spPr>
          <a:xfrm>
            <a:off x="4736999" y="4967309"/>
            <a:ext cx="914396" cy="914396"/>
          </a:xfrm>
          <a:prstGeom prst="ellipse">
            <a:avLst/>
          </a:prstGeom>
          <a:solidFill>
            <a:schemeClr val="bg1"/>
          </a:solidFill>
          <a:effectLst>
            <a:outerShdw blurRad="50800" dist="38100" dir="2700000" algn="tl" rotWithShape="0">
              <a:prstClr val="black">
                <a:alpha val="40000"/>
              </a:prstClr>
            </a:outerShdw>
          </a:effectLst>
        </p:spPr>
        <p:txBody>
          <a:bodyPr lIns="0" rIns="0" anchor="ctr">
            <a:normAutofit/>
          </a:bodyPr>
          <a:lstStyle>
            <a:lvl1pPr marL="0" indent="0" algn="ctr">
              <a:buNone/>
              <a:defRPr sz="1200">
                <a:solidFill>
                  <a:schemeClr val="bg1">
                    <a:lumMod val="50000"/>
                  </a:schemeClr>
                </a:solidFill>
              </a:defRPr>
            </a:lvl1pPr>
          </a:lstStyle>
          <a:p>
            <a:r>
              <a:rPr lang="en-US" noProof="0" dirty="0"/>
              <a:t>Insert Image</a:t>
            </a:r>
          </a:p>
        </p:txBody>
      </p:sp>
      <p:sp>
        <p:nvSpPr>
          <p:cNvPr id="42" name="Text Placeholder 7">
            <a:extLst>
              <a:ext uri="{FF2B5EF4-FFF2-40B4-BE49-F238E27FC236}">
                <a16:creationId xmlns:a16="http://schemas.microsoft.com/office/drawing/2014/main" id="{0D08C690-4C72-47C4-ADBC-6DBFC463FC37}"/>
              </a:ext>
            </a:extLst>
          </p:cNvPr>
          <p:cNvSpPr>
            <a:spLocks noGrp="1"/>
          </p:cNvSpPr>
          <p:nvPr>
            <p:ph type="body" sz="quarter" idx="49" hasCustomPrompt="1"/>
          </p:nvPr>
        </p:nvSpPr>
        <p:spPr>
          <a:xfrm>
            <a:off x="4400550" y="5988389"/>
            <a:ext cx="1587295" cy="166199"/>
          </a:xfrm>
          <a:noFill/>
        </p:spPr>
        <p:txBody>
          <a:bodyPr wrap="square" lIns="0" tIns="0" rIns="0" bIns="0" anchor="ctr">
            <a:noAutofit/>
          </a:bodyPr>
          <a:lstStyle>
            <a:lvl1pPr marL="0" indent="0" algn="ctr">
              <a:spcBef>
                <a:spcPts val="0"/>
              </a:spcBef>
              <a:spcAft>
                <a:spcPts val="0"/>
              </a:spcAft>
              <a:buNone/>
              <a:defRPr sz="1100" b="1">
                <a:solidFill>
                  <a:schemeClr val="accent1"/>
                </a:solidFill>
                <a:latin typeface="+mn-lt"/>
              </a:defRPr>
            </a:lvl1pPr>
          </a:lstStyle>
          <a:p>
            <a:pPr lvl="0"/>
            <a:r>
              <a:rPr lang="en-US" noProof="0"/>
              <a:t>NAME</a:t>
            </a:r>
          </a:p>
        </p:txBody>
      </p:sp>
      <p:sp>
        <p:nvSpPr>
          <p:cNvPr id="43" name="Text Placeholder 7">
            <a:extLst>
              <a:ext uri="{FF2B5EF4-FFF2-40B4-BE49-F238E27FC236}">
                <a16:creationId xmlns:a16="http://schemas.microsoft.com/office/drawing/2014/main" id="{FEBB122E-6E5D-4B48-91C0-C6EB8BA3D2D9}"/>
              </a:ext>
            </a:extLst>
          </p:cNvPr>
          <p:cNvSpPr>
            <a:spLocks noGrp="1"/>
          </p:cNvSpPr>
          <p:nvPr>
            <p:ph type="body" sz="quarter" idx="50" hasCustomPrompt="1"/>
          </p:nvPr>
        </p:nvSpPr>
        <p:spPr>
          <a:xfrm>
            <a:off x="4400550" y="6158401"/>
            <a:ext cx="1587295" cy="166199"/>
          </a:xfrm>
          <a:noFill/>
        </p:spPr>
        <p:txBody>
          <a:bodyPr wrap="square" lIns="0" tIns="0" rIns="0" bIns="0" anchor="t">
            <a:noAutofit/>
          </a:bodyPr>
          <a:lstStyle>
            <a:lvl1pPr marL="0" indent="0" algn="ctr">
              <a:spcBef>
                <a:spcPts val="0"/>
              </a:spcBef>
              <a:spcAft>
                <a:spcPts val="0"/>
              </a:spcAft>
              <a:buNone/>
              <a:defRPr sz="1100" b="0">
                <a:solidFill>
                  <a:schemeClr val="tx1">
                    <a:lumMod val="75000"/>
                    <a:lumOff val="25000"/>
                  </a:schemeClr>
                </a:solidFill>
                <a:latin typeface="+mn-lt"/>
              </a:defRPr>
            </a:lvl1pPr>
          </a:lstStyle>
          <a:p>
            <a:pPr lvl="0"/>
            <a:r>
              <a:rPr lang="en-US" noProof="0"/>
              <a:t>Description</a:t>
            </a:r>
          </a:p>
        </p:txBody>
      </p:sp>
      <p:sp>
        <p:nvSpPr>
          <p:cNvPr id="44" name="Picture Placeholder 8">
            <a:extLst>
              <a:ext uri="{FF2B5EF4-FFF2-40B4-BE49-F238E27FC236}">
                <a16:creationId xmlns:a16="http://schemas.microsoft.com/office/drawing/2014/main" id="{A968314E-9F6B-4D90-BC2A-C5BB6AC70F5F}"/>
              </a:ext>
              <a:ext uri="{C183D7F6-B498-43B3-948B-1728B52AA6E4}">
                <adec:decorative xmlns="" xmlns:adec="http://schemas.microsoft.com/office/drawing/2017/decorative" val="1"/>
              </a:ext>
            </a:extLst>
          </p:cNvPr>
          <p:cNvSpPr>
            <a:spLocks noGrp="1" noChangeAspect="1"/>
          </p:cNvSpPr>
          <p:nvPr>
            <p:ph type="pic" sz="quarter" idx="51" hasCustomPrompt="1"/>
          </p:nvPr>
        </p:nvSpPr>
        <p:spPr>
          <a:xfrm>
            <a:off x="6546749" y="4967309"/>
            <a:ext cx="914396" cy="914396"/>
          </a:xfrm>
          <a:prstGeom prst="ellipse">
            <a:avLst/>
          </a:prstGeom>
          <a:solidFill>
            <a:schemeClr val="bg1"/>
          </a:solidFill>
          <a:effectLst>
            <a:outerShdw blurRad="50800" dist="38100" dir="2700000" algn="tl" rotWithShape="0">
              <a:prstClr val="black">
                <a:alpha val="40000"/>
              </a:prstClr>
            </a:outerShdw>
          </a:effectLst>
        </p:spPr>
        <p:txBody>
          <a:bodyPr lIns="0" rIns="0" anchor="ctr">
            <a:normAutofit/>
          </a:bodyPr>
          <a:lstStyle>
            <a:lvl1pPr marL="0" indent="0" algn="ctr">
              <a:buNone/>
              <a:defRPr sz="1200">
                <a:solidFill>
                  <a:schemeClr val="bg1">
                    <a:lumMod val="50000"/>
                  </a:schemeClr>
                </a:solidFill>
              </a:defRPr>
            </a:lvl1pPr>
          </a:lstStyle>
          <a:p>
            <a:r>
              <a:rPr lang="en-US" noProof="0" dirty="0"/>
              <a:t>Insert Image</a:t>
            </a:r>
          </a:p>
        </p:txBody>
      </p:sp>
      <p:sp>
        <p:nvSpPr>
          <p:cNvPr id="45" name="Text Placeholder 7">
            <a:extLst>
              <a:ext uri="{FF2B5EF4-FFF2-40B4-BE49-F238E27FC236}">
                <a16:creationId xmlns:a16="http://schemas.microsoft.com/office/drawing/2014/main" id="{98FF5C01-8CE1-475F-A59A-011328494FC8}"/>
              </a:ext>
            </a:extLst>
          </p:cNvPr>
          <p:cNvSpPr>
            <a:spLocks noGrp="1"/>
          </p:cNvSpPr>
          <p:nvPr>
            <p:ph type="body" sz="quarter" idx="52" hasCustomPrompt="1"/>
          </p:nvPr>
        </p:nvSpPr>
        <p:spPr>
          <a:xfrm>
            <a:off x="6210300" y="5988389"/>
            <a:ext cx="1587295" cy="166199"/>
          </a:xfrm>
          <a:noFill/>
        </p:spPr>
        <p:txBody>
          <a:bodyPr wrap="square" lIns="0" tIns="0" rIns="0" bIns="0" anchor="ctr">
            <a:noAutofit/>
          </a:bodyPr>
          <a:lstStyle>
            <a:lvl1pPr marL="0" indent="0" algn="ctr">
              <a:spcBef>
                <a:spcPts val="0"/>
              </a:spcBef>
              <a:spcAft>
                <a:spcPts val="0"/>
              </a:spcAft>
              <a:buNone/>
              <a:defRPr sz="1100" b="1">
                <a:solidFill>
                  <a:schemeClr val="accent1"/>
                </a:solidFill>
                <a:latin typeface="+mn-lt"/>
              </a:defRPr>
            </a:lvl1pPr>
          </a:lstStyle>
          <a:p>
            <a:pPr lvl="0"/>
            <a:r>
              <a:rPr lang="en-US" noProof="0"/>
              <a:t>NAME</a:t>
            </a:r>
          </a:p>
        </p:txBody>
      </p:sp>
      <p:sp>
        <p:nvSpPr>
          <p:cNvPr id="46" name="Text Placeholder 7">
            <a:extLst>
              <a:ext uri="{FF2B5EF4-FFF2-40B4-BE49-F238E27FC236}">
                <a16:creationId xmlns:a16="http://schemas.microsoft.com/office/drawing/2014/main" id="{DC690F93-088F-498C-9B26-2DCE00A1145F}"/>
              </a:ext>
            </a:extLst>
          </p:cNvPr>
          <p:cNvSpPr>
            <a:spLocks noGrp="1"/>
          </p:cNvSpPr>
          <p:nvPr>
            <p:ph type="body" sz="quarter" idx="53" hasCustomPrompt="1"/>
          </p:nvPr>
        </p:nvSpPr>
        <p:spPr>
          <a:xfrm>
            <a:off x="6210300" y="6158401"/>
            <a:ext cx="1587295" cy="166199"/>
          </a:xfrm>
          <a:noFill/>
        </p:spPr>
        <p:txBody>
          <a:bodyPr wrap="square" lIns="0" tIns="0" rIns="0" bIns="0" anchor="t">
            <a:noAutofit/>
          </a:bodyPr>
          <a:lstStyle>
            <a:lvl1pPr marL="0" indent="0" algn="ctr">
              <a:spcBef>
                <a:spcPts val="0"/>
              </a:spcBef>
              <a:spcAft>
                <a:spcPts val="0"/>
              </a:spcAft>
              <a:buNone/>
              <a:defRPr sz="1100" b="0">
                <a:solidFill>
                  <a:schemeClr val="tx1">
                    <a:lumMod val="75000"/>
                    <a:lumOff val="25000"/>
                  </a:schemeClr>
                </a:solidFill>
                <a:latin typeface="+mn-lt"/>
              </a:defRPr>
            </a:lvl1pPr>
          </a:lstStyle>
          <a:p>
            <a:pPr lvl="0"/>
            <a:r>
              <a:rPr lang="en-US" noProof="0"/>
              <a:t>Description</a:t>
            </a:r>
          </a:p>
        </p:txBody>
      </p:sp>
      <p:sp>
        <p:nvSpPr>
          <p:cNvPr id="47" name="Picture Placeholder 8">
            <a:extLst>
              <a:ext uri="{FF2B5EF4-FFF2-40B4-BE49-F238E27FC236}">
                <a16:creationId xmlns:a16="http://schemas.microsoft.com/office/drawing/2014/main" id="{1D462CE1-BEE9-45C4-AB54-354D05E69D31}"/>
              </a:ext>
              <a:ext uri="{C183D7F6-B498-43B3-948B-1728B52AA6E4}">
                <adec:decorative xmlns="" xmlns:adec="http://schemas.microsoft.com/office/drawing/2017/decorative" val="1"/>
              </a:ext>
            </a:extLst>
          </p:cNvPr>
          <p:cNvSpPr>
            <a:spLocks noGrp="1" noChangeAspect="1"/>
          </p:cNvSpPr>
          <p:nvPr>
            <p:ph type="pic" sz="quarter" idx="54" hasCustomPrompt="1"/>
          </p:nvPr>
        </p:nvSpPr>
        <p:spPr>
          <a:xfrm>
            <a:off x="8353860" y="4967309"/>
            <a:ext cx="914396" cy="914396"/>
          </a:xfrm>
          <a:prstGeom prst="ellipse">
            <a:avLst/>
          </a:prstGeom>
          <a:solidFill>
            <a:schemeClr val="bg1"/>
          </a:solidFill>
          <a:effectLst>
            <a:outerShdw blurRad="50800" dist="38100" dir="2700000" algn="tl" rotWithShape="0">
              <a:prstClr val="black">
                <a:alpha val="40000"/>
              </a:prstClr>
            </a:outerShdw>
          </a:effectLst>
        </p:spPr>
        <p:txBody>
          <a:bodyPr lIns="0" rIns="0" anchor="ctr">
            <a:normAutofit/>
          </a:bodyPr>
          <a:lstStyle>
            <a:lvl1pPr marL="0" indent="0" algn="ctr">
              <a:buNone/>
              <a:defRPr sz="1200">
                <a:solidFill>
                  <a:schemeClr val="bg1">
                    <a:lumMod val="50000"/>
                  </a:schemeClr>
                </a:solidFill>
              </a:defRPr>
            </a:lvl1pPr>
          </a:lstStyle>
          <a:p>
            <a:r>
              <a:rPr lang="en-US" noProof="0" dirty="0"/>
              <a:t>Insert Image</a:t>
            </a:r>
          </a:p>
        </p:txBody>
      </p:sp>
      <p:sp>
        <p:nvSpPr>
          <p:cNvPr id="48" name="Text Placeholder 7">
            <a:extLst>
              <a:ext uri="{FF2B5EF4-FFF2-40B4-BE49-F238E27FC236}">
                <a16:creationId xmlns:a16="http://schemas.microsoft.com/office/drawing/2014/main" id="{9FA2731A-D1B2-4144-8373-12B9313F9BFD}"/>
              </a:ext>
            </a:extLst>
          </p:cNvPr>
          <p:cNvSpPr>
            <a:spLocks noGrp="1"/>
          </p:cNvSpPr>
          <p:nvPr>
            <p:ph type="body" sz="quarter" idx="55" hasCustomPrompt="1"/>
          </p:nvPr>
        </p:nvSpPr>
        <p:spPr>
          <a:xfrm>
            <a:off x="8017411" y="5988389"/>
            <a:ext cx="1587295" cy="166199"/>
          </a:xfrm>
          <a:noFill/>
        </p:spPr>
        <p:txBody>
          <a:bodyPr wrap="square" lIns="0" tIns="0" rIns="0" bIns="0" anchor="ctr">
            <a:noAutofit/>
          </a:bodyPr>
          <a:lstStyle>
            <a:lvl1pPr marL="0" indent="0" algn="ctr">
              <a:spcBef>
                <a:spcPts val="0"/>
              </a:spcBef>
              <a:spcAft>
                <a:spcPts val="0"/>
              </a:spcAft>
              <a:buNone/>
              <a:defRPr sz="1100" b="1">
                <a:solidFill>
                  <a:schemeClr val="accent1"/>
                </a:solidFill>
                <a:latin typeface="+mn-lt"/>
              </a:defRPr>
            </a:lvl1pPr>
          </a:lstStyle>
          <a:p>
            <a:pPr lvl="0"/>
            <a:r>
              <a:rPr lang="en-US" noProof="0"/>
              <a:t>NAME</a:t>
            </a:r>
          </a:p>
        </p:txBody>
      </p:sp>
      <p:sp>
        <p:nvSpPr>
          <p:cNvPr id="49" name="Text Placeholder 7">
            <a:extLst>
              <a:ext uri="{FF2B5EF4-FFF2-40B4-BE49-F238E27FC236}">
                <a16:creationId xmlns:a16="http://schemas.microsoft.com/office/drawing/2014/main" id="{F61DF59D-6B27-4EC6-A151-0F9B99DC8051}"/>
              </a:ext>
            </a:extLst>
          </p:cNvPr>
          <p:cNvSpPr>
            <a:spLocks noGrp="1"/>
          </p:cNvSpPr>
          <p:nvPr>
            <p:ph type="body" sz="quarter" idx="56" hasCustomPrompt="1"/>
          </p:nvPr>
        </p:nvSpPr>
        <p:spPr>
          <a:xfrm>
            <a:off x="8017411" y="6158401"/>
            <a:ext cx="1587295" cy="166199"/>
          </a:xfrm>
          <a:noFill/>
        </p:spPr>
        <p:txBody>
          <a:bodyPr wrap="square" lIns="0" tIns="0" rIns="0" bIns="0" anchor="t">
            <a:noAutofit/>
          </a:bodyPr>
          <a:lstStyle>
            <a:lvl1pPr marL="0" indent="0" algn="ctr">
              <a:spcBef>
                <a:spcPts val="0"/>
              </a:spcBef>
              <a:spcAft>
                <a:spcPts val="0"/>
              </a:spcAft>
              <a:buNone/>
              <a:defRPr sz="1100" b="0">
                <a:solidFill>
                  <a:schemeClr val="tx1">
                    <a:lumMod val="75000"/>
                    <a:lumOff val="25000"/>
                  </a:schemeClr>
                </a:solidFill>
                <a:latin typeface="+mn-lt"/>
              </a:defRPr>
            </a:lvl1pPr>
          </a:lstStyle>
          <a:p>
            <a:pPr lvl="0"/>
            <a:r>
              <a:rPr lang="en-US" noProof="0"/>
              <a:t>Description</a:t>
            </a:r>
          </a:p>
        </p:txBody>
      </p:sp>
    </p:spTree>
    <p:extLst>
      <p:ext uri="{BB962C8B-B14F-4D97-AF65-F5344CB8AC3E}">
        <p14:creationId xmlns:p14="http://schemas.microsoft.com/office/powerpoint/2010/main" val="748268675"/>
      </p:ext>
    </p:extLst>
  </p:cSld>
  <p:clrMapOvr>
    <a:masterClrMapping/>
  </p:clrMapOvr>
  <p:extLst>
    <p:ext uri="{DCECCB84-F9BA-43D5-87BE-67443E8EF086}">
      <p15:sldGuideLst xmlns:p15="http://schemas.microsoft.com/office/powerpoint/2012/main">
        <p15:guide id="1" orient="horz" pos="2160">
          <p15:clr>
            <a:srgbClr val="FBAE40"/>
          </p15:clr>
        </p15:guide>
        <p15:guide id="2" orient="horz" pos="720">
          <p15:clr>
            <a:srgbClr val="FBAE40"/>
          </p15:clr>
        </p15:guide>
      </p15:sldGuideLst>
    </p:ext>
  </p:extLst>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1_Title Side patch Title Only">
    <p:spTree>
      <p:nvGrpSpPr>
        <p:cNvPr id="1" name=""/>
        <p:cNvGrpSpPr/>
        <p:nvPr/>
      </p:nvGrpSpPr>
      <p:grpSpPr>
        <a:xfrm>
          <a:off x="0" y="0"/>
          <a:ext cx="0" cy="0"/>
          <a:chOff x="0" y="0"/>
          <a:chExt cx="0" cy="0"/>
        </a:xfrm>
      </p:grpSpPr>
      <p:sp>
        <p:nvSpPr>
          <p:cNvPr id="34" name="Freeform: Shape 33">
            <a:extLst>
              <a:ext uri="{FF2B5EF4-FFF2-40B4-BE49-F238E27FC236}">
                <a16:creationId xmlns:a16="http://schemas.microsoft.com/office/drawing/2014/main" id="{724AA86D-A811-42CE-8C83-8053DFC66751}"/>
              </a:ext>
              <a:ext uri="{C183D7F6-B498-43B3-948B-1728B52AA6E4}">
                <adec:decorative xmlns="" xmlns:adec="http://schemas.microsoft.com/office/drawing/2017/decorative" val="1"/>
              </a:ext>
            </a:extLst>
          </p:cNvPr>
          <p:cNvSpPr/>
          <p:nvPr userDrawn="1"/>
        </p:nvSpPr>
        <p:spPr>
          <a:xfrm>
            <a:off x="-1" y="0"/>
            <a:ext cx="8329286" cy="6858000"/>
          </a:xfrm>
          <a:custGeom>
            <a:avLst/>
            <a:gdLst>
              <a:gd name="connsiteX0" fmla="*/ 0 w 8329286"/>
              <a:gd name="connsiteY0" fmla="*/ 0 h 6858000"/>
              <a:gd name="connsiteX1" fmla="*/ 8329286 w 8329286"/>
              <a:gd name="connsiteY1" fmla="*/ 0 h 6858000"/>
              <a:gd name="connsiteX2" fmla="*/ 8329286 w 8329286"/>
              <a:gd name="connsiteY2" fmla="*/ 68183 h 6858000"/>
              <a:gd name="connsiteX3" fmla="*/ 3175958 w 8329286"/>
              <a:gd name="connsiteY3" fmla="*/ 6858000 h 6858000"/>
              <a:gd name="connsiteX4" fmla="*/ 0 w 8329286"/>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329286" h="6858000">
                <a:moveTo>
                  <a:pt x="0" y="0"/>
                </a:moveTo>
                <a:lnTo>
                  <a:pt x="8329286" y="0"/>
                </a:lnTo>
                <a:lnTo>
                  <a:pt x="8329286" y="68183"/>
                </a:lnTo>
                <a:lnTo>
                  <a:pt x="3175958" y="6858000"/>
                </a:lnTo>
                <a:lnTo>
                  <a:pt x="0" y="6858000"/>
                </a:lnTo>
                <a:close/>
              </a:path>
            </a:pathLst>
          </a:custGeom>
          <a:solidFill>
            <a:srgbClr val="EEEEE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1" name="Rectangle 10">
            <a:extLst>
              <a:ext uri="{FF2B5EF4-FFF2-40B4-BE49-F238E27FC236}">
                <a16:creationId xmlns:a16="http://schemas.microsoft.com/office/drawing/2014/main" id="{0B42CCEE-B750-4EF9-BAE5-217844AE7456}"/>
              </a:ext>
              <a:ext uri="{C183D7F6-B498-43B3-948B-1728B52AA6E4}">
                <adec:decorative xmlns="" xmlns:adec="http://schemas.microsoft.com/office/drawing/2017/decorative" val="1"/>
              </a:ext>
            </a:extLst>
          </p:cNvPr>
          <p:cNvSpPr/>
          <p:nvPr userDrawn="1"/>
        </p:nvSpPr>
        <p:spPr>
          <a:xfrm>
            <a:off x="0" y="0"/>
            <a:ext cx="12192000" cy="11297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le 1">
            <a:extLst>
              <a:ext uri="{FF2B5EF4-FFF2-40B4-BE49-F238E27FC236}">
                <a16:creationId xmlns:a16="http://schemas.microsoft.com/office/drawing/2014/main" id="{9015F2E0-A9EE-4095-8DFC-C3BBA80FAEEE}"/>
              </a:ext>
            </a:extLst>
          </p:cNvPr>
          <p:cNvSpPr>
            <a:spLocks noGrp="1"/>
          </p:cNvSpPr>
          <p:nvPr>
            <p:ph type="title"/>
          </p:nvPr>
        </p:nvSpPr>
        <p:spPr>
          <a:xfrm>
            <a:off x="548640" y="990600"/>
            <a:ext cx="10805160" cy="707886"/>
          </a:xfrm>
        </p:spPr>
        <p:txBody>
          <a:bodyPr lIns="91440" anchor="t">
            <a:normAutofit/>
          </a:bodyPr>
          <a:lstStyle>
            <a:lvl1pPr>
              <a:lnSpc>
                <a:spcPct val="100000"/>
              </a:lnSpc>
              <a:defRPr sz="4000" b="0">
                <a:latin typeface="+mj-lt"/>
              </a:defRPr>
            </a:lvl1pPr>
          </a:lstStyle>
          <a:p>
            <a:r>
              <a:rPr lang="en-US" noProof="0" smtClean="0"/>
              <a:t>Click to edit Master title style</a:t>
            </a:r>
            <a:endParaRPr lang="en-US" noProof="0"/>
          </a:p>
        </p:txBody>
      </p:sp>
      <p:sp>
        <p:nvSpPr>
          <p:cNvPr id="16" name="Slide Number Placeholder 5">
            <a:extLst>
              <a:ext uri="{FF2B5EF4-FFF2-40B4-BE49-F238E27FC236}">
                <a16:creationId xmlns:a16="http://schemas.microsoft.com/office/drawing/2014/main" id="{E0693782-2388-4647-A185-375373970194}"/>
              </a:ext>
            </a:extLst>
          </p:cNvPr>
          <p:cNvSpPr>
            <a:spLocks noGrp="1"/>
          </p:cNvSpPr>
          <p:nvPr>
            <p:ph type="sldNum" sz="quarter" idx="4"/>
          </p:nvPr>
        </p:nvSpPr>
        <p:spPr>
          <a:xfrm>
            <a:off x="628788" y="6339840"/>
            <a:ext cx="302281" cy="365760"/>
          </a:xfrm>
          <a:prstGeom prst="rect">
            <a:avLst/>
          </a:prstGeom>
          <a:solidFill>
            <a:schemeClr val="bg1">
              <a:alpha val="82000"/>
            </a:schemeClr>
          </a:solidFill>
          <a:ln>
            <a:solidFill>
              <a:schemeClr val="accent2"/>
            </a:solidFill>
          </a:ln>
        </p:spPr>
        <p:txBody>
          <a:bodyPr vert="horz" lIns="0" tIns="45720" rIns="0" bIns="45720" rtlCol="0" anchor="ctr"/>
          <a:lstStyle>
            <a:lvl1pPr algn="ctr">
              <a:defRPr sz="1000">
                <a:solidFill>
                  <a:schemeClr val="tx1">
                    <a:lumMod val="95000"/>
                    <a:lumOff val="5000"/>
                  </a:schemeClr>
                </a:solidFill>
                <a:latin typeface="+mj-lt"/>
              </a:defRPr>
            </a:lvl1pPr>
          </a:lstStyle>
          <a:p>
            <a:fld id="{4FAB73BC-B049-4115-A692-8D63A059BFB8}" type="slidenum">
              <a:rPr lang="en-US" noProof="0" smtClean="0"/>
              <a:pPr/>
              <a:t>‹#›</a:t>
            </a:fld>
            <a:endParaRPr lang="en-US" noProof="0" dirty="0"/>
          </a:p>
        </p:txBody>
      </p:sp>
      <p:sp>
        <p:nvSpPr>
          <p:cNvPr id="15" name="Freeform: Shape 14">
            <a:extLst>
              <a:ext uri="{FF2B5EF4-FFF2-40B4-BE49-F238E27FC236}">
                <a16:creationId xmlns:a16="http://schemas.microsoft.com/office/drawing/2014/main" id="{89314C5F-7D40-40CF-8951-9660A5ACE1F7}"/>
              </a:ext>
              <a:ext uri="{C183D7F6-B498-43B3-948B-1728B52AA6E4}">
                <adec:decorative xmlns="" xmlns:adec="http://schemas.microsoft.com/office/drawing/2017/decorative" val="1"/>
              </a:ext>
            </a:extLst>
          </p:cNvPr>
          <p:cNvSpPr/>
          <p:nvPr userDrawn="1"/>
        </p:nvSpPr>
        <p:spPr>
          <a:xfrm>
            <a:off x="0" y="0"/>
            <a:ext cx="8329286" cy="457200"/>
          </a:xfrm>
          <a:custGeom>
            <a:avLst/>
            <a:gdLst>
              <a:gd name="connsiteX0" fmla="*/ 0 w 8329286"/>
              <a:gd name="connsiteY0" fmla="*/ 0 h 457200"/>
              <a:gd name="connsiteX1" fmla="*/ 8329286 w 8329286"/>
              <a:gd name="connsiteY1" fmla="*/ 0 h 457200"/>
              <a:gd name="connsiteX2" fmla="*/ 7982281 w 8329286"/>
              <a:gd name="connsiteY2" fmla="*/ 457200 h 457200"/>
              <a:gd name="connsiteX3" fmla="*/ 0 w 8329286"/>
              <a:gd name="connsiteY3" fmla="*/ 457200 h 457200"/>
            </a:gdLst>
            <a:ahLst/>
            <a:cxnLst>
              <a:cxn ang="0">
                <a:pos x="connsiteX0" y="connsiteY0"/>
              </a:cxn>
              <a:cxn ang="0">
                <a:pos x="connsiteX1" y="connsiteY1"/>
              </a:cxn>
              <a:cxn ang="0">
                <a:pos x="connsiteX2" y="connsiteY2"/>
              </a:cxn>
              <a:cxn ang="0">
                <a:pos x="connsiteX3" y="connsiteY3"/>
              </a:cxn>
            </a:cxnLst>
            <a:rect l="l" t="t" r="r" b="b"/>
            <a:pathLst>
              <a:path w="8329286" h="457200">
                <a:moveTo>
                  <a:pt x="0" y="0"/>
                </a:moveTo>
                <a:lnTo>
                  <a:pt x="8329286" y="0"/>
                </a:lnTo>
                <a:lnTo>
                  <a:pt x="7982281" y="457200"/>
                </a:lnTo>
                <a:lnTo>
                  <a:pt x="0" y="457200"/>
                </a:lnTo>
                <a:close/>
              </a:path>
            </a:pathLst>
          </a:custGeom>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Tree>
    <p:extLst>
      <p:ext uri="{BB962C8B-B14F-4D97-AF65-F5344CB8AC3E}">
        <p14:creationId xmlns:p14="http://schemas.microsoft.com/office/powerpoint/2010/main" val="3586630381"/>
      </p:ext>
    </p:extLst>
  </p:cSld>
  <p:clrMapOvr>
    <a:masterClrMapping/>
  </p:clrMapOvr>
  <p:extLst>
    <p:ext uri="{DCECCB84-F9BA-43D5-87BE-67443E8EF086}">
      <p15:sldGuideLst xmlns:p15="http://schemas.microsoft.com/office/powerpoint/2012/main">
        <p15:guide id="1" orient="horz" pos="2160">
          <p15:clr>
            <a:srgbClr val="FBAE40"/>
          </p15:clr>
        </p15:guide>
        <p15:guide id="2" orient="horz" pos="720">
          <p15:clr>
            <a:srgbClr val="FBAE40"/>
          </p15:clr>
        </p15:guide>
      </p15:sldGuideLst>
    </p:ext>
  </p:extLst>
</p:sldLayout>
</file>

<file path=ppt/slideLayouts/slideLayout53.xml><?xml version="1.0" encoding="utf-8"?>
<p:sldLayout xmlns:a="http://schemas.openxmlformats.org/drawingml/2006/main" xmlns:r="http://schemas.openxmlformats.org/officeDocument/2006/relationships" xmlns:p="http://schemas.openxmlformats.org/presentationml/2006/main" showMasterSp="0" preserve="1" userDrawn="1">
  <p:cSld name="Image Caption Content_Blue">
    <p:bg>
      <p:bgPr>
        <a:solidFill>
          <a:schemeClr val="tx2"/>
        </a:solidFill>
        <a:effectLst/>
      </p:bgPr>
    </p:bg>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A623EB06-2F79-4698-807D-96A58B4F1D71}"/>
              </a:ext>
              <a:ext uri="{C183D7F6-B498-43B3-948B-1728B52AA6E4}">
                <adec:decorative xmlns="" xmlns:adec="http://schemas.microsoft.com/office/drawing/2017/decorative" val="1"/>
              </a:ext>
            </a:extLst>
          </p:cNvPr>
          <p:cNvSpPr>
            <a:spLocks noGrp="1"/>
          </p:cNvSpPr>
          <p:nvPr>
            <p:ph type="pic" sz="quarter" idx="15" hasCustomPrompt="1"/>
          </p:nvPr>
        </p:nvSpPr>
        <p:spPr>
          <a:xfrm>
            <a:off x="0" y="0"/>
            <a:ext cx="8329286" cy="6858000"/>
          </a:xfrm>
          <a:custGeom>
            <a:avLst/>
            <a:gdLst>
              <a:gd name="connsiteX0" fmla="*/ 0 w 8329286"/>
              <a:gd name="connsiteY0" fmla="*/ 0 h 6858000"/>
              <a:gd name="connsiteX1" fmla="*/ 8329286 w 8329286"/>
              <a:gd name="connsiteY1" fmla="*/ 0 h 6858000"/>
              <a:gd name="connsiteX2" fmla="*/ 3124200 w 8329286"/>
              <a:gd name="connsiteY2" fmla="*/ 6858000 h 6858000"/>
              <a:gd name="connsiteX3" fmla="*/ 0 w 8329286"/>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8329286" h="6858000">
                <a:moveTo>
                  <a:pt x="0" y="0"/>
                </a:moveTo>
                <a:lnTo>
                  <a:pt x="8329286" y="0"/>
                </a:lnTo>
                <a:lnTo>
                  <a:pt x="3124200" y="6858000"/>
                </a:lnTo>
                <a:lnTo>
                  <a:pt x="0" y="6858000"/>
                </a:lnTo>
                <a:close/>
              </a:path>
            </a:pathLst>
          </a:custGeom>
          <a:solidFill>
            <a:schemeClr val="bg1"/>
          </a:solidFill>
          <a:effectLst>
            <a:outerShdw blurRad="228600" dist="38100" algn="l" rotWithShape="0">
              <a:prstClr val="black">
                <a:alpha val="40000"/>
              </a:prstClr>
            </a:outerShdw>
          </a:effectLst>
        </p:spPr>
        <p:txBody>
          <a:bodyPr wrap="square" anchor="ctr">
            <a:noAutofit/>
          </a:bodyPr>
          <a:lstStyle>
            <a:lvl1pPr marL="0" indent="0" algn="ctr">
              <a:buNone/>
              <a:defRPr/>
            </a:lvl1pPr>
          </a:lstStyle>
          <a:p>
            <a:r>
              <a:rPr lang="en-US" dirty="0"/>
              <a:t>Insert Image</a:t>
            </a:r>
            <a:endParaRPr lang="en-GB" dirty="0"/>
          </a:p>
        </p:txBody>
      </p:sp>
      <p:sp>
        <p:nvSpPr>
          <p:cNvPr id="17" name="Text Placeholder 16">
            <a:extLst>
              <a:ext uri="{FF2B5EF4-FFF2-40B4-BE49-F238E27FC236}">
                <a16:creationId xmlns:a16="http://schemas.microsoft.com/office/drawing/2014/main" id="{FF9E63E5-568A-4FA2-9851-E5BFA12B85D1}"/>
              </a:ext>
              <a:ext uri="{C183D7F6-B498-43B3-948B-1728B52AA6E4}">
                <adec:decorative xmlns="" xmlns:adec="http://schemas.microsoft.com/office/drawing/2017/decorative" val="1"/>
              </a:ext>
            </a:extLst>
          </p:cNvPr>
          <p:cNvSpPr>
            <a:spLocks noGrp="1"/>
          </p:cNvSpPr>
          <p:nvPr>
            <p:ph type="body" sz="quarter" idx="12" hasCustomPrompt="1"/>
          </p:nvPr>
        </p:nvSpPr>
        <p:spPr>
          <a:xfrm>
            <a:off x="990600" y="609600"/>
            <a:ext cx="4648200" cy="6248400"/>
          </a:xfrm>
          <a:solidFill>
            <a:schemeClr val="bg1"/>
          </a:solidFill>
          <a:effectLst>
            <a:outerShdw blurRad="355600" dist="38100" dir="2700000" algn="tl" rotWithShape="0">
              <a:prstClr val="black">
                <a:alpha val="40000"/>
              </a:prstClr>
            </a:outerShdw>
          </a:effectLst>
        </p:spPr>
        <p:txBody>
          <a:bodyPr/>
          <a:lstStyle>
            <a:lvl1pPr marL="0" indent="0">
              <a:buNone/>
              <a:defRPr>
                <a:solidFill>
                  <a:schemeClr val="tx1">
                    <a:alpha val="0"/>
                  </a:schemeClr>
                </a:solidFill>
              </a:defRPr>
            </a:lvl1pPr>
          </a:lstStyle>
          <a:p>
            <a:pPr lvl="0"/>
            <a:r>
              <a:rPr lang="en-US" dirty="0"/>
              <a:t>I</a:t>
            </a:r>
            <a:endParaRPr lang="en-GB" dirty="0"/>
          </a:p>
        </p:txBody>
      </p:sp>
      <p:sp>
        <p:nvSpPr>
          <p:cNvPr id="2" name="Title 1"/>
          <p:cNvSpPr>
            <a:spLocks noGrp="1"/>
          </p:cNvSpPr>
          <p:nvPr>
            <p:ph type="ctrTitle"/>
          </p:nvPr>
        </p:nvSpPr>
        <p:spPr>
          <a:xfrm>
            <a:off x="1257300" y="3962400"/>
            <a:ext cx="4114800" cy="1981200"/>
          </a:xfrm>
        </p:spPr>
        <p:txBody>
          <a:bodyPr anchor="ctr">
            <a:noAutofit/>
          </a:bodyPr>
          <a:lstStyle>
            <a:lvl1pPr algn="ctr">
              <a:lnSpc>
                <a:spcPct val="80000"/>
              </a:lnSpc>
              <a:defRPr sz="4000" b="0" spc="200" baseline="0"/>
            </a:lvl1pPr>
          </a:lstStyle>
          <a:p>
            <a:r>
              <a:rPr lang="en-US" smtClean="0"/>
              <a:t>Click to edit Master title style</a:t>
            </a:r>
            <a:endParaRPr lang="en-US" dirty="0"/>
          </a:p>
        </p:txBody>
      </p:sp>
      <p:sp>
        <p:nvSpPr>
          <p:cNvPr id="3" name="Subtitle 2"/>
          <p:cNvSpPr>
            <a:spLocks noGrp="1"/>
          </p:cNvSpPr>
          <p:nvPr>
            <p:ph type="subTitle" idx="1"/>
          </p:nvPr>
        </p:nvSpPr>
        <p:spPr>
          <a:xfrm>
            <a:off x="6057900" y="4114800"/>
            <a:ext cx="4876800" cy="1371602"/>
          </a:xfrm>
        </p:spPr>
        <p:txBody>
          <a:bodyPr lIns="91440" rIns="91440" anchor="ctr">
            <a:normAutofit/>
          </a:bodyPr>
          <a:lstStyle>
            <a:lvl1pPr marL="0" indent="0" algn="l">
              <a:lnSpc>
                <a:spcPct val="100000"/>
              </a:lnSpc>
              <a:spcBef>
                <a:spcPts val="0"/>
              </a:spcBef>
              <a:spcAft>
                <a:spcPts val="0"/>
              </a:spcAft>
              <a:buNone/>
              <a:defRPr sz="1600">
                <a:solidFill>
                  <a:schemeClr val="bg1"/>
                </a:solidFill>
              </a:defRPr>
            </a:lvl1pPr>
            <a:lvl2pPr marL="457200" indent="0" algn="ctr">
              <a:buNone/>
              <a:defRPr sz="1800"/>
            </a:lvl2pPr>
            <a:lvl3pPr marL="914400" indent="0" algn="ctr">
              <a:buNone/>
              <a:defRPr sz="1800"/>
            </a:lvl3pPr>
            <a:lvl4pPr marL="1371600" indent="0" algn="ctr">
              <a:buNone/>
              <a:defRPr sz="1800"/>
            </a:lvl4pPr>
            <a:lvl5pPr marL="1828800" indent="0" algn="ctr">
              <a:buNone/>
              <a:defRPr sz="1800"/>
            </a:lvl5pPr>
            <a:lvl6pPr marL="2286000" indent="0" algn="ctr">
              <a:buNone/>
              <a:defRPr sz="1800"/>
            </a:lvl6pPr>
            <a:lvl7pPr marL="2743200" indent="0" algn="ctr">
              <a:buNone/>
              <a:defRPr sz="1800"/>
            </a:lvl7pPr>
            <a:lvl8pPr marL="3200400" indent="0" algn="ctr">
              <a:buNone/>
              <a:defRPr sz="1800"/>
            </a:lvl8pPr>
            <a:lvl9pPr marL="3657600" indent="0" algn="ctr">
              <a:buNone/>
              <a:defRPr sz="1800"/>
            </a:lvl9pPr>
          </a:lstStyle>
          <a:p>
            <a:r>
              <a:rPr lang="en-US" smtClean="0"/>
              <a:t>Click to edit Master subtitle style</a:t>
            </a:r>
            <a:endParaRPr lang="en-US" dirty="0"/>
          </a:p>
        </p:txBody>
      </p:sp>
      <p:sp>
        <p:nvSpPr>
          <p:cNvPr id="7" name="Text Placeholder 16">
            <a:extLst>
              <a:ext uri="{FF2B5EF4-FFF2-40B4-BE49-F238E27FC236}">
                <a16:creationId xmlns:a16="http://schemas.microsoft.com/office/drawing/2014/main" id="{D6D785D2-DAEB-48F3-AB8A-2954F03ACD2B}"/>
              </a:ext>
              <a:ext uri="{C183D7F6-B498-43B3-948B-1728B52AA6E4}">
                <adec:decorative xmlns="" xmlns:adec="http://schemas.microsoft.com/office/drawing/2017/decorative" val="1"/>
              </a:ext>
            </a:extLst>
          </p:cNvPr>
          <p:cNvSpPr>
            <a:spLocks noGrp="1"/>
          </p:cNvSpPr>
          <p:nvPr>
            <p:ph type="body" sz="quarter" idx="13" hasCustomPrompt="1"/>
          </p:nvPr>
        </p:nvSpPr>
        <p:spPr>
          <a:xfrm rot="16200000">
            <a:off x="381000" y="4840091"/>
            <a:ext cx="1219200" cy="225818"/>
          </a:xfrm>
          <a:solidFill>
            <a:schemeClr val="accent2"/>
          </a:solidFill>
          <a:effectLst>
            <a:outerShdw blurRad="50800" dist="38100" dir="2700000" algn="tl" rotWithShape="0">
              <a:prstClr val="black">
                <a:alpha val="40000"/>
              </a:prstClr>
            </a:outerShdw>
          </a:effectLst>
        </p:spPr>
        <p:txBody>
          <a:bodyPr/>
          <a:lstStyle>
            <a:lvl1pPr marL="0" indent="0">
              <a:buNone/>
              <a:defRPr>
                <a:solidFill>
                  <a:schemeClr val="tx1">
                    <a:alpha val="0"/>
                  </a:schemeClr>
                </a:solidFill>
              </a:defRPr>
            </a:lvl1pPr>
          </a:lstStyle>
          <a:p>
            <a:pPr lvl="0"/>
            <a:r>
              <a:rPr lang="en-US" dirty="0"/>
              <a:t>I</a:t>
            </a:r>
            <a:endParaRPr lang="en-GB" dirty="0"/>
          </a:p>
        </p:txBody>
      </p:sp>
      <p:sp>
        <p:nvSpPr>
          <p:cNvPr id="8" name="Text Placeholder 16">
            <a:extLst>
              <a:ext uri="{FF2B5EF4-FFF2-40B4-BE49-F238E27FC236}">
                <a16:creationId xmlns:a16="http://schemas.microsoft.com/office/drawing/2014/main" id="{BB42ECCE-195D-45F5-94EB-137CEFCFE916}"/>
              </a:ext>
              <a:ext uri="{C183D7F6-B498-43B3-948B-1728B52AA6E4}">
                <adec:decorative xmlns="" xmlns:adec="http://schemas.microsoft.com/office/drawing/2017/decorative" val="1"/>
              </a:ext>
            </a:extLst>
          </p:cNvPr>
          <p:cNvSpPr>
            <a:spLocks noGrp="1"/>
          </p:cNvSpPr>
          <p:nvPr>
            <p:ph type="body" sz="quarter" idx="14" hasCustomPrompt="1"/>
          </p:nvPr>
        </p:nvSpPr>
        <p:spPr>
          <a:xfrm rot="16200000">
            <a:off x="5029200" y="4840092"/>
            <a:ext cx="1219200" cy="225818"/>
          </a:xfrm>
          <a:solidFill>
            <a:schemeClr val="accent2"/>
          </a:solidFill>
          <a:effectLst>
            <a:outerShdw blurRad="50800" dist="38100" dir="18900000" algn="bl" rotWithShape="0">
              <a:prstClr val="black">
                <a:alpha val="40000"/>
              </a:prstClr>
            </a:outerShdw>
          </a:effectLst>
        </p:spPr>
        <p:txBody>
          <a:bodyPr/>
          <a:lstStyle>
            <a:lvl1pPr marL="0" indent="0">
              <a:buNone/>
              <a:defRPr>
                <a:solidFill>
                  <a:schemeClr val="tx1">
                    <a:alpha val="0"/>
                  </a:schemeClr>
                </a:solidFill>
              </a:defRPr>
            </a:lvl1pPr>
          </a:lstStyle>
          <a:p>
            <a:pPr lvl="0"/>
            <a:r>
              <a:rPr lang="en-US" dirty="0"/>
              <a:t>I</a:t>
            </a:r>
            <a:endParaRPr lang="en-GB" dirty="0"/>
          </a:p>
        </p:txBody>
      </p:sp>
    </p:spTree>
    <p:extLst>
      <p:ext uri="{BB962C8B-B14F-4D97-AF65-F5344CB8AC3E}">
        <p14:creationId xmlns:p14="http://schemas.microsoft.com/office/powerpoint/2010/main" val="798427065"/>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showMasterSp="0" preserve="1" userDrawn="1">
  <p:cSld name="Image Caption Content_Orange">
    <p:bg>
      <p:bgPr>
        <a:solidFill>
          <a:schemeClr val="accent2"/>
        </a:solidFill>
        <a:effectLst/>
      </p:bgPr>
    </p:bg>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A623EB06-2F79-4698-807D-96A58B4F1D71}"/>
              </a:ext>
              <a:ext uri="{C183D7F6-B498-43B3-948B-1728B52AA6E4}">
                <adec:decorative xmlns="" xmlns:adec="http://schemas.microsoft.com/office/drawing/2017/decorative" val="1"/>
              </a:ext>
            </a:extLst>
          </p:cNvPr>
          <p:cNvSpPr>
            <a:spLocks noGrp="1"/>
          </p:cNvSpPr>
          <p:nvPr>
            <p:ph type="pic" sz="quarter" idx="15" hasCustomPrompt="1"/>
          </p:nvPr>
        </p:nvSpPr>
        <p:spPr>
          <a:xfrm>
            <a:off x="0" y="0"/>
            <a:ext cx="8329286" cy="6858000"/>
          </a:xfrm>
          <a:custGeom>
            <a:avLst/>
            <a:gdLst>
              <a:gd name="connsiteX0" fmla="*/ 0 w 8329286"/>
              <a:gd name="connsiteY0" fmla="*/ 0 h 6858000"/>
              <a:gd name="connsiteX1" fmla="*/ 8329286 w 8329286"/>
              <a:gd name="connsiteY1" fmla="*/ 0 h 6858000"/>
              <a:gd name="connsiteX2" fmla="*/ 3124200 w 8329286"/>
              <a:gd name="connsiteY2" fmla="*/ 6858000 h 6858000"/>
              <a:gd name="connsiteX3" fmla="*/ 0 w 8329286"/>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8329286" h="6858000">
                <a:moveTo>
                  <a:pt x="0" y="0"/>
                </a:moveTo>
                <a:lnTo>
                  <a:pt x="8329286" y="0"/>
                </a:lnTo>
                <a:lnTo>
                  <a:pt x="3124200" y="6858000"/>
                </a:lnTo>
                <a:lnTo>
                  <a:pt x="0" y="6858000"/>
                </a:lnTo>
                <a:close/>
              </a:path>
            </a:pathLst>
          </a:custGeom>
          <a:solidFill>
            <a:schemeClr val="bg1"/>
          </a:solidFill>
          <a:effectLst>
            <a:outerShdw blurRad="228600" dist="38100" algn="l" rotWithShape="0">
              <a:prstClr val="black">
                <a:alpha val="40000"/>
              </a:prstClr>
            </a:outerShdw>
          </a:effectLst>
        </p:spPr>
        <p:txBody>
          <a:bodyPr wrap="square" anchor="ctr">
            <a:noAutofit/>
          </a:bodyPr>
          <a:lstStyle>
            <a:lvl1pPr marL="0" indent="0" algn="ctr">
              <a:buNone/>
              <a:defRPr/>
            </a:lvl1pPr>
          </a:lstStyle>
          <a:p>
            <a:r>
              <a:rPr lang="en-US" dirty="0"/>
              <a:t>Insert Image</a:t>
            </a:r>
            <a:endParaRPr lang="en-GB" dirty="0"/>
          </a:p>
        </p:txBody>
      </p:sp>
      <p:sp>
        <p:nvSpPr>
          <p:cNvPr id="17" name="Text Placeholder 16">
            <a:extLst>
              <a:ext uri="{FF2B5EF4-FFF2-40B4-BE49-F238E27FC236}">
                <a16:creationId xmlns:a16="http://schemas.microsoft.com/office/drawing/2014/main" id="{FF9E63E5-568A-4FA2-9851-E5BFA12B85D1}"/>
              </a:ext>
              <a:ext uri="{C183D7F6-B498-43B3-948B-1728B52AA6E4}">
                <adec:decorative xmlns="" xmlns:adec="http://schemas.microsoft.com/office/drawing/2017/decorative" val="1"/>
              </a:ext>
            </a:extLst>
          </p:cNvPr>
          <p:cNvSpPr>
            <a:spLocks noGrp="1"/>
          </p:cNvSpPr>
          <p:nvPr>
            <p:ph type="body" sz="quarter" idx="12" hasCustomPrompt="1"/>
          </p:nvPr>
        </p:nvSpPr>
        <p:spPr>
          <a:xfrm>
            <a:off x="990600" y="609600"/>
            <a:ext cx="4648200" cy="6248400"/>
          </a:xfrm>
          <a:solidFill>
            <a:schemeClr val="bg1"/>
          </a:solidFill>
          <a:effectLst>
            <a:outerShdw blurRad="355600" dist="38100" dir="2700000" algn="tl" rotWithShape="0">
              <a:prstClr val="black">
                <a:alpha val="40000"/>
              </a:prstClr>
            </a:outerShdw>
          </a:effectLst>
        </p:spPr>
        <p:txBody>
          <a:bodyPr/>
          <a:lstStyle>
            <a:lvl1pPr marL="0" indent="0">
              <a:buNone/>
              <a:defRPr>
                <a:solidFill>
                  <a:schemeClr val="tx1">
                    <a:alpha val="0"/>
                  </a:schemeClr>
                </a:solidFill>
              </a:defRPr>
            </a:lvl1pPr>
          </a:lstStyle>
          <a:p>
            <a:pPr lvl="0"/>
            <a:r>
              <a:rPr lang="en-US" dirty="0"/>
              <a:t>I</a:t>
            </a:r>
            <a:endParaRPr lang="en-GB" dirty="0"/>
          </a:p>
        </p:txBody>
      </p:sp>
      <p:sp>
        <p:nvSpPr>
          <p:cNvPr id="2" name="Title 1"/>
          <p:cNvSpPr>
            <a:spLocks noGrp="1"/>
          </p:cNvSpPr>
          <p:nvPr>
            <p:ph type="ctrTitle"/>
          </p:nvPr>
        </p:nvSpPr>
        <p:spPr>
          <a:xfrm>
            <a:off x="1257300" y="3962400"/>
            <a:ext cx="4114800" cy="1981200"/>
          </a:xfrm>
        </p:spPr>
        <p:txBody>
          <a:bodyPr anchor="ctr">
            <a:noAutofit/>
          </a:bodyPr>
          <a:lstStyle>
            <a:lvl1pPr algn="ctr">
              <a:lnSpc>
                <a:spcPct val="80000"/>
              </a:lnSpc>
              <a:defRPr sz="4000" b="0" spc="200" baseline="0"/>
            </a:lvl1pPr>
          </a:lstStyle>
          <a:p>
            <a:r>
              <a:rPr lang="en-US" smtClean="0"/>
              <a:t>Click to edit Master title style</a:t>
            </a:r>
            <a:endParaRPr lang="en-US" dirty="0"/>
          </a:p>
        </p:txBody>
      </p:sp>
      <p:sp>
        <p:nvSpPr>
          <p:cNvPr id="3" name="Subtitle 2"/>
          <p:cNvSpPr>
            <a:spLocks noGrp="1"/>
          </p:cNvSpPr>
          <p:nvPr>
            <p:ph type="subTitle" idx="1"/>
          </p:nvPr>
        </p:nvSpPr>
        <p:spPr>
          <a:xfrm>
            <a:off x="6057900" y="4114800"/>
            <a:ext cx="4876800" cy="1371602"/>
          </a:xfrm>
        </p:spPr>
        <p:txBody>
          <a:bodyPr lIns="91440" rIns="91440" anchor="ctr">
            <a:normAutofit/>
          </a:bodyPr>
          <a:lstStyle>
            <a:lvl1pPr marL="0" indent="0" algn="l">
              <a:lnSpc>
                <a:spcPct val="100000"/>
              </a:lnSpc>
              <a:spcBef>
                <a:spcPts val="0"/>
              </a:spcBef>
              <a:spcAft>
                <a:spcPts val="0"/>
              </a:spcAft>
              <a:buNone/>
              <a:defRPr sz="1600">
                <a:solidFill>
                  <a:schemeClr val="bg1"/>
                </a:solidFill>
              </a:defRPr>
            </a:lvl1pPr>
            <a:lvl2pPr marL="457200" indent="0" algn="ctr">
              <a:buNone/>
              <a:defRPr sz="1800"/>
            </a:lvl2pPr>
            <a:lvl3pPr marL="914400" indent="0" algn="ctr">
              <a:buNone/>
              <a:defRPr sz="1800"/>
            </a:lvl3pPr>
            <a:lvl4pPr marL="1371600" indent="0" algn="ctr">
              <a:buNone/>
              <a:defRPr sz="1800"/>
            </a:lvl4pPr>
            <a:lvl5pPr marL="1828800" indent="0" algn="ctr">
              <a:buNone/>
              <a:defRPr sz="1800"/>
            </a:lvl5pPr>
            <a:lvl6pPr marL="2286000" indent="0" algn="ctr">
              <a:buNone/>
              <a:defRPr sz="1800"/>
            </a:lvl6pPr>
            <a:lvl7pPr marL="2743200" indent="0" algn="ctr">
              <a:buNone/>
              <a:defRPr sz="1800"/>
            </a:lvl7pPr>
            <a:lvl8pPr marL="3200400" indent="0" algn="ctr">
              <a:buNone/>
              <a:defRPr sz="1800"/>
            </a:lvl8pPr>
            <a:lvl9pPr marL="3657600" indent="0" algn="ctr">
              <a:buNone/>
              <a:defRPr sz="1800"/>
            </a:lvl9pPr>
          </a:lstStyle>
          <a:p>
            <a:r>
              <a:rPr lang="en-US" smtClean="0"/>
              <a:t>Click to edit Master subtitle style</a:t>
            </a:r>
            <a:endParaRPr lang="en-US" dirty="0"/>
          </a:p>
        </p:txBody>
      </p:sp>
      <p:sp>
        <p:nvSpPr>
          <p:cNvPr id="7" name="Text Placeholder 16">
            <a:extLst>
              <a:ext uri="{FF2B5EF4-FFF2-40B4-BE49-F238E27FC236}">
                <a16:creationId xmlns:a16="http://schemas.microsoft.com/office/drawing/2014/main" id="{D6D785D2-DAEB-48F3-AB8A-2954F03ACD2B}"/>
              </a:ext>
              <a:ext uri="{C183D7F6-B498-43B3-948B-1728B52AA6E4}">
                <adec:decorative xmlns="" xmlns:adec="http://schemas.microsoft.com/office/drawing/2017/decorative" val="1"/>
              </a:ext>
            </a:extLst>
          </p:cNvPr>
          <p:cNvSpPr>
            <a:spLocks noGrp="1"/>
          </p:cNvSpPr>
          <p:nvPr>
            <p:ph type="body" sz="quarter" idx="13" hasCustomPrompt="1"/>
          </p:nvPr>
        </p:nvSpPr>
        <p:spPr>
          <a:xfrm rot="16200000">
            <a:off x="381000" y="4840091"/>
            <a:ext cx="1219200" cy="225818"/>
          </a:xfrm>
          <a:solidFill>
            <a:schemeClr val="accent5"/>
          </a:solidFill>
          <a:effectLst>
            <a:outerShdw blurRad="50800" dist="38100" dir="2700000" algn="tl" rotWithShape="0">
              <a:prstClr val="black">
                <a:alpha val="40000"/>
              </a:prstClr>
            </a:outerShdw>
          </a:effectLst>
        </p:spPr>
        <p:txBody>
          <a:bodyPr/>
          <a:lstStyle>
            <a:lvl1pPr marL="0" indent="0">
              <a:buNone/>
              <a:defRPr>
                <a:solidFill>
                  <a:schemeClr val="tx1">
                    <a:alpha val="0"/>
                  </a:schemeClr>
                </a:solidFill>
              </a:defRPr>
            </a:lvl1pPr>
          </a:lstStyle>
          <a:p>
            <a:pPr lvl="0"/>
            <a:r>
              <a:rPr lang="en-US" dirty="0"/>
              <a:t>I</a:t>
            </a:r>
            <a:endParaRPr lang="en-GB" dirty="0"/>
          </a:p>
        </p:txBody>
      </p:sp>
      <p:sp>
        <p:nvSpPr>
          <p:cNvPr id="8" name="Text Placeholder 16">
            <a:extLst>
              <a:ext uri="{FF2B5EF4-FFF2-40B4-BE49-F238E27FC236}">
                <a16:creationId xmlns:a16="http://schemas.microsoft.com/office/drawing/2014/main" id="{BB42ECCE-195D-45F5-94EB-137CEFCFE916}"/>
              </a:ext>
              <a:ext uri="{C183D7F6-B498-43B3-948B-1728B52AA6E4}">
                <adec:decorative xmlns="" xmlns:adec="http://schemas.microsoft.com/office/drawing/2017/decorative" val="1"/>
              </a:ext>
            </a:extLst>
          </p:cNvPr>
          <p:cNvSpPr>
            <a:spLocks noGrp="1"/>
          </p:cNvSpPr>
          <p:nvPr>
            <p:ph type="body" sz="quarter" idx="14" hasCustomPrompt="1"/>
          </p:nvPr>
        </p:nvSpPr>
        <p:spPr>
          <a:xfrm rot="16200000">
            <a:off x="5029200" y="4840092"/>
            <a:ext cx="1219200" cy="225818"/>
          </a:xfrm>
          <a:solidFill>
            <a:schemeClr val="accent5"/>
          </a:solidFill>
          <a:effectLst>
            <a:outerShdw blurRad="50800" dist="38100" dir="18900000" algn="bl" rotWithShape="0">
              <a:prstClr val="black">
                <a:alpha val="40000"/>
              </a:prstClr>
            </a:outerShdw>
          </a:effectLst>
        </p:spPr>
        <p:txBody>
          <a:bodyPr/>
          <a:lstStyle>
            <a:lvl1pPr marL="0" indent="0">
              <a:buNone/>
              <a:defRPr>
                <a:solidFill>
                  <a:schemeClr val="tx1">
                    <a:alpha val="0"/>
                  </a:schemeClr>
                </a:solidFill>
              </a:defRPr>
            </a:lvl1pPr>
          </a:lstStyle>
          <a:p>
            <a:pPr lvl="0"/>
            <a:r>
              <a:rPr lang="en-US" dirty="0"/>
              <a:t>I</a:t>
            </a:r>
            <a:endParaRPr lang="en-GB" dirty="0"/>
          </a:p>
        </p:txBody>
      </p:sp>
    </p:spTree>
    <p:extLst>
      <p:ext uri="{BB962C8B-B14F-4D97-AF65-F5344CB8AC3E}">
        <p14:creationId xmlns:p14="http://schemas.microsoft.com/office/powerpoint/2010/main" val="2011390390"/>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Segue">
    <p:spTree>
      <p:nvGrpSpPr>
        <p:cNvPr id="1" name=""/>
        <p:cNvGrpSpPr/>
        <p:nvPr/>
      </p:nvGrpSpPr>
      <p:grpSpPr>
        <a:xfrm>
          <a:off x="0" y="0"/>
          <a:ext cx="0" cy="0"/>
          <a:chOff x="0" y="0"/>
          <a:chExt cx="0" cy="0"/>
        </a:xfrm>
      </p:grpSpPr>
      <p:sp>
        <p:nvSpPr>
          <p:cNvPr id="9" name="Text Placeholder 16">
            <a:extLst>
              <a:ext uri="{FF2B5EF4-FFF2-40B4-BE49-F238E27FC236}">
                <a16:creationId xmlns:a16="http://schemas.microsoft.com/office/drawing/2014/main" id="{7B86D83E-A097-4B71-82C6-197A18DD32D9}"/>
              </a:ext>
              <a:ext uri="{C183D7F6-B498-43B3-948B-1728B52AA6E4}">
                <adec:decorative xmlns="" xmlns:adec="http://schemas.microsoft.com/office/drawing/2017/decorative" val="1"/>
              </a:ext>
            </a:extLst>
          </p:cNvPr>
          <p:cNvSpPr>
            <a:spLocks noGrp="1"/>
          </p:cNvSpPr>
          <p:nvPr>
            <p:ph type="body" sz="quarter" idx="13" hasCustomPrompt="1"/>
          </p:nvPr>
        </p:nvSpPr>
        <p:spPr>
          <a:xfrm rot="10800000" flipH="1" flipV="1">
            <a:off x="10104322" y="3587303"/>
            <a:ext cx="2087678" cy="3270696"/>
          </a:xfrm>
          <a:prstGeom prst="triangle">
            <a:avLst>
              <a:gd name="adj" fmla="val 100000"/>
            </a:avLst>
          </a:prstGeom>
          <a:solidFill>
            <a:schemeClr val="accent2"/>
          </a:solidFill>
          <a:effectLst>
            <a:outerShdw blurRad="50800" dist="38100" dir="2700000" algn="tl" rotWithShape="0">
              <a:prstClr val="black">
                <a:alpha val="40000"/>
              </a:prstClr>
            </a:outerShdw>
          </a:effectLst>
        </p:spPr>
        <p:txBody>
          <a:bodyPr/>
          <a:lstStyle>
            <a:lvl1pPr marL="0" indent="0">
              <a:buNone/>
              <a:defRPr>
                <a:solidFill>
                  <a:schemeClr val="tx1">
                    <a:alpha val="0"/>
                  </a:schemeClr>
                </a:solidFill>
              </a:defRPr>
            </a:lvl1pPr>
          </a:lstStyle>
          <a:p>
            <a:pPr lvl="0"/>
            <a:r>
              <a:rPr lang="en-US" dirty="0"/>
              <a:t>I</a:t>
            </a:r>
            <a:endParaRPr lang="en-GB" dirty="0"/>
          </a:p>
        </p:txBody>
      </p:sp>
      <p:sp>
        <p:nvSpPr>
          <p:cNvPr id="7" name="Text Placeholder 16">
            <a:extLst>
              <a:ext uri="{FF2B5EF4-FFF2-40B4-BE49-F238E27FC236}">
                <a16:creationId xmlns:a16="http://schemas.microsoft.com/office/drawing/2014/main" id="{A2552DEC-1A1C-4055-B5AF-D7C796522FED}"/>
              </a:ext>
              <a:ext uri="{C183D7F6-B498-43B3-948B-1728B52AA6E4}">
                <adec:decorative xmlns="" xmlns:adec="http://schemas.microsoft.com/office/drawing/2017/decorative" val="1"/>
              </a:ext>
            </a:extLst>
          </p:cNvPr>
          <p:cNvSpPr>
            <a:spLocks noGrp="1"/>
          </p:cNvSpPr>
          <p:nvPr>
            <p:ph type="body" sz="quarter" idx="22" hasCustomPrompt="1"/>
          </p:nvPr>
        </p:nvSpPr>
        <p:spPr>
          <a:xfrm>
            <a:off x="285750" y="0"/>
            <a:ext cx="11620500" cy="6591300"/>
          </a:xfrm>
          <a:solidFill>
            <a:schemeClr val="accent1"/>
          </a:solidFill>
          <a:effectLst>
            <a:outerShdw blurRad="355600" dist="38100" dir="2700000" algn="tl" rotWithShape="0">
              <a:prstClr val="black">
                <a:alpha val="40000"/>
              </a:prstClr>
            </a:outerShdw>
          </a:effectLst>
        </p:spPr>
        <p:txBody>
          <a:bodyPr/>
          <a:lstStyle>
            <a:lvl1pPr marL="0" indent="0">
              <a:buNone/>
              <a:defRPr>
                <a:solidFill>
                  <a:schemeClr val="tx1">
                    <a:alpha val="0"/>
                  </a:schemeClr>
                </a:solidFill>
              </a:defRPr>
            </a:lvl1pPr>
          </a:lstStyle>
          <a:p>
            <a:pPr lvl="0"/>
            <a:r>
              <a:rPr lang="en-US" dirty="0"/>
              <a:t>I</a:t>
            </a:r>
            <a:endParaRPr lang="en-GB" dirty="0"/>
          </a:p>
        </p:txBody>
      </p:sp>
      <p:sp>
        <p:nvSpPr>
          <p:cNvPr id="2" name="Title 1">
            <a:extLst>
              <a:ext uri="{FF2B5EF4-FFF2-40B4-BE49-F238E27FC236}">
                <a16:creationId xmlns:a16="http://schemas.microsoft.com/office/drawing/2014/main" id="{2F2E942B-4297-4570-B120-E2ACA52D126E}"/>
              </a:ext>
            </a:extLst>
          </p:cNvPr>
          <p:cNvSpPr>
            <a:spLocks noGrp="1"/>
          </p:cNvSpPr>
          <p:nvPr>
            <p:ph type="title"/>
          </p:nvPr>
        </p:nvSpPr>
        <p:spPr>
          <a:xfrm>
            <a:off x="1085850" y="2679192"/>
            <a:ext cx="9963150" cy="1499616"/>
          </a:xfrm>
          <a:noFill/>
        </p:spPr>
        <p:txBody>
          <a:bodyPr>
            <a:normAutofit/>
          </a:bodyPr>
          <a:lstStyle>
            <a:lvl1pPr>
              <a:defRPr sz="6000">
                <a:solidFill>
                  <a:schemeClr val="bg1"/>
                </a:solidFill>
              </a:defRPr>
            </a:lvl1pPr>
          </a:lstStyle>
          <a:p>
            <a:r>
              <a:rPr lang="en-US" smtClean="0"/>
              <a:t>Click to edit Master title style</a:t>
            </a:r>
            <a:endParaRPr lang="en-GB" dirty="0"/>
          </a:p>
        </p:txBody>
      </p:sp>
      <p:sp>
        <p:nvSpPr>
          <p:cNvPr id="8" name="Text Placeholder 16">
            <a:extLst>
              <a:ext uri="{FF2B5EF4-FFF2-40B4-BE49-F238E27FC236}">
                <a16:creationId xmlns:a16="http://schemas.microsoft.com/office/drawing/2014/main" id="{565D4960-2277-429C-B87B-08014535398C}"/>
              </a:ext>
              <a:ext uri="{C183D7F6-B498-43B3-948B-1728B52AA6E4}">
                <adec:decorative xmlns="" xmlns:adec="http://schemas.microsoft.com/office/drawing/2017/decorative" val="1"/>
              </a:ext>
            </a:extLst>
          </p:cNvPr>
          <p:cNvSpPr>
            <a:spLocks noGrp="1"/>
          </p:cNvSpPr>
          <p:nvPr>
            <p:ph type="body" sz="quarter" idx="23" hasCustomPrompt="1"/>
          </p:nvPr>
        </p:nvSpPr>
        <p:spPr>
          <a:xfrm>
            <a:off x="0" y="2679192"/>
            <a:ext cx="533400" cy="1499616"/>
          </a:xfrm>
          <a:solidFill>
            <a:schemeClr val="accent2"/>
          </a:solidFill>
          <a:effectLst>
            <a:outerShdw blurRad="355600" dist="38100" dir="2700000" algn="tl" rotWithShape="0">
              <a:prstClr val="black">
                <a:alpha val="40000"/>
              </a:prstClr>
            </a:outerShdw>
          </a:effectLst>
        </p:spPr>
        <p:txBody>
          <a:bodyPr/>
          <a:lstStyle>
            <a:lvl1pPr marL="0" indent="0">
              <a:buNone/>
              <a:defRPr>
                <a:solidFill>
                  <a:schemeClr val="tx1">
                    <a:alpha val="0"/>
                  </a:schemeClr>
                </a:solidFill>
              </a:defRPr>
            </a:lvl1pPr>
          </a:lstStyle>
          <a:p>
            <a:pPr lvl="0"/>
            <a:r>
              <a:rPr lang="en-US" dirty="0"/>
              <a:t>I</a:t>
            </a:r>
            <a:endParaRPr lang="en-GB" dirty="0"/>
          </a:p>
        </p:txBody>
      </p:sp>
    </p:spTree>
    <p:extLst>
      <p:ext uri="{BB962C8B-B14F-4D97-AF65-F5344CB8AC3E}">
        <p14:creationId xmlns:p14="http://schemas.microsoft.com/office/powerpoint/2010/main" val="827866229"/>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1_Segue">
    <p:spTree>
      <p:nvGrpSpPr>
        <p:cNvPr id="1" name=""/>
        <p:cNvGrpSpPr/>
        <p:nvPr/>
      </p:nvGrpSpPr>
      <p:grpSpPr>
        <a:xfrm>
          <a:off x="0" y="0"/>
          <a:ext cx="0" cy="0"/>
          <a:chOff x="0" y="0"/>
          <a:chExt cx="0" cy="0"/>
        </a:xfrm>
      </p:grpSpPr>
      <p:sp>
        <p:nvSpPr>
          <p:cNvPr id="9" name="Text Placeholder 16">
            <a:extLst>
              <a:ext uri="{FF2B5EF4-FFF2-40B4-BE49-F238E27FC236}">
                <a16:creationId xmlns:a16="http://schemas.microsoft.com/office/drawing/2014/main" id="{7B86D83E-A097-4B71-82C6-197A18DD32D9}"/>
              </a:ext>
              <a:ext uri="{C183D7F6-B498-43B3-948B-1728B52AA6E4}">
                <adec:decorative xmlns="" xmlns:adec="http://schemas.microsoft.com/office/drawing/2017/decorative" val="1"/>
              </a:ext>
            </a:extLst>
          </p:cNvPr>
          <p:cNvSpPr>
            <a:spLocks noGrp="1"/>
          </p:cNvSpPr>
          <p:nvPr>
            <p:ph type="body" sz="quarter" idx="13" hasCustomPrompt="1"/>
          </p:nvPr>
        </p:nvSpPr>
        <p:spPr>
          <a:xfrm rot="10800000" flipH="1" flipV="1">
            <a:off x="10104322" y="3587303"/>
            <a:ext cx="2087678" cy="3270696"/>
          </a:xfrm>
          <a:prstGeom prst="triangle">
            <a:avLst>
              <a:gd name="adj" fmla="val 100000"/>
            </a:avLst>
          </a:prstGeom>
          <a:solidFill>
            <a:schemeClr val="tx2"/>
          </a:solidFill>
          <a:effectLst>
            <a:outerShdw blurRad="50800" dist="38100" dir="2700000" algn="tl" rotWithShape="0">
              <a:prstClr val="black">
                <a:alpha val="40000"/>
              </a:prstClr>
            </a:outerShdw>
          </a:effectLst>
        </p:spPr>
        <p:txBody>
          <a:bodyPr/>
          <a:lstStyle>
            <a:lvl1pPr marL="0" indent="0">
              <a:buNone/>
              <a:defRPr>
                <a:solidFill>
                  <a:schemeClr val="tx1">
                    <a:alpha val="0"/>
                  </a:schemeClr>
                </a:solidFill>
              </a:defRPr>
            </a:lvl1pPr>
          </a:lstStyle>
          <a:p>
            <a:pPr lvl="0"/>
            <a:r>
              <a:rPr lang="en-US" dirty="0"/>
              <a:t>I</a:t>
            </a:r>
            <a:endParaRPr lang="en-GB" dirty="0"/>
          </a:p>
        </p:txBody>
      </p:sp>
      <p:sp>
        <p:nvSpPr>
          <p:cNvPr id="7" name="Text Placeholder 16">
            <a:extLst>
              <a:ext uri="{FF2B5EF4-FFF2-40B4-BE49-F238E27FC236}">
                <a16:creationId xmlns:a16="http://schemas.microsoft.com/office/drawing/2014/main" id="{A2552DEC-1A1C-4055-B5AF-D7C796522FED}"/>
              </a:ext>
              <a:ext uri="{C183D7F6-B498-43B3-948B-1728B52AA6E4}">
                <adec:decorative xmlns="" xmlns:adec="http://schemas.microsoft.com/office/drawing/2017/decorative" val="1"/>
              </a:ext>
            </a:extLst>
          </p:cNvPr>
          <p:cNvSpPr>
            <a:spLocks noGrp="1"/>
          </p:cNvSpPr>
          <p:nvPr>
            <p:ph type="body" sz="quarter" idx="22" hasCustomPrompt="1"/>
          </p:nvPr>
        </p:nvSpPr>
        <p:spPr>
          <a:xfrm>
            <a:off x="285750" y="0"/>
            <a:ext cx="11620500" cy="6591300"/>
          </a:xfrm>
          <a:solidFill>
            <a:schemeClr val="accent2"/>
          </a:solidFill>
          <a:effectLst>
            <a:outerShdw blurRad="355600" dist="38100" dir="2700000" algn="tl" rotWithShape="0">
              <a:prstClr val="black">
                <a:alpha val="40000"/>
              </a:prstClr>
            </a:outerShdw>
          </a:effectLst>
        </p:spPr>
        <p:txBody>
          <a:bodyPr/>
          <a:lstStyle>
            <a:lvl1pPr marL="0" indent="0">
              <a:buNone/>
              <a:defRPr>
                <a:solidFill>
                  <a:schemeClr val="tx1">
                    <a:alpha val="0"/>
                  </a:schemeClr>
                </a:solidFill>
              </a:defRPr>
            </a:lvl1pPr>
          </a:lstStyle>
          <a:p>
            <a:pPr lvl="0"/>
            <a:r>
              <a:rPr lang="en-US" dirty="0"/>
              <a:t>I</a:t>
            </a:r>
            <a:endParaRPr lang="en-GB" dirty="0"/>
          </a:p>
        </p:txBody>
      </p:sp>
      <p:sp>
        <p:nvSpPr>
          <p:cNvPr id="2" name="Title 1">
            <a:extLst>
              <a:ext uri="{FF2B5EF4-FFF2-40B4-BE49-F238E27FC236}">
                <a16:creationId xmlns:a16="http://schemas.microsoft.com/office/drawing/2014/main" id="{2F2E942B-4297-4570-B120-E2ACA52D126E}"/>
              </a:ext>
            </a:extLst>
          </p:cNvPr>
          <p:cNvSpPr>
            <a:spLocks noGrp="1"/>
          </p:cNvSpPr>
          <p:nvPr>
            <p:ph type="title"/>
          </p:nvPr>
        </p:nvSpPr>
        <p:spPr>
          <a:xfrm>
            <a:off x="1085850" y="2679192"/>
            <a:ext cx="9963150" cy="1499616"/>
          </a:xfrm>
          <a:noFill/>
        </p:spPr>
        <p:txBody>
          <a:bodyPr>
            <a:normAutofit/>
          </a:bodyPr>
          <a:lstStyle>
            <a:lvl1pPr>
              <a:defRPr sz="6000">
                <a:solidFill>
                  <a:schemeClr val="bg1"/>
                </a:solidFill>
              </a:defRPr>
            </a:lvl1pPr>
          </a:lstStyle>
          <a:p>
            <a:r>
              <a:rPr lang="en-US" smtClean="0"/>
              <a:t>Click to edit Master title style</a:t>
            </a:r>
            <a:endParaRPr lang="en-GB" dirty="0"/>
          </a:p>
        </p:txBody>
      </p:sp>
      <p:sp>
        <p:nvSpPr>
          <p:cNvPr id="8" name="Text Placeholder 16">
            <a:extLst>
              <a:ext uri="{FF2B5EF4-FFF2-40B4-BE49-F238E27FC236}">
                <a16:creationId xmlns:a16="http://schemas.microsoft.com/office/drawing/2014/main" id="{565D4960-2277-429C-B87B-08014535398C}"/>
              </a:ext>
              <a:ext uri="{C183D7F6-B498-43B3-948B-1728B52AA6E4}">
                <adec:decorative xmlns="" xmlns:adec="http://schemas.microsoft.com/office/drawing/2017/decorative" val="1"/>
              </a:ext>
            </a:extLst>
          </p:cNvPr>
          <p:cNvSpPr>
            <a:spLocks noGrp="1"/>
          </p:cNvSpPr>
          <p:nvPr>
            <p:ph type="body" sz="quarter" idx="23" hasCustomPrompt="1"/>
          </p:nvPr>
        </p:nvSpPr>
        <p:spPr>
          <a:xfrm>
            <a:off x="0" y="2679192"/>
            <a:ext cx="533400" cy="1499616"/>
          </a:xfrm>
          <a:solidFill>
            <a:schemeClr val="tx2"/>
          </a:solidFill>
          <a:effectLst>
            <a:outerShdw blurRad="355600" dist="38100" dir="2700000" algn="tl" rotWithShape="0">
              <a:prstClr val="black">
                <a:alpha val="40000"/>
              </a:prstClr>
            </a:outerShdw>
          </a:effectLst>
        </p:spPr>
        <p:txBody>
          <a:bodyPr/>
          <a:lstStyle>
            <a:lvl1pPr marL="0" indent="0">
              <a:buNone/>
              <a:defRPr>
                <a:solidFill>
                  <a:schemeClr val="tx1">
                    <a:alpha val="0"/>
                  </a:schemeClr>
                </a:solidFill>
              </a:defRPr>
            </a:lvl1pPr>
          </a:lstStyle>
          <a:p>
            <a:pPr lvl="0"/>
            <a:r>
              <a:rPr lang="en-US" dirty="0"/>
              <a:t>I</a:t>
            </a:r>
            <a:endParaRPr lang="en-GB" dirty="0"/>
          </a:p>
        </p:txBody>
      </p:sp>
    </p:spTree>
    <p:extLst>
      <p:ext uri="{BB962C8B-B14F-4D97-AF65-F5344CB8AC3E}">
        <p14:creationId xmlns:p14="http://schemas.microsoft.com/office/powerpoint/2010/main" val="3055279095"/>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2_Segue">
    <p:spTree>
      <p:nvGrpSpPr>
        <p:cNvPr id="1" name=""/>
        <p:cNvGrpSpPr/>
        <p:nvPr/>
      </p:nvGrpSpPr>
      <p:grpSpPr>
        <a:xfrm>
          <a:off x="0" y="0"/>
          <a:ext cx="0" cy="0"/>
          <a:chOff x="0" y="0"/>
          <a:chExt cx="0" cy="0"/>
        </a:xfrm>
      </p:grpSpPr>
      <p:sp>
        <p:nvSpPr>
          <p:cNvPr id="9" name="Text Placeholder 16">
            <a:extLst>
              <a:ext uri="{FF2B5EF4-FFF2-40B4-BE49-F238E27FC236}">
                <a16:creationId xmlns:a16="http://schemas.microsoft.com/office/drawing/2014/main" id="{7B86D83E-A097-4B71-82C6-197A18DD32D9}"/>
              </a:ext>
              <a:ext uri="{C183D7F6-B498-43B3-948B-1728B52AA6E4}">
                <adec:decorative xmlns="" xmlns:adec="http://schemas.microsoft.com/office/drawing/2017/decorative" val="1"/>
              </a:ext>
            </a:extLst>
          </p:cNvPr>
          <p:cNvSpPr>
            <a:spLocks noGrp="1"/>
          </p:cNvSpPr>
          <p:nvPr>
            <p:ph type="body" sz="quarter" idx="13" hasCustomPrompt="1"/>
          </p:nvPr>
        </p:nvSpPr>
        <p:spPr>
          <a:xfrm rot="10800000" flipH="1" flipV="1">
            <a:off x="10104322" y="3587303"/>
            <a:ext cx="2087678" cy="3270696"/>
          </a:xfrm>
          <a:prstGeom prst="triangle">
            <a:avLst>
              <a:gd name="adj" fmla="val 100000"/>
            </a:avLst>
          </a:prstGeom>
          <a:solidFill>
            <a:schemeClr val="accent2"/>
          </a:solidFill>
          <a:effectLst>
            <a:outerShdw blurRad="50800" dist="38100" dir="2700000" algn="tl" rotWithShape="0">
              <a:prstClr val="black">
                <a:alpha val="40000"/>
              </a:prstClr>
            </a:outerShdw>
          </a:effectLst>
        </p:spPr>
        <p:txBody>
          <a:bodyPr/>
          <a:lstStyle>
            <a:lvl1pPr marL="0" indent="0">
              <a:buNone/>
              <a:defRPr>
                <a:solidFill>
                  <a:schemeClr val="tx1">
                    <a:alpha val="0"/>
                  </a:schemeClr>
                </a:solidFill>
              </a:defRPr>
            </a:lvl1pPr>
          </a:lstStyle>
          <a:p>
            <a:pPr lvl="0"/>
            <a:r>
              <a:rPr lang="en-US" dirty="0"/>
              <a:t>I</a:t>
            </a:r>
            <a:endParaRPr lang="en-GB" dirty="0"/>
          </a:p>
        </p:txBody>
      </p:sp>
      <p:sp>
        <p:nvSpPr>
          <p:cNvPr id="7" name="Text Placeholder 16">
            <a:extLst>
              <a:ext uri="{FF2B5EF4-FFF2-40B4-BE49-F238E27FC236}">
                <a16:creationId xmlns:a16="http://schemas.microsoft.com/office/drawing/2014/main" id="{A2552DEC-1A1C-4055-B5AF-D7C796522FED}"/>
              </a:ext>
              <a:ext uri="{C183D7F6-B498-43B3-948B-1728B52AA6E4}">
                <adec:decorative xmlns="" xmlns:adec="http://schemas.microsoft.com/office/drawing/2017/decorative" val="1"/>
              </a:ext>
            </a:extLst>
          </p:cNvPr>
          <p:cNvSpPr>
            <a:spLocks noGrp="1"/>
          </p:cNvSpPr>
          <p:nvPr>
            <p:ph type="body" sz="quarter" idx="22" hasCustomPrompt="1"/>
          </p:nvPr>
        </p:nvSpPr>
        <p:spPr>
          <a:xfrm>
            <a:off x="285750" y="0"/>
            <a:ext cx="11620500" cy="6591300"/>
          </a:xfrm>
          <a:solidFill>
            <a:schemeClr val="accent5"/>
          </a:solidFill>
          <a:effectLst>
            <a:outerShdw blurRad="355600" dist="38100" dir="2700000" algn="tl" rotWithShape="0">
              <a:prstClr val="black">
                <a:alpha val="40000"/>
              </a:prstClr>
            </a:outerShdw>
          </a:effectLst>
        </p:spPr>
        <p:txBody>
          <a:bodyPr/>
          <a:lstStyle>
            <a:lvl1pPr marL="0" indent="0">
              <a:buNone/>
              <a:defRPr>
                <a:solidFill>
                  <a:schemeClr val="tx1">
                    <a:alpha val="0"/>
                  </a:schemeClr>
                </a:solidFill>
              </a:defRPr>
            </a:lvl1pPr>
          </a:lstStyle>
          <a:p>
            <a:pPr lvl="0"/>
            <a:r>
              <a:rPr lang="en-US" dirty="0"/>
              <a:t>I</a:t>
            </a:r>
            <a:endParaRPr lang="en-GB" dirty="0"/>
          </a:p>
        </p:txBody>
      </p:sp>
      <p:sp>
        <p:nvSpPr>
          <p:cNvPr id="2" name="Title 1">
            <a:extLst>
              <a:ext uri="{FF2B5EF4-FFF2-40B4-BE49-F238E27FC236}">
                <a16:creationId xmlns:a16="http://schemas.microsoft.com/office/drawing/2014/main" id="{2F2E942B-4297-4570-B120-E2ACA52D126E}"/>
              </a:ext>
            </a:extLst>
          </p:cNvPr>
          <p:cNvSpPr>
            <a:spLocks noGrp="1"/>
          </p:cNvSpPr>
          <p:nvPr>
            <p:ph type="title"/>
          </p:nvPr>
        </p:nvSpPr>
        <p:spPr>
          <a:xfrm>
            <a:off x="1085850" y="2679192"/>
            <a:ext cx="9963150" cy="1499616"/>
          </a:xfrm>
          <a:noFill/>
        </p:spPr>
        <p:txBody>
          <a:bodyPr>
            <a:normAutofit/>
          </a:bodyPr>
          <a:lstStyle>
            <a:lvl1pPr>
              <a:defRPr sz="6000">
                <a:solidFill>
                  <a:schemeClr val="bg1"/>
                </a:solidFill>
              </a:defRPr>
            </a:lvl1pPr>
          </a:lstStyle>
          <a:p>
            <a:r>
              <a:rPr lang="en-US" smtClean="0"/>
              <a:t>Click to edit Master title style</a:t>
            </a:r>
            <a:endParaRPr lang="en-GB" dirty="0"/>
          </a:p>
        </p:txBody>
      </p:sp>
      <p:sp>
        <p:nvSpPr>
          <p:cNvPr id="8" name="Text Placeholder 16">
            <a:extLst>
              <a:ext uri="{FF2B5EF4-FFF2-40B4-BE49-F238E27FC236}">
                <a16:creationId xmlns:a16="http://schemas.microsoft.com/office/drawing/2014/main" id="{565D4960-2277-429C-B87B-08014535398C}"/>
              </a:ext>
              <a:ext uri="{C183D7F6-B498-43B3-948B-1728B52AA6E4}">
                <adec:decorative xmlns="" xmlns:adec="http://schemas.microsoft.com/office/drawing/2017/decorative" val="1"/>
              </a:ext>
            </a:extLst>
          </p:cNvPr>
          <p:cNvSpPr>
            <a:spLocks noGrp="1"/>
          </p:cNvSpPr>
          <p:nvPr>
            <p:ph type="body" sz="quarter" idx="23" hasCustomPrompt="1"/>
          </p:nvPr>
        </p:nvSpPr>
        <p:spPr>
          <a:xfrm>
            <a:off x="0" y="2679192"/>
            <a:ext cx="533400" cy="1499616"/>
          </a:xfrm>
          <a:solidFill>
            <a:schemeClr val="accent2"/>
          </a:solidFill>
          <a:effectLst>
            <a:outerShdw blurRad="355600" dist="38100" dir="2700000" algn="tl" rotWithShape="0">
              <a:prstClr val="black">
                <a:alpha val="40000"/>
              </a:prstClr>
            </a:outerShdw>
          </a:effectLst>
        </p:spPr>
        <p:txBody>
          <a:bodyPr/>
          <a:lstStyle>
            <a:lvl1pPr marL="0" indent="0">
              <a:buNone/>
              <a:defRPr>
                <a:solidFill>
                  <a:schemeClr val="tx1">
                    <a:alpha val="0"/>
                  </a:schemeClr>
                </a:solidFill>
              </a:defRPr>
            </a:lvl1pPr>
          </a:lstStyle>
          <a:p>
            <a:pPr lvl="0"/>
            <a:r>
              <a:rPr lang="en-US" dirty="0"/>
              <a:t>I</a:t>
            </a:r>
            <a:endParaRPr lang="en-GB" dirty="0"/>
          </a:p>
        </p:txBody>
      </p:sp>
    </p:spTree>
    <p:extLst>
      <p:ext uri="{BB962C8B-B14F-4D97-AF65-F5344CB8AC3E}">
        <p14:creationId xmlns:p14="http://schemas.microsoft.com/office/powerpoint/2010/main" val="1491268268"/>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3_Segue">
    <p:spTree>
      <p:nvGrpSpPr>
        <p:cNvPr id="1" name=""/>
        <p:cNvGrpSpPr/>
        <p:nvPr/>
      </p:nvGrpSpPr>
      <p:grpSpPr>
        <a:xfrm>
          <a:off x="0" y="0"/>
          <a:ext cx="0" cy="0"/>
          <a:chOff x="0" y="0"/>
          <a:chExt cx="0" cy="0"/>
        </a:xfrm>
      </p:grpSpPr>
      <p:sp>
        <p:nvSpPr>
          <p:cNvPr id="25" name="Picture Placeholder 8">
            <a:extLst>
              <a:ext uri="{FF2B5EF4-FFF2-40B4-BE49-F238E27FC236}">
                <a16:creationId xmlns:a16="http://schemas.microsoft.com/office/drawing/2014/main" id="{489EE1C9-68AE-4BDD-B34C-9DE809C4DD0B}"/>
              </a:ext>
              <a:ext uri="{C183D7F6-B498-43B3-948B-1728B52AA6E4}">
                <adec:decorative xmlns="" xmlns:adec="http://schemas.microsoft.com/office/drawing/2017/decorative" val="1"/>
              </a:ext>
            </a:extLst>
          </p:cNvPr>
          <p:cNvSpPr>
            <a:spLocks noGrp="1"/>
          </p:cNvSpPr>
          <p:nvPr>
            <p:ph type="pic" sz="quarter" idx="17" hasCustomPrompt="1"/>
          </p:nvPr>
        </p:nvSpPr>
        <p:spPr>
          <a:xfrm>
            <a:off x="0" y="0"/>
            <a:ext cx="12191999" cy="6858000"/>
          </a:xfrm>
          <a:prstGeom prst="rect">
            <a:avLst/>
          </a:prstGeom>
        </p:spPr>
        <p:txBody>
          <a:bodyPr anchor="ctr"/>
          <a:lstStyle>
            <a:lvl1pPr marL="0" indent="0" algn="ctr">
              <a:buNone/>
              <a:defRPr>
                <a:solidFill>
                  <a:schemeClr val="bg1">
                    <a:lumMod val="50000"/>
                  </a:schemeClr>
                </a:solidFill>
              </a:defRPr>
            </a:lvl1pPr>
          </a:lstStyle>
          <a:p>
            <a:r>
              <a:rPr lang="en-US" dirty="0"/>
              <a:t>Insert Image</a:t>
            </a:r>
            <a:endParaRPr lang="en-GB" dirty="0"/>
          </a:p>
        </p:txBody>
      </p:sp>
      <p:sp>
        <p:nvSpPr>
          <p:cNvPr id="27" name="Text Placeholder 26">
            <a:extLst>
              <a:ext uri="{FF2B5EF4-FFF2-40B4-BE49-F238E27FC236}">
                <a16:creationId xmlns:a16="http://schemas.microsoft.com/office/drawing/2014/main" id="{A222F077-B5D5-442D-BB60-47BE1094D15F}"/>
              </a:ext>
              <a:ext uri="{C183D7F6-B498-43B3-948B-1728B52AA6E4}">
                <adec:decorative xmlns="" xmlns:adec="http://schemas.microsoft.com/office/drawing/2017/decorative" val="1"/>
              </a:ext>
            </a:extLst>
          </p:cNvPr>
          <p:cNvSpPr>
            <a:spLocks noGrp="1"/>
          </p:cNvSpPr>
          <p:nvPr>
            <p:ph type="body" sz="quarter" idx="18" hasCustomPrompt="1"/>
          </p:nvPr>
        </p:nvSpPr>
        <p:spPr>
          <a:xfrm>
            <a:off x="0" y="0"/>
            <a:ext cx="12192000" cy="5723182"/>
          </a:xfrm>
          <a:custGeom>
            <a:avLst/>
            <a:gdLst>
              <a:gd name="connsiteX0" fmla="*/ 0 w 12192000"/>
              <a:gd name="connsiteY0" fmla="*/ 0 h 5723182"/>
              <a:gd name="connsiteX1" fmla="*/ 12192000 w 12192000"/>
              <a:gd name="connsiteY1" fmla="*/ 0 h 5723182"/>
              <a:gd name="connsiteX2" fmla="*/ 12192000 w 12192000"/>
              <a:gd name="connsiteY2" fmla="*/ 5378958 h 5723182"/>
              <a:gd name="connsiteX3" fmla="*/ 8243540 w 12192000"/>
              <a:gd name="connsiteY3" fmla="*/ 5378958 h 5723182"/>
              <a:gd name="connsiteX4" fmla="*/ 7982281 w 12192000"/>
              <a:gd name="connsiteY4" fmla="*/ 5723182 h 5723182"/>
              <a:gd name="connsiteX5" fmla="*/ 0 w 12192000"/>
              <a:gd name="connsiteY5" fmla="*/ 5723182 h 5723182"/>
              <a:gd name="connsiteX6" fmla="*/ 0 w 12192000"/>
              <a:gd name="connsiteY6" fmla="*/ 5378958 h 5723182"/>
              <a:gd name="connsiteX7" fmla="*/ 0 w 12192000"/>
              <a:gd name="connsiteY7" fmla="*/ 5265982 h 57231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5723182">
                <a:moveTo>
                  <a:pt x="0" y="0"/>
                </a:moveTo>
                <a:lnTo>
                  <a:pt x="12192000" y="0"/>
                </a:lnTo>
                <a:lnTo>
                  <a:pt x="12192000" y="5378958"/>
                </a:lnTo>
                <a:lnTo>
                  <a:pt x="8243540" y="5378958"/>
                </a:lnTo>
                <a:lnTo>
                  <a:pt x="7982281" y="5723182"/>
                </a:lnTo>
                <a:lnTo>
                  <a:pt x="0" y="5723182"/>
                </a:lnTo>
                <a:lnTo>
                  <a:pt x="0" y="5378958"/>
                </a:lnTo>
                <a:lnTo>
                  <a:pt x="0" y="5265982"/>
                </a:lnTo>
                <a:close/>
              </a:path>
            </a:pathLst>
          </a:custGeom>
          <a:solidFill>
            <a:schemeClr val="accent2">
              <a:alpha val="84000"/>
            </a:schemeClr>
          </a:solidFill>
          <a:effectLst/>
        </p:spPr>
        <p:txBody>
          <a:bodyPr wrap="square">
            <a:noAutofit/>
          </a:bodyPr>
          <a:lstStyle>
            <a:lvl1pPr marL="0" indent="0">
              <a:buNone/>
              <a:defRPr>
                <a:solidFill>
                  <a:schemeClr val="tx1">
                    <a:alpha val="0"/>
                  </a:schemeClr>
                </a:solidFill>
              </a:defRPr>
            </a:lvl1pPr>
          </a:lstStyle>
          <a:p>
            <a:pPr lvl="0"/>
            <a:r>
              <a:rPr lang="en-US" dirty="0"/>
              <a:t>I</a:t>
            </a:r>
            <a:endParaRPr lang="en-GB" dirty="0"/>
          </a:p>
        </p:txBody>
      </p:sp>
      <p:sp>
        <p:nvSpPr>
          <p:cNvPr id="26" name="Text Placeholder 16">
            <a:extLst>
              <a:ext uri="{FF2B5EF4-FFF2-40B4-BE49-F238E27FC236}">
                <a16:creationId xmlns:a16="http://schemas.microsoft.com/office/drawing/2014/main" id="{9F89ADF8-2320-4EC3-98EA-5CB618A528E6}"/>
              </a:ext>
              <a:ext uri="{C183D7F6-B498-43B3-948B-1728B52AA6E4}">
                <adec:decorative xmlns="" xmlns:adec="http://schemas.microsoft.com/office/drawing/2017/decorative" val="1"/>
              </a:ext>
            </a:extLst>
          </p:cNvPr>
          <p:cNvSpPr>
            <a:spLocks noGrp="1"/>
          </p:cNvSpPr>
          <p:nvPr>
            <p:ph type="body" sz="quarter" idx="12" hasCustomPrompt="1"/>
          </p:nvPr>
        </p:nvSpPr>
        <p:spPr>
          <a:xfrm>
            <a:off x="533400" y="0"/>
            <a:ext cx="6781800" cy="6324600"/>
          </a:xfrm>
          <a:solidFill>
            <a:schemeClr val="tx2"/>
          </a:solidFill>
          <a:effectLst>
            <a:outerShdw blurRad="355600" dist="38100" dir="2700000" algn="tl" rotWithShape="0">
              <a:prstClr val="black">
                <a:alpha val="40000"/>
              </a:prstClr>
            </a:outerShdw>
          </a:effectLst>
        </p:spPr>
        <p:txBody>
          <a:bodyPr/>
          <a:lstStyle>
            <a:lvl1pPr marL="0" indent="0">
              <a:buNone/>
              <a:defRPr>
                <a:solidFill>
                  <a:schemeClr val="tx1">
                    <a:alpha val="0"/>
                  </a:schemeClr>
                </a:solidFill>
              </a:defRPr>
            </a:lvl1pPr>
          </a:lstStyle>
          <a:p>
            <a:pPr lvl="0"/>
            <a:r>
              <a:rPr lang="en-US" dirty="0"/>
              <a:t>I</a:t>
            </a:r>
            <a:endParaRPr lang="en-GB" dirty="0"/>
          </a:p>
        </p:txBody>
      </p:sp>
      <p:sp>
        <p:nvSpPr>
          <p:cNvPr id="2" name="Title 1">
            <a:extLst>
              <a:ext uri="{FF2B5EF4-FFF2-40B4-BE49-F238E27FC236}">
                <a16:creationId xmlns:a16="http://schemas.microsoft.com/office/drawing/2014/main" id="{2F2E942B-4297-4570-B120-E2ACA52D126E}"/>
              </a:ext>
            </a:extLst>
          </p:cNvPr>
          <p:cNvSpPr>
            <a:spLocks noGrp="1"/>
          </p:cNvSpPr>
          <p:nvPr>
            <p:ph type="title"/>
          </p:nvPr>
        </p:nvSpPr>
        <p:spPr>
          <a:xfrm>
            <a:off x="1266825" y="2265916"/>
            <a:ext cx="5314950" cy="3488998"/>
          </a:xfrm>
          <a:noFill/>
        </p:spPr>
        <p:txBody>
          <a:bodyPr anchor="b">
            <a:normAutofit/>
          </a:bodyPr>
          <a:lstStyle>
            <a:lvl1pPr algn="ctr">
              <a:defRPr sz="6000">
                <a:solidFill>
                  <a:schemeClr val="bg1"/>
                </a:solidFill>
              </a:defRPr>
            </a:lvl1pPr>
          </a:lstStyle>
          <a:p>
            <a:r>
              <a:rPr lang="en-US" smtClean="0"/>
              <a:t>Click to edit Master title style</a:t>
            </a:r>
            <a:endParaRPr lang="en-GB" dirty="0"/>
          </a:p>
        </p:txBody>
      </p:sp>
      <p:sp>
        <p:nvSpPr>
          <p:cNvPr id="6" name="Slide Number Placeholder 5">
            <a:extLst>
              <a:ext uri="{FF2B5EF4-FFF2-40B4-BE49-F238E27FC236}">
                <a16:creationId xmlns:a16="http://schemas.microsoft.com/office/drawing/2014/main" id="{F074D12B-58A6-47D1-9B2D-697AB265C81B}"/>
              </a:ext>
            </a:extLst>
          </p:cNvPr>
          <p:cNvSpPr>
            <a:spLocks noGrp="1"/>
          </p:cNvSpPr>
          <p:nvPr>
            <p:ph type="sldNum" sz="quarter" idx="4"/>
          </p:nvPr>
        </p:nvSpPr>
        <p:spPr>
          <a:xfrm>
            <a:off x="628788" y="6339840"/>
            <a:ext cx="302281" cy="365760"/>
          </a:xfrm>
          <a:prstGeom prst="rect">
            <a:avLst/>
          </a:prstGeom>
          <a:solidFill>
            <a:schemeClr val="bg1"/>
          </a:solidFill>
          <a:ln>
            <a:solidFill>
              <a:schemeClr val="accent2"/>
            </a:solidFill>
          </a:ln>
        </p:spPr>
        <p:txBody>
          <a:bodyPr vert="horz" lIns="0" tIns="45720" rIns="0" bIns="45720" rtlCol="0" anchor="ctr"/>
          <a:lstStyle>
            <a:lvl1pPr algn="ctr">
              <a:defRPr sz="1000">
                <a:solidFill>
                  <a:schemeClr val="tx1">
                    <a:lumMod val="95000"/>
                    <a:lumOff val="5000"/>
                  </a:schemeClr>
                </a:solidFill>
                <a:latin typeface="+mj-lt"/>
              </a:defRPr>
            </a:lvl1p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438124500"/>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4_Segue">
    <p:spTree>
      <p:nvGrpSpPr>
        <p:cNvPr id="1" name=""/>
        <p:cNvGrpSpPr/>
        <p:nvPr/>
      </p:nvGrpSpPr>
      <p:grpSpPr>
        <a:xfrm>
          <a:off x="0" y="0"/>
          <a:ext cx="0" cy="0"/>
          <a:chOff x="0" y="0"/>
          <a:chExt cx="0" cy="0"/>
        </a:xfrm>
      </p:grpSpPr>
      <p:sp>
        <p:nvSpPr>
          <p:cNvPr id="8" name="Picture Placeholder 7">
            <a:extLst>
              <a:ext uri="{FF2B5EF4-FFF2-40B4-BE49-F238E27FC236}">
                <a16:creationId xmlns:a16="http://schemas.microsoft.com/office/drawing/2014/main" id="{6E015B08-6C1F-4B1F-8038-D3C209BA0DBC}"/>
              </a:ext>
              <a:ext uri="{C183D7F6-B498-43B3-948B-1728B52AA6E4}">
                <adec:decorative xmlns="" xmlns:adec="http://schemas.microsoft.com/office/drawing/2017/decorative" val="1"/>
              </a:ext>
            </a:extLst>
          </p:cNvPr>
          <p:cNvSpPr>
            <a:spLocks noGrp="1"/>
          </p:cNvSpPr>
          <p:nvPr>
            <p:ph type="pic" sz="quarter" idx="17" hasCustomPrompt="1"/>
          </p:nvPr>
        </p:nvSpPr>
        <p:spPr>
          <a:xfrm>
            <a:off x="0" y="5378958"/>
            <a:ext cx="12191999" cy="1479041"/>
          </a:xfrm>
          <a:custGeom>
            <a:avLst/>
            <a:gdLst>
              <a:gd name="connsiteX0" fmla="*/ 8243540 w 12191999"/>
              <a:gd name="connsiteY0" fmla="*/ 0 h 1479041"/>
              <a:gd name="connsiteX1" fmla="*/ 12191999 w 12191999"/>
              <a:gd name="connsiteY1" fmla="*/ 0 h 1479041"/>
              <a:gd name="connsiteX2" fmla="*/ 12191999 w 12191999"/>
              <a:gd name="connsiteY2" fmla="*/ 1479041 h 1479041"/>
              <a:gd name="connsiteX3" fmla="*/ 0 w 12191999"/>
              <a:gd name="connsiteY3" fmla="*/ 1479041 h 1479041"/>
              <a:gd name="connsiteX4" fmla="*/ 0 w 12191999"/>
              <a:gd name="connsiteY4" fmla="*/ 344224 h 1479041"/>
              <a:gd name="connsiteX5" fmla="*/ 7982281 w 12191999"/>
              <a:gd name="connsiteY5" fmla="*/ 344224 h 14790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191999" h="1479041">
                <a:moveTo>
                  <a:pt x="8243540" y="0"/>
                </a:moveTo>
                <a:lnTo>
                  <a:pt x="12191999" y="0"/>
                </a:lnTo>
                <a:lnTo>
                  <a:pt x="12191999" y="1479041"/>
                </a:lnTo>
                <a:lnTo>
                  <a:pt x="0" y="1479041"/>
                </a:lnTo>
                <a:lnTo>
                  <a:pt x="0" y="344224"/>
                </a:lnTo>
                <a:lnTo>
                  <a:pt x="7982281" y="344224"/>
                </a:lnTo>
                <a:close/>
              </a:path>
            </a:pathLst>
          </a:custGeom>
        </p:spPr>
        <p:txBody>
          <a:bodyPr wrap="square" anchor="ctr">
            <a:noAutofit/>
          </a:bodyPr>
          <a:lstStyle>
            <a:lvl1pPr marL="0" indent="0" algn="ctr">
              <a:buNone/>
              <a:defRPr>
                <a:solidFill>
                  <a:schemeClr val="bg1">
                    <a:lumMod val="50000"/>
                  </a:schemeClr>
                </a:solidFill>
              </a:defRPr>
            </a:lvl1pPr>
          </a:lstStyle>
          <a:p>
            <a:r>
              <a:rPr lang="en-US" dirty="0"/>
              <a:t>Insert Image</a:t>
            </a:r>
            <a:endParaRPr lang="en-GB" dirty="0"/>
          </a:p>
        </p:txBody>
      </p:sp>
      <p:sp>
        <p:nvSpPr>
          <p:cNvPr id="27" name="Text Placeholder 26">
            <a:extLst>
              <a:ext uri="{FF2B5EF4-FFF2-40B4-BE49-F238E27FC236}">
                <a16:creationId xmlns:a16="http://schemas.microsoft.com/office/drawing/2014/main" id="{A222F077-B5D5-442D-BB60-47BE1094D15F}"/>
              </a:ext>
              <a:ext uri="{C183D7F6-B498-43B3-948B-1728B52AA6E4}">
                <adec:decorative xmlns="" xmlns:adec="http://schemas.microsoft.com/office/drawing/2017/decorative" val="1"/>
              </a:ext>
            </a:extLst>
          </p:cNvPr>
          <p:cNvSpPr>
            <a:spLocks noGrp="1"/>
          </p:cNvSpPr>
          <p:nvPr>
            <p:ph type="body" sz="quarter" idx="18" hasCustomPrompt="1"/>
          </p:nvPr>
        </p:nvSpPr>
        <p:spPr>
          <a:xfrm>
            <a:off x="0" y="0"/>
            <a:ext cx="12192000" cy="5723182"/>
          </a:xfrm>
          <a:custGeom>
            <a:avLst/>
            <a:gdLst>
              <a:gd name="connsiteX0" fmla="*/ 0 w 12192000"/>
              <a:gd name="connsiteY0" fmla="*/ 0 h 5723182"/>
              <a:gd name="connsiteX1" fmla="*/ 12192000 w 12192000"/>
              <a:gd name="connsiteY1" fmla="*/ 0 h 5723182"/>
              <a:gd name="connsiteX2" fmla="*/ 12192000 w 12192000"/>
              <a:gd name="connsiteY2" fmla="*/ 5378958 h 5723182"/>
              <a:gd name="connsiteX3" fmla="*/ 8243540 w 12192000"/>
              <a:gd name="connsiteY3" fmla="*/ 5378958 h 5723182"/>
              <a:gd name="connsiteX4" fmla="*/ 7982281 w 12192000"/>
              <a:gd name="connsiteY4" fmla="*/ 5723182 h 5723182"/>
              <a:gd name="connsiteX5" fmla="*/ 0 w 12192000"/>
              <a:gd name="connsiteY5" fmla="*/ 5723182 h 5723182"/>
              <a:gd name="connsiteX6" fmla="*/ 0 w 12192000"/>
              <a:gd name="connsiteY6" fmla="*/ 5378958 h 5723182"/>
              <a:gd name="connsiteX7" fmla="*/ 0 w 12192000"/>
              <a:gd name="connsiteY7" fmla="*/ 5265982 h 57231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5723182">
                <a:moveTo>
                  <a:pt x="0" y="0"/>
                </a:moveTo>
                <a:lnTo>
                  <a:pt x="12192000" y="0"/>
                </a:lnTo>
                <a:lnTo>
                  <a:pt x="12192000" y="5378958"/>
                </a:lnTo>
                <a:lnTo>
                  <a:pt x="8243540" y="5378958"/>
                </a:lnTo>
                <a:lnTo>
                  <a:pt x="7982281" y="5723182"/>
                </a:lnTo>
                <a:lnTo>
                  <a:pt x="0" y="5723182"/>
                </a:lnTo>
                <a:lnTo>
                  <a:pt x="0" y="5378958"/>
                </a:lnTo>
                <a:lnTo>
                  <a:pt x="0" y="5265982"/>
                </a:lnTo>
                <a:close/>
              </a:path>
            </a:pathLst>
          </a:custGeom>
          <a:solidFill>
            <a:schemeClr val="accent2"/>
          </a:solidFill>
          <a:effectLst>
            <a:outerShdw blurRad="152400" dist="38100" dir="2700000" algn="tl" rotWithShape="0">
              <a:prstClr val="black">
                <a:alpha val="66000"/>
              </a:prstClr>
            </a:outerShdw>
          </a:effectLst>
        </p:spPr>
        <p:txBody>
          <a:bodyPr wrap="square">
            <a:noAutofit/>
          </a:bodyPr>
          <a:lstStyle>
            <a:lvl1pPr marL="0" indent="0">
              <a:buNone/>
              <a:defRPr>
                <a:solidFill>
                  <a:schemeClr val="tx1">
                    <a:alpha val="0"/>
                  </a:schemeClr>
                </a:solidFill>
              </a:defRPr>
            </a:lvl1pPr>
          </a:lstStyle>
          <a:p>
            <a:pPr lvl="0"/>
            <a:r>
              <a:rPr lang="en-US" dirty="0"/>
              <a:t>I</a:t>
            </a:r>
            <a:endParaRPr lang="en-GB" dirty="0"/>
          </a:p>
        </p:txBody>
      </p:sp>
      <p:sp>
        <p:nvSpPr>
          <p:cNvPr id="2" name="Title 1">
            <a:extLst>
              <a:ext uri="{FF2B5EF4-FFF2-40B4-BE49-F238E27FC236}">
                <a16:creationId xmlns:a16="http://schemas.microsoft.com/office/drawing/2014/main" id="{2F2E942B-4297-4570-B120-E2ACA52D126E}"/>
              </a:ext>
            </a:extLst>
          </p:cNvPr>
          <p:cNvSpPr>
            <a:spLocks noGrp="1"/>
          </p:cNvSpPr>
          <p:nvPr>
            <p:ph type="title"/>
          </p:nvPr>
        </p:nvSpPr>
        <p:spPr>
          <a:xfrm>
            <a:off x="781049" y="990600"/>
            <a:ext cx="9144000" cy="2590800"/>
          </a:xfrm>
          <a:noFill/>
        </p:spPr>
        <p:txBody>
          <a:bodyPr anchor="t">
            <a:normAutofit/>
          </a:bodyPr>
          <a:lstStyle>
            <a:lvl1pPr algn="l">
              <a:defRPr sz="6000">
                <a:solidFill>
                  <a:schemeClr val="bg1"/>
                </a:solidFill>
              </a:defRPr>
            </a:lvl1pPr>
          </a:lstStyle>
          <a:p>
            <a:r>
              <a:rPr lang="en-US" smtClean="0"/>
              <a:t>Click to edit Master title style</a:t>
            </a:r>
            <a:endParaRPr lang="en-GB" dirty="0"/>
          </a:p>
        </p:txBody>
      </p:sp>
      <p:sp>
        <p:nvSpPr>
          <p:cNvPr id="9" name="Text Placeholder 16">
            <a:extLst>
              <a:ext uri="{FF2B5EF4-FFF2-40B4-BE49-F238E27FC236}">
                <a16:creationId xmlns:a16="http://schemas.microsoft.com/office/drawing/2014/main" id="{4E78EDD8-13BF-4551-BD7B-C04131A68BC1}"/>
              </a:ext>
              <a:ext uri="{C183D7F6-B498-43B3-948B-1728B52AA6E4}">
                <adec:decorative xmlns="" xmlns:adec="http://schemas.microsoft.com/office/drawing/2017/decorative" val="1"/>
              </a:ext>
            </a:extLst>
          </p:cNvPr>
          <p:cNvSpPr>
            <a:spLocks noGrp="1"/>
          </p:cNvSpPr>
          <p:nvPr>
            <p:ph type="body" sz="quarter" idx="23" hasCustomPrompt="1"/>
          </p:nvPr>
        </p:nvSpPr>
        <p:spPr>
          <a:xfrm>
            <a:off x="0" y="633984"/>
            <a:ext cx="304800" cy="1499616"/>
          </a:xfrm>
          <a:solidFill>
            <a:schemeClr val="bg1"/>
          </a:solidFill>
          <a:effectLst/>
        </p:spPr>
        <p:txBody>
          <a:bodyPr/>
          <a:lstStyle>
            <a:lvl1pPr marL="0" indent="0">
              <a:buNone/>
              <a:defRPr>
                <a:solidFill>
                  <a:schemeClr val="tx1">
                    <a:alpha val="0"/>
                  </a:schemeClr>
                </a:solidFill>
              </a:defRPr>
            </a:lvl1pPr>
          </a:lstStyle>
          <a:p>
            <a:pPr lvl="0"/>
            <a:r>
              <a:rPr lang="en-US" dirty="0"/>
              <a:t>I</a:t>
            </a:r>
            <a:endParaRPr lang="en-GB" dirty="0"/>
          </a:p>
        </p:txBody>
      </p:sp>
      <p:sp>
        <p:nvSpPr>
          <p:cNvPr id="7" name="Slide Number Placeholder 5">
            <a:extLst>
              <a:ext uri="{FF2B5EF4-FFF2-40B4-BE49-F238E27FC236}">
                <a16:creationId xmlns:a16="http://schemas.microsoft.com/office/drawing/2014/main" id="{973FC1AA-8591-43A1-9962-1599E1A8AB30}"/>
              </a:ext>
            </a:extLst>
          </p:cNvPr>
          <p:cNvSpPr>
            <a:spLocks noGrp="1"/>
          </p:cNvSpPr>
          <p:nvPr>
            <p:ph type="sldNum" sz="quarter" idx="4"/>
          </p:nvPr>
        </p:nvSpPr>
        <p:spPr>
          <a:xfrm>
            <a:off x="628788" y="6339840"/>
            <a:ext cx="302281" cy="365760"/>
          </a:xfrm>
          <a:prstGeom prst="rect">
            <a:avLst/>
          </a:prstGeom>
          <a:solidFill>
            <a:schemeClr val="bg1"/>
          </a:solidFill>
          <a:ln>
            <a:solidFill>
              <a:schemeClr val="accent2"/>
            </a:solidFill>
          </a:ln>
        </p:spPr>
        <p:txBody>
          <a:bodyPr vert="horz" lIns="0" tIns="45720" rIns="0" bIns="45720" rtlCol="0" anchor="ctr"/>
          <a:lstStyle>
            <a:lvl1pPr algn="ctr">
              <a:defRPr sz="1000">
                <a:solidFill>
                  <a:schemeClr val="tx1">
                    <a:lumMod val="95000"/>
                    <a:lumOff val="5000"/>
                  </a:schemeClr>
                </a:solidFill>
                <a:latin typeface="+mj-lt"/>
              </a:defRPr>
            </a:lvl1p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2871856100"/>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5_Segue">
    <p:spTree>
      <p:nvGrpSpPr>
        <p:cNvPr id="1" name=""/>
        <p:cNvGrpSpPr/>
        <p:nvPr/>
      </p:nvGrpSpPr>
      <p:grpSpPr>
        <a:xfrm>
          <a:off x="0" y="0"/>
          <a:ext cx="0" cy="0"/>
          <a:chOff x="0" y="0"/>
          <a:chExt cx="0" cy="0"/>
        </a:xfrm>
      </p:grpSpPr>
      <p:sp>
        <p:nvSpPr>
          <p:cNvPr id="8" name="Picture Placeholder 7">
            <a:extLst>
              <a:ext uri="{FF2B5EF4-FFF2-40B4-BE49-F238E27FC236}">
                <a16:creationId xmlns:a16="http://schemas.microsoft.com/office/drawing/2014/main" id="{6E015B08-6C1F-4B1F-8038-D3C209BA0DBC}"/>
              </a:ext>
              <a:ext uri="{C183D7F6-B498-43B3-948B-1728B52AA6E4}">
                <adec:decorative xmlns="" xmlns:adec="http://schemas.microsoft.com/office/drawing/2017/decorative" val="1"/>
              </a:ext>
            </a:extLst>
          </p:cNvPr>
          <p:cNvSpPr>
            <a:spLocks noGrp="1"/>
          </p:cNvSpPr>
          <p:nvPr>
            <p:ph type="pic" sz="quarter" idx="17" hasCustomPrompt="1"/>
          </p:nvPr>
        </p:nvSpPr>
        <p:spPr>
          <a:xfrm>
            <a:off x="0" y="5378958"/>
            <a:ext cx="12191999" cy="1479041"/>
          </a:xfrm>
          <a:custGeom>
            <a:avLst/>
            <a:gdLst>
              <a:gd name="connsiteX0" fmla="*/ 8243540 w 12191999"/>
              <a:gd name="connsiteY0" fmla="*/ 0 h 1479041"/>
              <a:gd name="connsiteX1" fmla="*/ 12191999 w 12191999"/>
              <a:gd name="connsiteY1" fmla="*/ 0 h 1479041"/>
              <a:gd name="connsiteX2" fmla="*/ 12191999 w 12191999"/>
              <a:gd name="connsiteY2" fmla="*/ 1479041 h 1479041"/>
              <a:gd name="connsiteX3" fmla="*/ 0 w 12191999"/>
              <a:gd name="connsiteY3" fmla="*/ 1479041 h 1479041"/>
              <a:gd name="connsiteX4" fmla="*/ 0 w 12191999"/>
              <a:gd name="connsiteY4" fmla="*/ 344224 h 1479041"/>
              <a:gd name="connsiteX5" fmla="*/ 7982281 w 12191999"/>
              <a:gd name="connsiteY5" fmla="*/ 344224 h 14790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191999" h="1479041">
                <a:moveTo>
                  <a:pt x="8243540" y="0"/>
                </a:moveTo>
                <a:lnTo>
                  <a:pt x="12191999" y="0"/>
                </a:lnTo>
                <a:lnTo>
                  <a:pt x="12191999" y="1479041"/>
                </a:lnTo>
                <a:lnTo>
                  <a:pt x="0" y="1479041"/>
                </a:lnTo>
                <a:lnTo>
                  <a:pt x="0" y="344224"/>
                </a:lnTo>
                <a:lnTo>
                  <a:pt x="7982281" y="344224"/>
                </a:lnTo>
                <a:close/>
              </a:path>
            </a:pathLst>
          </a:custGeom>
        </p:spPr>
        <p:txBody>
          <a:bodyPr wrap="square" anchor="ctr">
            <a:noAutofit/>
          </a:bodyPr>
          <a:lstStyle>
            <a:lvl1pPr marL="0" indent="0" algn="ctr">
              <a:buNone/>
              <a:defRPr>
                <a:solidFill>
                  <a:schemeClr val="bg1">
                    <a:lumMod val="50000"/>
                  </a:schemeClr>
                </a:solidFill>
              </a:defRPr>
            </a:lvl1pPr>
          </a:lstStyle>
          <a:p>
            <a:r>
              <a:rPr lang="en-US" dirty="0"/>
              <a:t>Insert Image</a:t>
            </a:r>
            <a:endParaRPr lang="en-GB" dirty="0"/>
          </a:p>
        </p:txBody>
      </p:sp>
      <p:sp>
        <p:nvSpPr>
          <p:cNvPr id="27" name="Text Placeholder 26">
            <a:extLst>
              <a:ext uri="{FF2B5EF4-FFF2-40B4-BE49-F238E27FC236}">
                <a16:creationId xmlns:a16="http://schemas.microsoft.com/office/drawing/2014/main" id="{A222F077-B5D5-442D-BB60-47BE1094D15F}"/>
              </a:ext>
              <a:ext uri="{C183D7F6-B498-43B3-948B-1728B52AA6E4}">
                <adec:decorative xmlns="" xmlns:adec="http://schemas.microsoft.com/office/drawing/2017/decorative" val="1"/>
              </a:ext>
            </a:extLst>
          </p:cNvPr>
          <p:cNvSpPr>
            <a:spLocks noGrp="1"/>
          </p:cNvSpPr>
          <p:nvPr>
            <p:ph type="body" sz="quarter" idx="18" hasCustomPrompt="1"/>
          </p:nvPr>
        </p:nvSpPr>
        <p:spPr>
          <a:xfrm>
            <a:off x="0" y="0"/>
            <a:ext cx="12192000" cy="5723182"/>
          </a:xfrm>
          <a:custGeom>
            <a:avLst/>
            <a:gdLst>
              <a:gd name="connsiteX0" fmla="*/ 0 w 12192000"/>
              <a:gd name="connsiteY0" fmla="*/ 0 h 5723182"/>
              <a:gd name="connsiteX1" fmla="*/ 12192000 w 12192000"/>
              <a:gd name="connsiteY1" fmla="*/ 0 h 5723182"/>
              <a:gd name="connsiteX2" fmla="*/ 12192000 w 12192000"/>
              <a:gd name="connsiteY2" fmla="*/ 5378958 h 5723182"/>
              <a:gd name="connsiteX3" fmla="*/ 8243540 w 12192000"/>
              <a:gd name="connsiteY3" fmla="*/ 5378958 h 5723182"/>
              <a:gd name="connsiteX4" fmla="*/ 7982281 w 12192000"/>
              <a:gd name="connsiteY4" fmla="*/ 5723182 h 5723182"/>
              <a:gd name="connsiteX5" fmla="*/ 0 w 12192000"/>
              <a:gd name="connsiteY5" fmla="*/ 5723182 h 5723182"/>
              <a:gd name="connsiteX6" fmla="*/ 0 w 12192000"/>
              <a:gd name="connsiteY6" fmla="*/ 5378958 h 5723182"/>
              <a:gd name="connsiteX7" fmla="*/ 0 w 12192000"/>
              <a:gd name="connsiteY7" fmla="*/ 5265982 h 57231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5723182">
                <a:moveTo>
                  <a:pt x="0" y="0"/>
                </a:moveTo>
                <a:lnTo>
                  <a:pt x="12192000" y="0"/>
                </a:lnTo>
                <a:lnTo>
                  <a:pt x="12192000" y="5378958"/>
                </a:lnTo>
                <a:lnTo>
                  <a:pt x="8243540" y="5378958"/>
                </a:lnTo>
                <a:lnTo>
                  <a:pt x="7982281" y="5723182"/>
                </a:lnTo>
                <a:lnTo>
                  <a:pt x="0" y="5723182"/>
                </a:lnTo>
                <a:lnTo>
                  <a:pt x="0" y="5378958"/>
                </a:lnTo>
                <a:lnTo>
                  <a:pt x="0" y="5265982"/>
                </a:lnTo>
                <a:close/>
              </a:path>
            </a:pathLst>
          </a:custGeom>
          <a:solidFill>
            <a:schemeClr val="accent1"/>
          </a:solidFill>
          <a:effectLst>
            <a:outerShdw blurRad="152400" dist="38100" dir="2700000" algn="tl" rotWithShape="0">
              <a:prstClr val="black">
                <a:alpha val="66000"/>
              </a:prstClr>
            </a:outerShdw>
          </a:effectLst>
        </p:spPr>
        <p:txBody>
          <a:bodyPr wrap="square">
            <a:noAutofit/>
          </a:bodyPr>
          <a:lstStyle>
            <a:lvl1pPr marL="0" indent="0">
              <a:buNone/>
              <a:defRPr>
                <a:solidFill>
                  <a:schemeClr val="tx1">
                    <a:alpha val="0"/>
                  </a:schemeClr>
                </a:solidFill>
              </a:defRPr>
            </a:lvl1pPr>
          </a:lstStyle>
          <a:p>
            <a:pPr lvl="0"/>
            <a:r>
              <a:rPr lang="en-US" dirty="0"/>
              <a:t>I</a:t>
            </a:r>
            <a:endParaRPr lang="en-GB" dirty="0"/>
          </a:p>
        </p:txBody>
      </p:sp>
      <p:sp>
        <p:nvSpPr>
          <p:cNvPr id="2" name="Title 1">
            <a:extLst>
              <a:ext uri="{FF2B5EF4-FFF2-40B4-BE49-F238E27FC236}">
                <a16:creationId xmlns:a16="http://schemas.microsoft.com/office/drawing/2014/main" id="{2F2E942B-4297-4570-B120-E2ACA52D126E}"/>
              </a:ext>
            </a:extLst>
          </p:cNvPr>
          <p:cNvSpPr>
            <a:spLocks noGrp="1"/>
          </p:cNvSpPr>
          <p:nvPr>
            <p:ph type="title"/>
          </p:nvPr>
        </p:nvSpPr>
        <p:spPr>
          <a:xfrm>
            <a:off x="781049" y="990600"/>
            <a:ext cx="9144000" cy="2590800"/>
          </a:xfrm>
          <a:noFill/>
        </p:spPr>
        <p:txBody>
          <a:bodyPr anchor="t">
            <a:normAutofit/>
          </a:bodyPr>
          <a:lstStyle>
            <a:lvl1pPr algn="l">
              <a:defRPr sz="6000">
                <a:solidFill>
                  <a:schemeClr val="bg1"/>
                </a:solidFill>
              </a:defRPr>
            </a:lvl1pPr>
          </a:lstStyle>
          <a:p>
            <a:r>
              <a:rPr lang="en-US" smtClean="0"/>
              <a:t>Click to edit Master title style</a:t>
            </a:r>
            <a:endParaRPr lang="en-GB" dirty="0"/>
          </a:p>
        </p:txBody>
      </p:sp>
      <p:sp>
        <p:nvSpPr>
          <p:cNvPr id="9" name="Text Placeholder 16">
            <a:extLst>
              <a:ext uri="{FF2B5EF4-FFF2-40B4-BE49-F238E27FC236}">
                <a16:creationId xmlns:a16="http://schemas.microsoft.com/office/drawing/2014/main" id="{4E78EDD8-13BF-4551-BD7B-C04131A68BC1}"/>
              </a:ext>
              <a:ext uri="{C183D7F6-B498-43B3-948B-1728B52AA6E4}">
                <adec:decorative xmlns="" xmlns:adec="http://schemas.microsoft.com/office/drawing/2017/decorative" val="1"/>
              </a:ext>
            </a:extLst>
          </p:cNvPr>
          <p:cNvSpPr>
            <a:spLocks noGrp="1"/>
          </p:cNvSpPr>
          <p:nvPr>
            <p:ph type="body" sz="quarter" idx="23" hasCustomPrompt="1"/>
          </p:nvPr>
        </p:nvSpPr>
        <p:spPr>
          <a:xfrm>
            <a:off x="0" y="633984"/>
            <a:ext cx="304800" cy="1499616"/>
          </a:xfrm>
          <a:solidFill>
            <a:schemeClr val="bg1"/>
          </a:solidFill>
          <a:effectLst/>
        </p:spPr>
        <p:txBody>
          <a:bodyPr/>
          <a:lstStyle>
            <a:lvl1pPr marL="0" indent="0">
              <a:buNone/>
              <a:defRPr>
                <a:solidFill>
                  <a:schemeClr val="tx1">
                    <a:alpha val="0"/>
                  </a:schemeClr>
                </a:solidFill>
              </a:defRPr>
            </a:lvl1pPr>
          </a:lstStyle>
          <a:p>
            <a:pPr lvl="0"/>
            <a:r>
              <a:rPr lang="en-US" dirty="0"/>
              <a:t>I</a:t>
            </a:r>
            <a:endParaRPr lang="en-GB" dirty="0"/>
          </a:p>
        </p:txBody>
      </p:sp>
      <p:sp>
        <p:nvSpPr>
          <p:cNvPr id="7" name="Slide Number Placeholder 5">
            <a:extLst>
              <a:ext uri="{FF2B5EF4-FFF2-40B4-BE49-F238E27FC236}">
                <a16:creationId xmlns:a16="http://schemas.microsoft.com/office/drawing/2014/main" id="{7160B2D8-3756-4781-A8DD-692C3F895981}"/>
              </a:ext>
            </a:extLst>
          </p:cNvPr>
          <p:cNvSpPr>
            <a:spLocks noGrp="1"/>
          </p:cNvSpPr>
          <p:nvPr>
            <p:ph type="sldNum" sz="quarter" idx="4"/>
          </p:nvPr>
        </p:nvSpPr>
        <p:spPr>
          <a:xfrm>
            <a:off x="628788" y="6339840"/>
            <a:ext cx="302281" cy="365760"/>
          </a:xfrm>
          <a:prstGeom prst="rect">
            <a:avLst/>
          </a:prstGeom>
          <a:solidFill>
            <a:schemeClr val="bg1"/>
          </a:solidFill>
          <a:ln>
            <a:solidFill>
              <a:schemeClr val="accent2"/>
            </a:solidFill>
          </a:ln>
        </p:spPr>
        <p:txBody>
          <a:bodyPr vert="horz" lIns="0" tIns="45720" rIns="0" bIns="45720" rtlCol="0" anchor="ctr"/>
          <a:lstStyle>
            <a:lvl1pPr algn="ctr">
              <a:defRPr sz="1000">
                <a:solidFill>
                  <a:schemeClr val="tx1">
                    <a:lumMod val="95000"/>
                    <a:lumOff val="5000"/>
                  </a:schemeClr>
                </a:solidFill>
                <a:latin typeface="+mj-lt"/>
              </a:defRPr>
            </a:lvl1p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721500827"/>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6_Segue">
    <p:spTree>
      <p:nvGrpSpPr>
        <p:cNvPr id="1" name=""/>
        <p:cNvGrpSpPr/>
        <p:nvPr/>
      </p:nvGrpSpPr>
      <p:grpSpPr>
        <a:xfrm>
          <a:off x="0" y="0"/>
          <a:ext cx="0" cy="0"/>
          <a:chOff x="0" y="0"/>
          <a:chExt cx="0" cy="0"/>
        </a:xfrm>
      </p:grpSpPr>
      <p:sp>
        <p:nvSpPr>
          <p:cNvPr id="8" name="Picture Placeholder 7">
            <a:extLst>
              <a:ext uri="{FF2B5EF4-FFF2-40B4-BE49-F238E27FC236}">
                <a16:creationId xmlns:a16="http://schemas.microsoft.com/office/drawing/2014/main" id="{6E015B08-6C1F-4B1F-8038-D3C209BA0DBC}"/>
              </a:ext>
              <a:ext uri="{C183D7F6-B498-43B3-948B-1728B52AA6E4}">
                <adec:decorative xmlns="" xmlns:adec="http://schemas.microsoft.com/office/drawing/2017/decorative" val="1"/>
              </a:ext>
            </a:extLst>
          </p:cNvPr>
          <p:cNvSpPr>
            <a:spLocks noGrp="1"/>
          </p:cNvSpPr>
          <p:nvPr>
            <p:ph type="pic" sz="quarter" idx="17" hasCustomPrompt="1"/>
          </p:nvPr>
        </p:nvSpPr>
        <p:spPr>
          <a:xfrm>
            <a:off x="0" y="5378958"/>
            <a:ext cx="12191999" cy="1479041"/>
          </a:xfrm>
          <a:custGeom>
            <a:avLst/>
            <a:gdLst>
              <a:gd name="connsiteX0" fmla="*/ 8243540 w 12191999"/>
              <a:gd name="connsiteY0" fmla="*/ 0 h 1479041"/>
              <a:gd name="connsiteX1" fmla="*/ 12191999 w 12191999"/>
              <a:gd name="connsiteY1" fmla="*/ 0 h 1479041"/>
              <a:gd name="connsiteX2" fmla="*/ 12191999 w 12191999"/>
              <a:gd name="connsiteY2" fmla="*/ 1479041 h 1479041"/>
              <a:gd name="connsiteX3" fmla="*/ 0 w 12191999"/>
              <a:gd name="connsiteY3" fmla="*/ 1479041 h 1479041"/>
              <a:gd name="connsiteX4" fmla="*/ 0 w 12191999"/>
              <a:gd name="connsiteY4" fmla="*/ 344224 h 1479041"/>
              <a:gd name="connsiteX5" fmla="*/ 7982281 w 12191999"/>
              <a:gd name="connsiteY5" fmla="*/ 344224 h 14790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191999" h="1479041">
                <a:moveTo>
                  <a:pt x="8243540" y="0"/>
                </a:moveTo>
                <a:lnTo>
                  <a:pt x="12191999" y="0"/>
                </a:lnTo>
                <a:lnTo>
                  <a:pt x="12191999" y="1479041"/>
                </a:lnTo>
                <a:lnTo>
                  <a:pt x="0" y="1479041"/>
                </a:lnTo>
                <a:lnTo>
                  <a:pt x="0" y="344224"/>
                </a:lnTo>
                <a:lnTo>
                  <a:pt x="7982281" y="344224"/>
                </a:lnTo>
                <a:close/>
              </a:path>
            </a:pathLst>
          </a:custGeom>
        </p:spPr>
        <p:txBody>
          <a:bodyPr wrap="square" anchor="ctr">
            <a:noAutofit/>
          </a:bodyPr>
          <a:lstStyle>
            <a:lvl1pPr marL="0" indent="0" algn="ctr">
              <a:buNone/>
              <a:defRPr>
                <a:solidFill>
                  <a:schemeClr val="bg1">
                    <a:lumMod val="50000"/>
                  </a:schemeClr>
                </a:solidFill>
              </a:defRPr>
            </a:lvl1pPr>
          </a:lstStyle>
          <a:p>
            <a:r>
              <a:rPr lang="en-US" dirty="0"/>
              <a:t>Insert Image</a:t>
            </a:r>
            <a:endParaRPr lang="en-GB" dirty="0"/>
          </a:p>
        </p:txBody>
      </p:sp>
      <p:sp>
        <p:nvSpPr>
          <p:cNvPr id="27" name="Text Placeholder 26">
            <a:extLst>
              <a:ext uri="{FF2B5EF4-FFF2-40B4-BE49-F238E27FC236}">
                <a16:creationId xmlns:a16="http://schemas.microsoft.com/office/drawing/2014/main" id="{A222F077-B5D5-442D-BB60-47BE1094D15F}"/>
              </a:ext>
              <a:ext uri="{C183D7F6-B498-43B3-948B-1728B52AA6E4}">
                <adec:decorative xmlns="" xmlns:adec="http://schemas.microsoft.com/office/drawing/2017/decorative" val="1"/>
              </a:ext>
            </a:extLst>
          </p:cNvPr>
          <p:cNvSpPr>
            <a:spLocks noGrp="1"/>
          </p:cNvSpPr>
          <p:nvPr>
            <p:ph type="body" sz="quarter" idx="18" hasCustomPrompt="1"/>
          </p:nvPr>
        </p:nvSpPr>
        <p:spPr>
          <a:xfrm>
            <a:off x="0" y="0"/>
            <a:ext cx="12192000" cy="5723182"/>
          </a:xfrm>
          <a:custGeom>
            <a:avLst/>
            <a:gdLst>
              <a:gd name="connsiteX0" fmla="*/ 0 w 12192000"/>
              <a:gd name="connsiteY0" fmla="*/ 0 h 5723182"/>
              <a:gd name="connsiteX1" fmla="*/ 12192000 w 12192000"/>
              <a:gd name="connsiteY1" fmla="*/ 0 h 5723182"/>
              <a:gd name="connsiteX2" fmla="*/ 12192000 w 12192000"/>
              <a:gd name="connsiteY2" fmla="*/ 5378958 h 5723182"/>
              <a:gd name="connsiteX3" fmla="*/ 8243540 w 12192000"/>
              <a:gd name="connsiteY3" fmla="*/ 5378958 h 5723182"/>
              <a:gd name="connsiteX4" fmla="*/ 7982281 w 12192000"/>
              <a:gd name="connsiteY4" fmla="*/ 5723182 h 5723182"/>
              <a:gd name="connsiteX5" fmla="*/ 0 w 12192000"/>
              <a:gd name="connsiteY5" fmla="*/ 5723182 h 5723182"/>
              <a:gd name="connsiteX6" fmla="*/ 0 w 12192000"/>
              <a:gd name="connsiteY6" fmla="*/ 5378958 h 5723182"/>
              <a:gd name="connsiteX7" fmla="*/ 0 w 12192000"/>
              <a:gd name="connsiteY7" fmla="*/ 5265982 h 57231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5723182">
                <a:moveTo>
                  <a:pt x="0" y="0"/>
                </a:moveTo>
                <a:lnTo>
                  <a:pt x="12192000" y="0"/>
                </a:lnTo>
                <a:lnTo>
                  <a:pt x="12192000" y="5378958"/>
                </a:lnTo>
                <a:lnTo>
                  <a:pt x="8243540" y="5378958"/>
                </a:lnTo>
                <a:lnTo>
                  <a:pt x="7982281" y="5723182"/>
                </a:lnTo>
                <a:lnTo>
                  <a:pt x="0" y="5723182"/>
                </a:lnTo>
                <a:lnTo>
                  <a:pt x="0" y="5378958"/>
                </a:lnTo>
                <a:lnTo>
                  <a:pt x="0" y="5265982"/>
                </a:lnTo>
                <a:close/>
              </a:path>
            </a:pathLst>
          </a:custGeom>
          <a:solidFill>
            <a:schemeClr val="accent5"/>
          </a:solidFill>
          <a:effectLst>
            <a:outerShdw blurRad="152400" dist="38100" dir="2700000" algn="tl" rotWithShape="0">
              <a:prstClr val="black">
                <a:alpha val="66000"/>
              </a:prstClr>
            </a:outerShdw>
          </a:effectLst>
        </p:spPr>
        <p:txBody>
          <a:bodyPr wrap="square">
            <a:noAutofit/>
          </a:bodyPr>
          <a:lstStyle>
            <a:lvl1pPr marL="0" indent="0">
              <a:buNone/>
              <a:defRPr>
                <a:solidFill>
                  <a:schemeClr val="tx1">
                    <a:alpha val="0"/>
                  </a:schemeClr>
                </a:solidFill>
              </a:defRPr>
            </a:lvl1pPr>
          </a:lstStyle>
          <a:p>
            <a:pPr lvl="0"/>
            <a:r>
              <a:rPr lang="en-US" dirty="0"/>
              <a:t>I</a:t>
            </a:r>
            <a:endParaRPr lang="en-GB" dirty="0"/>
          </a:p>
        </p:txBody>
      </p:sp>
      <p:sp>
        <p:nvSpPr>
          <p:cNvPr id="2" name="Title 1">
            <a:extLst>
              <a:ext uri="{FF2B5EF4-FFF2-40B4-BE49-F238E27FC236}">
                <a16:creationId xmlns:a16="http://schemas.microsoft.com/office/drawing/2014/main" id="{2F2E942B-4297-4570-B120-E2ACA52D126E}"/>
              </a:ext>
            </a:extLst>
          </p:cNvPr>
          <p:cNvSpPr>
            <a:spLocks noGrp="1"/>
          </p:cNvSpPr>
          <p:nvPr>
            <p:ph type="title"/>
          </p:nvPr>
        </p:nvSpPr>
        <p:spPr>
          <a:xfrm>
            <a:off x="781049" y="990600"/>
            <a:ext cx="9144000" cy="2590800"/>
          </a:xfrm>
          <a:noFill/>
        </p:spPr>
        <p:txBody>
          <a:bodyPr anchor="t">
            <a:normAutofit/>
          </a:bodyPr>
          <a:lstStyle>
            <a:lvl1pPr algn="l">
              <a:defRPr sz="6000">
                <a:solidFill>
                  <a:schemeClr val="bg1"/>
                </a:solidFill>
              </a:defRPr>
            </a:lvl1pPr>
          </a:lstStyle>
          <a:p>
            <a:r>
              <a:rPr lang="en-US" smtClean="0"/>
              <a:t>Click to edit Master title style</a:t>
            </a:r>
            <a:endParaRPr lang="en-GB" dirty="0"/>
          </a:p>
        </p:txBody>
      </p:sp>
      <p:sp>
        <p:nvSpPr>
          <p:cNvPr id="9" name="Text Placeholder 16">
            <a:extLst>
              <a:ext uri="{FF2B5EF4-FFF2-40B4-BE49-F238E27FC236}">
                <a16:creationId xmlns:a16="http://schemas.microsoft.com/office/drawing/2014/main" id="{4E78EDD8-13BF-4551-BD7B-C04131A68BC1}"/>
              </a:ext>
              <a:ext uri="{C183D7F6-B498-43B3-948B-1728B52AA6E4}">
                <adec:decorative xmlns="" xmlns:adec="http://schemas.microsoft.com/office/drawing/2017/decorative" val="1"/>
              </a:ext>
            </a:extLst>
          </p:cNvPr>
          <p:cNvSpPr>
            <a:spLocks noGrp="1"/>
          </p:cNvSpPr>
          <p:nvPr>
            <p:ph type="body" sz="quarter" idx="23" hasCustomPrompt="1"/>
          </p:nvPr>
        </p:nvSpPr>
        <p:spPr>
          <a:xfrm>
            <a:off x="0" y="633984"/>
            <a:ext cx="304800" cy="1499616"/>
          </a:xfrm>
          <a:solidFill>
            <a:schemeClr val="bg1"/>
          </a:solidFill>
          <a:effectLst/>
        </p:spPr>
        <p:txBody>
          <a:bodyPr/>
          <a:lstStyle>
            <a:lvl1pPr marL="0" indent="0">
              <a:buNone/>
              <a:defRPr>
                <a:solidFill>
                  <a:schemeClr val="tx1">
                    <a:alpha val="0"/>
                  </a:schemeClr>
                </a:solidFill>
              </a:defRPr>
            </a:lvl1pPr>
          </a:lstStyle>
          <a:p>
            <a:pPr lvl="0"/>
            <a:r>
              <a:rPr lang="en-US" dirty="0"/>
              <a:t>I</a:t>
            </a:r>
            <a:endParaRPr lang="en-GB" dirty="0"/>
          </a:p>
        </p:txBody>
      </p:sp>
      <p:sp>
        <p:nvSpPr>
          <p:cNvPr id="7" name="Slide Number Placeholder 5">
            <a:extLst>
              <a:ext uri="{FF2B5EF4-FFF2-40B4-BE49-F238E27FC236}">
                <a16:creationId xmlns:a16="http://schemas.microsoft.com/office/drawing/2014/main" id="{9EEDA9EB-20CE-4EA1-9720-40FBEB45614B}"/>
              </a:ext>
            </a:extLst>
          </p:cNvPr>
          <p:cNvSpPr>
            <a:spLocks noGrp="1"/>
          </p:cNvSpPr>
          <p:nvPr>
            <p:ph type="sldNum" sz="quarter" idx="4"/>
          </p:nvPr>
        </p:nvSpPr>
        <p:spPr>
          <a:xfrm>
            <a:off x="628788" y="6339840"/>
            <a:ext cx="302281" cy="365760"/>
          </a:xfrm>
          <a:prstGeom prst="rect">
            <a:avLst/>
          </a:prstGeom>
          <a:solidFill>
            <a:schemeClr val="bg1"/>
          </a:solidFill>
          <a:ln>
            <a:solidFill>
              <a:schemeClr val="accent5"/>
            </a:solidFill>
          </a:ln>
        </p:spPr>
        <p:txBody>
          <a:bodyPr vert="horz" lIns="0" tIns="45720" rIns="0" bIns="45720" rtlCol="0" anchor="ctr"/>
          <a:lstStyle>
            <a:lvl1pPr algn="ctr">
              <a:defRPr sz="1000">
                <a:solidFill>
                  <a:schemeClr val="tx1">
                    <a:lumMod val="95000"/>
                    <a:lumOff val="5000"/>
                  </a:schemeClr>
                </a:solidFill>
                <a:latin typeface="+mj-lt"/>
              </a:defRPr>
            </a:lvl1p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596723573"/>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7_Segue">
    <p:spTree>
      <p:nvGrpSpPr>
        <p:cNvPr id="1" name=""/>
        <p:cNvGrpSpPr/>
        <p:nvPr/>
      </p:nvGrpSpPr>
      <p:grpSpPr>
        <a:xfrm>
          <a:off x="0" y="0"/>
          <a:ext cx="0" cy="0"/>
          <a:chOff x="0" y="0"/>
          <a:chExt cx="0" cy="0"/>
        </a:xfrm>
      </p:grpSpPr>
      <p:sp>
        <p:nvSpPr>
          <p:cNvPr id="8" name="Picture Placeholder 7">
            <a:extLst>
              <a:ext uri="{FF2B5EF4-FFF2-40B4-BE49-F238E27FC236}">
                <a16:creationId xmlns:a16="http://schemas.microsoft.com/office/drawing/2014/main" id="{6E015B08-6C1F-4B1F-8038-D3C209BA0DBC}"/>
              </a:ext>
              <a:ext uri="{C183D7F6-B498-43B3-948B-1728B52AA6E4}">
                <adec:decorative xmlns="" xmlns:adec="http://schemas.microsoft.com/office/drawing/2017/decorative" val="1"/>
              </a:ext>
            </a:extLst>
          </p:cNvPr>
          <p:cNvSpPr>
            <a:spLocks noGrp="1"/>
          </p:cNvSpPr>
          <p:nvPr>
            <p:ph type="pic" sz="quarter" idx="17" hasCustomPrompt="1"/>
          </p:nvPr>
        </p:nvSpPr>
        <p:spPr>
          <a:xfrm>
            <a:off x="0" y="5378958"/>
            <a:ext cx="12191999" cy="1479041"/>
          </a:xfrm>
          <a:custGeom>
            <a:avLst/>
            <a:gdLst>
              <a:gd name="connsiteX0" fmla="*/ 8243540 w 12191999"/>
              <a:gd name="connsiteY0" fmla="*/ 0 h 1479041"/>
              <a:gd name="connsiteX1" fmla="*/ 12191999 w 12191999"/>
              <a:gd name="connsiteY1" fmla="*/ 0 h 1479041"/>
              <a:gd name="connsiteX2" fmla="*/ 12191999 w 12191999"/>
              <a:gd name="connsiteY2" fmla="*/ 1479041 h 1479041"/>
              <a:gd name="connsiteX3" fmla="*/ 0 w 12191999"/>
              <a:gd name="connsiteY3" fmla="*/ 1479041 h 1479041"/>
              <a:gd name="connsiteX4" fmla="*/ 0 w 12191999"/>
              <a:gd name="connsiteY4" fmla="*/ 344224 h 1479041"/>
              <a:gd name="connsiteX5" fmla="*/ 7982281 w 12191999"/>
              <a:gd name="connsiteY5" fmla="*/ 344224 h 14790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191999" h="1479041">
                <a:moveTo>
                  <a:pt x="8243540" y="0"/>
                </a:moveTo>
                <a:lnTo>
                  <a:pt x="12191999" y="0"/>
                </a:lnTo>
                <a:lnTo>
                  <a:pt x="12191999" y="1479041"/>
                </a:lnTo>
                <a:lnTo>
                  <a:pt x="0" y="1479041"/>
                </a:lnTo>
                <a:lnTo>
                  <a:pt x="0" y="344224"/>
                </a:lnTo>
                <a:lnTo>
                  <a:pt x="7982281" y="344224"/>
                </a:lnTo>
                <a:close/>
              </a:path>
            </a:pathLst>
          </a:custGeom>
        </p:spPr>
        <p:txBody>
          <a:bodyPr wrap="square" anchor="ctr">
            <a:noAutofit/>
          </a:bodyPr>
          <a:lstStyle>
            <a:lvl1pPr marL="0" indent="0" algn="ctr">
              <a:buNone/>
              <a:defRPr>
                <a:solidFill>
                  <a:schemeClr val="bg1">
                    <a:lumMod val="50000"/>
                  </a:schemeClr>
                </a:solidFill>
              </a:defRPr>
            </a:lvl1pPr>
          </a:lstStyle>
          <a:p>
            <a:r>
              <a:rPr lang="en-US" dirty="0"/>
              <a:t>Insert Image</a:t>
            </a:r>
            <a:endParaRPr lang="en-GB" dirty="0"/>
          </a:p>
        </p:txBody>
      </p:sp>
      <p:sp>
        <p:nvSpPr>
          <p:cNvPr id="27" name="Text Placeholder 26">
            <a:extLst>
              <a:ext uri="{FF2B5EF4-FFF2-40B4-BE49-F238E27FC236}">
                <a16:creationId xmlns:a16="http://schemas.microsoft.com/office/drawing/2014/main" id="{A222F077-B5D5-442D-BB60-47BE1094D15F}"/>
              </a:ext>
              <a:ext uri="{C183D7F6-B498-43B3-948B-1728B52AA6E4}">
                <adec:decorative xmlns="" xmlns:adec="http://schemas.microsoft.com/office/drawing/2017/decorative" val="1"/>
              </a:ext>
            </a:extLst>
          </p:cNvPr>
          <p:cNvSpPr>
            <a:spLocks noGrp="1"/>
          </p:cNvSpPr>
          <p:nvPr>
            <p:ph type="body" sz="quarter" idx="18" hasCustomPrompt="1"/>
          </p:nvPr>
        </p:nvSpPr>
        <p:spPr>
          <a:xfrm>
            <a:off x="0" y="0"/>
            <a:ext cx="12192000" cy="5723182"/>
          </a:xfrm>
          <a:custGeom>
            <a:avLst/>
            <a:gdLst>
              <a:gd name="connsiteX0" fmla="*/ 0 w 12192000"/>
              <a:gd name="connsiteY0" fmla="*/ 0 h 5723182"/>
              <a:gd name="connsiteX1" fmla="*/ 12192000 w 12192000"/>
              <a:gd name="connsiteY1" fmla="*/ 0 h 5723182"/>
              <a:gd name="connsiteX2" fmla="*/ 12192000 w 12192000"/>
              <a:gd name="connsiteY2" fmla="*/ 5378958 h 5723182"/>
              <a:gd name="connsiteX3" fmla="*/ 8243540 w 12192000"/>
              <a:gd name="connsiteY3" fmla="*/ 5378958 h 5723182"/>
              <a:gd name="connsiteX4" fmla="*/ 7982281 w 12192000"/>
              <a:gd name="connsiteY4" fmla="*/ 5723182 h 5723182"/>
              <a:gd name="connsiteX5" fmla="*/ 0 w 12192000"/>
              <a:gd name="connsiteY5" fmla="*/ 5723182 h 5723182"/>
              <a:gd name="connsiteX6" fmla="*/ 0 w 12192000"/>
              <a:gd name="connsiteY6" fmla="*/ 5378958 h 5723182"/>
              <a:gd name="connsiteX7" fmla="*/ 0 w 12192000"/>
              <a:gd name="connsiteY7" fmla="*/ 5265982 h 57231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5723182">
                <a:moveTo>
                  <a:pt x="0" y="0"/>
                </a:moveTo>
                <a:lnTo>
                  <a:pt x="12192000" y="0"/>
                </a:lnTo>
                <a:lnTo>
                  <a:pt x="12192000" y="5378958"/>
                </a:lnTo>
                <a:lnTo>
                  <a:pt x="8243540" y="5378958"/>
                </a:lnTo>
                <a:lnTo>
                  <a:pt x="7982281" y="5723182"/>
                </a:lnTo>
                <a:lnTo>
                  <a:pt x="0" y="5723182"/>
                </a:lnTo>
                <a:lnTo>
                  <a:pt x="0" y="5378958"/>
                </a:lnTo>
                <a:lnTo>
                  <a:pt x="0" y="5265982"/>
                </a:lnTo>
                <a:close/>
              </a:path>
            </a:pathLst>
          </a:custGeom>
          <a:solidFill>
            <a:schemeClr val="accent6"/>
          </a:solidFill>
          <a:effectLst>
            <a:outerShdw blurRad="152400" dist="38100" dir="2700000" algn="tl" rotWithShape="0">
              <a:prstClr val="black">
                <a:alpha val="66000"/>
              </a:prstClr>
            </a:outerShdw>
          </a:effectLst>
        </p:spPr>
        <p:txBody>
          <a:bodyPr wrap="square">
            <a:noAutofit/>
          </a:bodyPr>
          <a:lstStyle>
            <a:lvl1pPr marL="0" indent="0">
              <a:buNone/>
              <a:defRPr>
                <a:solidFill>
                  <a:schemeClr val="tx1">
                    <a:alpha val="0"/>
                  </a:schemeClr>
                </a:solidFill>
              </a:defRPr>
            </a:lvl1pPr>
          </a:lstStyle>
          <a:p>
            <a:pPr lvl="0"/>
            <a:r>
              <a:rPr lang="en-US" dirty="0"/>
              <a:t>I</a:t>
            </a:r>
            <a:endParaRPr lang="en-GB" dirty="0"/>
          </a:p>
        </p:txBody>
      </p:sp>
      <p:sp>
        <p:nvSpPr>
          <p:cNvPr id="2" name="Title 1">
            <a:extLst>
              <a:ext uri="{FF2B5EF4-FFF2-40B4-BE49-F238E27FC236}">
                <a16:creationId xmlns:a16="http://schemas.microsoft.com/office/drawing/2014/main" id="{2F2E942B-4297-4570-B120-E2ACA52D126E}"/>
              </a:ext>
            </a:extLst>
          </p:cNvPr>
          <p:cNvSpPr>
            <a:spLocks noGrp="1"/>
          </p:cNvSpPr>
          <p:nvPr>
            <p:ph type="title"/>
          </p:nvPr>
        </p:nvSpPr>
        <p:spPr>
          <a:xfrm>
            <a:off x="781049" y="990600"/>
            <a:ext cx="9144000" cy="2590800"/>
          </a:xfrm>
          <a:noFill/>
        </p:spPr>
        <p:txBody>
          <a:bodyPr anchor="t">
            <a:normAutofit/>
          </a:bodyPr>
          <a:lstStyle>
            <a:lvl1pPr algn="l">
              <a:defRPr sz="6000">
                <a:solidFill>
                  <a:schemeClr val="bg1"/>
                </a:solidFill>
              </a:defRPr>
            </a:lvl1pPr>
          </a:lstStyle>
          <a:p>
            <a:r>
              <a:rPr lang="en-US" smtClean="0"/>
              <a:t>Click to edit Master title style</a:t>
            </a:r>
            <a:endParaRPr lang="en-GB" dirty="0"/>
          </a:p>
        </p:txBody>
      </p:sp>
      <p:sp>
        <p:nvSpPr>
          <p:cNvPr id="9" name="Text Placeholder 16">
            <a:extLst>
              <a:ext uri="{FF2B5EF4-FFF2-40B4-BE49-F238E27FC236}">
                <a16:creationId xmlns:a16="http://schemas.microsoft.com/office/drawing/2014/main" id="{4E78EDD8-13BF-4551-BD7B-C04131A68BC1}"/>
              </a:ext>
              <a:ext uri="{C183D7F6-B498-43B3-948B-1728B52AA6E4}">
                <adec:decorative xmlns="" xmlns:adec="http://schemas.microsoft.com/office/drawing/2017/decorative" val="1"/>
              </a:ext>
            </a:extLst>
          </p:cNvPr>
          <p:cNvSpPr>
            <a:spLocks noGrp="1"/>
          </p:cNvSpPr>
          <p:nvPr>
            <p:ph type="body" sz="quarter" idx="23" hasCustomPrompt="1"/>
          </p:nvPr>
        </p:nvSpPr>
        <p:spPr>
          <a:xfrm>
            <a:off x="0" y="633984"/>
            <a:ext cx="304800" cy="1499616"/>
          </a:xfrm>
          <a:solidFill>
            <a:schemeClr val="bg1"/>
          </a:solidFill>
          <a:effectLst/>
        </p:spPr>
        <p:txBody>
          <a:bodyPr/>
          <a:lstStyle>
            <a:lvl1pPr marL="0" indent="0">
              <a:buNone/>
              <a:defRPr>
                <a:solidFill>
                  <a:schemeClr val="tx1">
                    <a:alpha val="0"/>
                  </a:schemeClr>
                </a:solidFill>
              </a:defRPr>
            </a:lvl1pPr>
          </a:lstStyle>
          <a:p>
            <a:pPr lvl="0"/>
            <a:r>
              <a:rPr lang="en-US" dirty="0"/>
              <a:t>I</a:t>
            </a:r>
            <a:endParaRPr lang="en-GB" dirty="0"/>
          </a:p>
        </p:txBody>
      </p:sp>
      <p:sp>
        <p:nvSpPr>
          <p:cNvPr id="7" name="Slide Number Placeholder 5">
            <a:extLst>
              <a:ext uri="{FF2B5EF4-FFF2-40B4-BE49-F238E27FC236}">
                <a16:creationId xmlns:a16="http://schemas.microsoft.com/office/drawing/2014/main" id="{80033509-FE6E-46FC-85C8-B777FBA2F1A5}"/>
              </a:ext>
            </a:extLst>
          </p:cNvPr>
          <p:cNvSpPr>
            <a:spLocks noGrp="1"/>
          </p:cNvSpPr>
          <p:nvPr>
            <p:ph type="sldNum" sz="quarter" idx="4"/>
          </p:nvPr>
        </p:nvSpPr>
        <p:spPr>
          <a:xfrm>
            <a:off x="628788" y="6339840"/>
            <a:ext cx="302281" cy="365760"/>
          </a:xfrm>
          <a:prstGeom prst="rect">
            <a:avLst/>
          </a:prstGeom>
          <a:solidFill>
            <a:schemeClr val="bg1"/>
          </a:solidFill>
          <a:ln>
            <a:solidFill>
              <a:schemeClr val="accent6"/>
            </a:solidFill>
          </a:ln>
        </p:spPr>
        <p:txBody>
          <a:bodyPr vert="horz" lIns="0" tIns="45720" rIns="0" bIns="45720" rtlCol="0" anchor="ctr"/>
          <a:lstStyle>
            <a:lvl1pPr algn="ctr">
              <a:defRPr sz="1000">
                <a:solidFill>
                  <a:schemeClr val="tx1">
                    <a:lumMod val="95000"/>
                    <a:lumOff val="5000"/>
                  </a:schemeClr>
                </a:solidFill>
                <a:latin typeface="+mj-lt"/>
              </a:defRPr>
            </a:lvl1p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3241753255"/>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showMasterSp="0" preserve="1" userDrawn="1">
  <p:cSld name="Closing-Thank you 1">
    <p:bg>
      <p:bgPr>
        <a:solidFill>
          <a:schemeClr val="bg1">
            <a:lumMod val="95000"/>
          </a:schemeClr>
        </a:solidFill>
        <a:effectLst/>
      </p:bgPr>
    </p:bg>
    <p:spTree>
      <p:nvGrpSpPr>
        <p:cNvPr id="1" name=""/>
        <p:cNvGrpSpPr/>
        <p:nvPr/>
      </p:nvGrpSpPr>
      <p:grpSpPr>
        <a:xfrm>
          <a:off x="0" y="0"/>
          <a:ext cx="0" cy="0"/>
          <a:chOff x="0" y="0"/>
          <a:chExt cx="0" cy="0"/>
        </a:xfrm>
      </p:grpSpPr>
      <p:sp>
        <p:nvSpPr>
          <p:cNvPr id="53" name="Text Placeholder 52">
            <a:extLst>
              <a:ext uri="{FF2B5EF4-FFF2-40B4-BE49-F238E27FC236}">
                <a16:creationId xmlns:a16="http://schemas.microsoft.com/office/drawing/2014/main" id="{4016877F-9863-4CBC-B4AF-D4764DBA673B}"/>
              </a:ext>
              <a:ext uri="{C183D7F6-B498-43B3-948B-1728B52AA6E4}">
                <adec:decorative xmlns="" xmlns:adec="http://schemas.microsoft.com/office/drawing/2017/decorative" val="1"/>
              </a:ext>
            </a:extLst>
          </p:cNvPr>
          <p:cNvSpPr>
            <a:spLocks noGrp="1"/>
          </p:cNvSpPr>
          <p:nvPr>
            <p:ph type="body" sz="quarter" idx="14" hasCustomPrompt="1"/>
          </p:nvPr>
        </p:nvSpPr>
        <p:spPr>
          <a:xfrm>
            <a:off x="1181099" y="457200"/>
            <a:ext cx="8128343" cy="6248400"/>
          </a:xfrm>
          <a:custGeom>
            <a:avLst/>
            <a:gdLst>
              <a:gd name="connsiteX0" fmla="*/ 0 w 8128343"/>
              <a:gd name="connsiteY0" fmla="*/ 0 h 6248400"/>
              <a:gd name="connsiteX1" fmla="*/ 8128343 w 8128343"/>
              <a:gd name="connsiteY1" fmla="*/ 0 h 6248400"/>
              <a:gd name="connsiteX2" fmla="*/ 8128343 w 8128343"/>
              <a:gd name="connsiteY2" fmla="*/ 3258609 h 6248400"/>
              <a:gd name="connsiteX3" fmla="*/ 5858354 w 8128343"/>
              <a:gd name="connsiteY3" fmla="*/ 6248400 h 6248400"/>
              <a:gd name="connsiteX4" fmla="*/ 0 w 8128343"/>
              <a:gd name="connsiteY4" fmla="*/ 6248400 h 62484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128343" h="6248400">
                <a:moveTo>
                  <a:pt x="0" y="0"/>
                </a:moveTo>
                <a:lnTo>
                  <a:pt x="8128343" y="0"/>
                </a:lnTo>
                <a:lnTo>
                  <a:pt x="8128343" y="3258609"/>
                </a:lnTo>
                <a:lnTo>
                  <a:pt x="5858354" y="6248400"/>
                </a:lnTo>
                <a:lnTo>
                  <a:pt x="0" y="624840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marL="0" indent="0">
              <a:buNone/>
              <a:defRPr lang="en-GB" sz="1800" dirty="0">
                <a:solidFill>
                  <a:schemeClr val="lt1">
                    <a:alpha val="0"/>
                  </a:schemeClr>
                </a:solidFill>
              </a:defRPr>
            </a:lvl1pPr>
          </a:lstStyle>
          <a:p>
            <a:pPr marL="0" lvl="0" algn="ctr"/>
            <a:r>
              <a:rPr lang="en-US" noProof="0"/>
              <a:t>I</a:t>
            </a:r>
          </a:p>
        </p:txBody>
      </p:sp>
      <p:sp>
        <p:nvSpPr>
          <p:cNvPr id="48" name="Freeform: Shape 47">
            <a:extLst>
              <a:ext uri="{FF2B5EF4-FFF2-40B4-BE49-F238E27FC236}">
                <a16:creationId xmlns:a16="http://schemas.microsoft.com/office/drawing/2014/main" id="{9070D0C4-1F90-4B84-B84E-8285FA0A01B0}"/>
              </a:ext>
            </a:extLst>
          </p:cNvPr>
          <p:cNvSpPr/>
          <p:nvPr userDrawn="1"/>
        </p:nvSpPr>
        <p:spPr>
          <a:xfrm rot="2232448">
            <a:off x="9455741" y="-926244"/>
            <a:ext cx="131438" cy="8710488"/>
          </a:xfrm>
          <a:custGeom>
            <a:avLst/>
            <a:gdLst>
              <a:gd name="connsiteX0" fmla="*/ 0 w 131438"/>
              <a:gd name="connsiteY0" fmla="*/ 99793 h 8710488"/>
              <a:gd name="connsiteX1" fmla="*/ 131438 w 131438"/>
              <a:gd name="connsiteY1" fmla="*/ 0 h 8710488"/>
              <a:gd name="connsiteX2" fmla="*/ 131438 w 131438"/>
              <a:gd name="connsiteY2" fmla="*/ 8610694 h 8710488"/>
              <a:gd name="connsiteX3" fmla="*/ 0 w 131438"/>
              <a:gd name="connsiteY3" fmla="*/ 8710488 h 8710488"/>
            </a:gdLst>
            <a:ahLst/>
            <a:cxnLst>
              <a:cxn ang="0">
                <a:pos x="connsiteX0" y="connsiteY0"/>
              </a:cxn>
              <a:cxn ang="0">
                <a:pos x="connsiteX1" y="connsiteY1"/>
              </a:cxn>
              <a:cxn ang="0">
                <a:pos x="connsiteX2" y="connsiteY2"/>
              </a:cxn>
              <a:cxn ang="0">
                <a:pos x="connsiteX3" y="connsiteY3"/>
              </a:cxn>
            </a:cxnLst>
            <a:rect l="l" t="t" r="r" b="b"/>
            <a:pathLst>
              <a:path w="131438" h="8710488">
                <a:moveTo>
                  <a:pt x="0" y="99793"/>
                </a:moveTo>
                <a:lnTo>
                  <a:pt x="131438" y="0"/>
                </a:lnTo>
                <a:lnTo>
                  <a:pt x="131438" y="8610694"/>
                </a:lnTo>
                <a:lnTo>
                  <a:pt x="0" y="8710488"/>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49" name="Freeform: Shape 48">
            <a:extLst>
              <a:ext uri="{FF2B5EF4-FFF2-40B4-BE49-F238E27FC236}">
                <a16:creationId xmlns:a16="http://schemas.microsoft.com/office/drawing/2014/main" id="{B8546525-A0E6-4238-93BC-5D43C93A450D}"/>
              </a:ext>
              <a:ext uri="{C183D7F6-B498-43B3-948B-1728B52AA6E4}">
                <adec:decorative xmlns="" xmlns:adec="http://schemas.microsoft.com/office/drawing/2017/decorative" val="1"/>
              </a:ext>
            </a:extLst>
          </p:cNvPr>
          <p:cNvSpPr/>
          <p:nvPr userDrawn="1"/>
        </p:nvSpPr>
        <p:spPr>
          <a:xfrm rot="2232448">
            <a:off x="9332817" y="-941780"/>
            <a:ext cx="172357" cy="8741560"/>
          </a:xfrm>
          <a:custGeom>
            <a:avLst/>
            <a:gdLst>
              <a:gd name="connsiteX0" fmla="*/ 172357 w 172357"/>
              <a:gd name="connsiteY0" fmla="*/ 0 h 8741560"/>
              <a:gd name="connsiteX1" fmla="*/ 172357 w 172357"/>
              <a:gd name="connsiteY1" fmla="*/ 8610698 h 8741560"/>
              <a:gd name="connsiteX2" fmla="*/ 0 w 172357"/>
              <a:gd name="connsiteY2" fmla="*/ 8741560 h 8741560"/>
              <a:gd name="connsiteX3" fmla="*/ 0 w 172357"/>
              <a:gd name="connsiteY3" fmla="*/ 130862 h 8741560"/>
            </a:gdLst>
            <a:ahLst/>
            <a:cxnLst>
              <a:cxn ang="0">
                <a:pos x="connsiteX0" y="connsiteY0"/>
              </a:cxn>
              <a:cxn ang="0">
                <a:pos x="connsiteX1" y="connsiteY1"/>
              </a:cxn>
              <a:cxn ang="0">
                <a:pos x="connsiteX2" y="connsiteY2"/>
              </a:cxn>
              <a:cxn ang="0">
                <a:pos x="connsiteX3" y="connsiteY3"/>
              </a:cxn>
            </a:cxnLst>
            <a:rect l="l" t="t" r="r" b="b"/>
            <a:pathLst>
              <a:path w="172357" h="8741560">
                <a:moveTo>
                  <a:pt x="172357" y="0"/>
                </a:moveTo>
                <a:lnTo>
                  <a:pt x="172357" y="8610698"/>
                </a:lnTo>
                <a:lnTo>
                  <a:pt x="0" y="8741560"/>
                </a:lnTo>
                <a:lnTo>
                  <a:pt x="0" y="130862"/>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defTabSz="914400"/>
            <a:endParaRPr lang="en-US" noProof="0" dirty="0"/>
          </a:p>
        </p:txBody>
      </p:sp>
      <p:sp>
        <p:nvSpPr>
          <p:cNvPr id="17" name="Text Placeholder 16">
            <a:extLst>
              <a:ext uri="{FF2B5EF4-FFF2-40B4-BE49-F238E27FC236}">
                <a16:creationId xmlns:a16="http://schemas.microsoft.com/office/drawing/2014/main" id="{FF9E63E5-568A-4FA2-9851-E5BFA12B85D1}"/>
              </a:ext>
              <a:ext uri="{C183D7F6-B498-43B3-948B-1728B52AA6E4}">
                <adec:decorative xmlns="" xmlns:adec="http://schemas.microsoft.com/office/drawing/2017/decorative" val="1"/>
              </a:ext>
            </a:extLst>
          </p:cNvPr>
          <p:cNvSpPr>
            <a:spLocks noGrp="1"/>
          </p:cNvSpPr>
          <p:nvPr>
            <p:ph type="body" sz="quarter" idx="12" hasCustomPrompt="1"/>
          </p:nvPr>
        </p:nvSpPr>
        <p:spPr>
          <a:xfrm>
            <a:off x="990599" y="304800"/>
            <a:ext cx="8128343" cy="6248400"/>
          </a:xfrm>
          <a:solidFill>
            <a:schemeClr val="bg1"/>
          </a:solidFill>
          <a:effectLst>
            <a:outerShdw blurRad="50800" dist="38100" dir="2700000" algn="tl" rotWithShape="0">
              <a:prstClr val="black">
                <a:alpha val="40000"/>
              </a:prstClr>
            </a:outerShdw>
          </a:effectLst>
        </p:spPr>
        <p:txBody>
          <a:bodyPr/>
          <a:lstStyle>
            <a:lvl1pPr marL="0" indent="0">
              <a:buNone/>
              <a:defRPr>
                <a:solidFill>
                  <a:schemeClr val="tx1">
                    <a:alpha val="0"/>
                  </a:schemeClr>
                </a:solidFill>
              </a:defRPr>
            </a:lvl1pPr>
          </a:lstStyle>
          <a:p>
            <a:pPr lvl="0"/>
            <a:r>
              <a:rPr lang="en-US" noProof="0"/>
              <a:t>I</a:t>
            </a:r>
          </a:p>
        </p:txBody>
      </p:sp>
      <p:sp>
        <p:nvSpPr>
          <p:cNvPr id="2" name="Title 1"/>
          <p:cNvSpPr>
            <a:spLocks noGrp="1"/>
          </p:cNvSpPr>
          <p:nvPr>
            <p:ph type="ctrTitle" hasCustomPrompt="1"/>
          </p:nvPr>
        </p:nvSpPr>
        <p:spPr>
          <a:xfrm>
            <a:off x="1378135" y="1219200"/>
            <a:ext cx="7232465" cy="903638"/>
          </a:xfrm>
        </p:spPr>
        <p:txBody>
          <a:bodyPr anchor="t">
            <a:normAutofit/>
          </a:bodyPr>
          <a:lstStyle>
            <a:lvl1pPr algn="l">
              <a:defRPr lang="en-US" sz="5000" kern="1200" cap="all" spc="100" baseline="0" dirty="0">
                <a:solidFill>
                  <a:srgbClr val="2C2E52"/>
                </a:solidFill>
                <a:latin typeface="+mj-lt"/>
                <a:ea typeface="+mj-ea"/>
                <a:cs typeface="+mj-cs"/>
              </a:defRPr>
            </a:lvl1pPr>
          </a:lstStyle>
          <a:p>
            <a:r>
              <a:rPr lang="en-US" noProof="0"/>
              <a:t>THANK yOU</a:t>
            </a:r>
          </a:p>
        </p:txBody>
      </p:sp>
      <p:sp>
        <p:nvSpPr>
          <p:cNvPr id="33" name="Rectangle 32">
            <a:extLst>
              <a:ext uri="{FF2B5EF4-FFF2-40B4-BE49-F238E27FC236}">
                <a16:creationId xmlns:a16="http://schemas.microsoft.com/office/drawing/2014/main" id="{E905A207-2310-4F94-86E5-13B4CCC359EC}"/>
              </a:ext>
              <a:ext uri="{C183D7F6-B498-43B3-948B-1728B52AA6E4}">
                <adec:decorative xmlns="" xmlns:adec="http://schemas.microsoft.com/office/drawing/2017/decorative" val="1"/>
              </a:ext>
            </a:extLst>
          </p:cNvPr>
          <p:cNvSpPr/>
          <p:nvPr userDrawn="1"/>
        </p:nvSpPr>
        <p:spPr>
          <a:xfrm rot="5400000" flipV="1">
            <a:off x="1562101" y="-114299"/>
            <a:ext cx="304797" cy="5334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defTabSz="914400"/>
            <a:endParaRPr lang="en-US" noProof="0" dirty="0"/>
          </a:p>
        </p:txBody>
      </p:sp>
      <p:sp>
        <p:nvSpPr>
          <p:cNvPr id="19" name="Picture Placeholder 18">
            <a:extLst>
              <a:ext uri="{FF2B5EF4-FFF2-40B4-BE49-F238E27FC236}">
                <a16:creationId xmlns:a16="http://schemas.microsoft.com/office/drawing/2014/main" id="{018BFA80-A3BB-4316-BD6E-3E5F6B4D89CF}"/>
              </a:ext>
              <a:ext uri="{C183D7F6-B498-43B3-948B-1728B52AA6E4}">
                <adec:decorative xmlns="" xmlns:adec="http://schemas.microsoft.com/office/drawing/2017/decorative" val="1"/>
              </a:ext>
            </a:extLst>
          </p:cNvPr>
          <p:cNvSpPr>
            <a:spLocks noGrp="1"/>
          </p:cNvSpPr>
          <p:nvPr>
            <p:ph type="pic" sz="quarter" idx="11" hasCustomPrompt="1"/>
          </p:nvPr>
        </p:nvSpPr>
        <p:spPr>
          <a:xfrm>
            <a:off x="7013448" y="34960"/>
            <a:ext cx="5178552" cy="6823040"/>
          </a:xfrm>
          <a:custGeom>
            <a:avLst/>
            <a:gdLst>
              <a:gd name="connsiteX0" fmla="*/ 5178552 w 5178552"/>
              <a:gd name="connsiteY0" fmla="*/ 0 h 6823040"/>
              <a:gd name="connsiteX1" fmla="*/ 5178552 w 5178552"/>
              <a:gd name="connsiteY1" fmla="*/ 6823040 h 6823040"/>
              <a:gd name="connsiteX2" fmla="*/ 1752601 w 5178552"/>
              <a:gd name="connsiteY2" fmla="*/ 6823040 h 6823040"/>
              <a:gd name="connsiteX3" fmla="*/ 0 w 5178552"/>
              <a:gd name="connsiteY3" fmla="*/ 6823040 h 6823040"/>
            </a:gdLst>
            <a:ahLst/>
            <a:cxnLst>
              <a:cxn ang="0">
                <a:pos x="connsiteX0" y="connsiteY0"/>
              </a:cxn>
              <a:cxn ang="0">
                <a:pos x="connsiteX1" y="connsiteY1"/>
              </a:cxn>
              <a:cxn ang="0">
                <a:pos x="connsiteX2" y="connsiteY2"/>
              </a:cxn>
              <a:cxn ang="0">
                <a:pos x="connsiteX3" y="connsiteY3"/>
              </a:cxn>
            </a:cxnLst>
            <a:rect l="l" t="t" r="r" b="b"/>
            <a:pathLst>
              <a:path w="5178552" h="6823040">
                <a:moveTo>
                  <a:pt x="5178552" y="0"/>
                </a:moveTo>
                <a:lnTo>
                  <a:pt x="5178552" y="6823040"/>
                </a:lnTo>
                <a:lnTo>
                  <a:pt x="1752601" y="6823040"/>
                </a:lnTo>
                <a:lnTo>
                  <a:pt x="0" y="6823040"/>
                </a:lnTo>
                <a:close/>
              </a:path>
            </a:pathLst>
          </a:custGeom>
          <a:solidFill>
            <a:schemeClr val="bg1"/>
          </a:solidFill>
        </p:spPr>
        <p:txBody>
          <a:bodyPr wrap="square" anchor="ctr">
            <a:noAutofit/>
          </a:bodyPr>
          <a:lstStyle>
            <a:lvl1pPr marL="0" indent="0" algn="ctr">
              <a:buNone/>
              <a:defRPr/>
            </a:lvl1pPr>
          </a:lstStyle>
          <a:p>
            <a:r>
              <a:rPr lang="en-US" noProof="0" dirty="0"/>
              <a:t>Insert Image</a:t>
            </a:r>
          </a:p>
        </p:txBody>
      </p:sp>
    </p:spTree>
    <p:extLst>
      <p:ext uri="{BB962C8B-B14F-4D97-AF65-F5344CB8AC3E}">
        <p14:creationId xmlns:p14="http://schemas.microsoft.com/office/powerpoint/2010/main" val="156362349"/>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showMasterSp="0" preserve="1" userDrawn="1">
  <p:cSld name="Closing-Thank you 2">
    <p:spTree>
      <p:nvGrpSpPr>
        <p:cNvPr id="1" name=""/>
        <p:cNvGrpSpPr/>
        <p:nvPr/>
      </p:nvGrpSpPr>
      <p:grpSpPr>
        <a:xfrm>
          <a:off x="0" y="0"/>
          <a:ext cx="0" cy="0"/>
          <a:chOff x="0" y="0"/>
          <a:chExt cx="0" cy="0"/>
        </a:xfrm>
      </p:grpSpPr>
      <p:sp>
        <p:nvSpPr>
          <p:cNvPr id="26" name="Picture Placeholder 25">
            <a:extLst>
              <a:ext uri="{FF2B5EF4-FFF2-40B4-BE49-F238E27FC236}">
                <a16:creationId xmlns:a16="http://schemas.microsoft.com/office/drawing/2014/main" id="{32EC3EF4-A2D5-4058-977A-74A37AC365BD}"/>
              </a:ext>
              <a:ext uri="{C183D7F6-B498-43B3-948B-1728B52AA6E4}">
                <adec:decorative xmlns="" xmlns:adec="http://schemas.microsoft.com/office/drawing/2017/decorative" val="1"/>
              </a:ext>
            </a:extLst>
          </p:cNvPr>
          <p:cNvSpPr>
            <a:spLocks noGrp="1"/>
          </p:cNvSpPr>
          <p:nvPr>
            <p:ph type="pic" sz="quarter" idx="11" hasCustomPrompt="1"/>
          </p:nvPr>
        </p:nvSpPr>
        <p:spPr>
          <a:xfrm>
            <a:off x="0" y="0"/>
            <a:ext cx="12192000" cy="6858000"/>
          </a:xfrm>
          <a:custGeom>
            <a:avLst/>
            <a:gdLst>
              <a:gd name="connsiteX0" fmla="*/ 0 w 12192000"/>
              <a:gd name="connsiteY0" fmla="*/ 0 h 6858000"/>
              <a:gd name="connsiteX1" fmla="*/ 12192000 w 12192000"/>
              <a:gd name="connsiteY1" fmla="*/ 0 h 6858000"/>
              <a:gd name="connsiteX2" fmla="*/ 12192000 w 12192000"/>
              <a:gd name="connsiteY2" fmla="*/ 602525 h 6858000"/>
              <a:gd name="connsiteX3" fmla="*/ 8273508 w 12192000"/>
              <a:gd name="connsiteY3" fmla="*/ 6858000 h 6858000"/>
              <a:gd name="connsiteX4" fmla="*/ 0 w 12192000"/>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192000" h="6858000">
                <a:moveTo>
                  <a:pt x="0" y="0"/>
                </a:moveTo>
                <a:lnTo>
                  <a:pt x="12192000" y="0"/>
                </a:lnTo>
                <a:lnTo>
                  <a:pt x="12192000" y="602525"/>
                </a:lnTo>
                <a:lnTo>
                  <a:pt x="8273508" y="6858000"/>
                </a:lnTo>
                <a:lnTo>
                  <a:pt x="0" y="6858000"/>
                </a:lnTo>
                <a:close/>
              </a:path>
            </a:pathLst>
          </a:custGeom>
          <a:solidFill>
            <a:schemeClr val="bg1"/>
          </a:solidFill>
          <a:effectLst>
            <a:outerShdw blurRad="165100" dist="38100" dir="2700000" algn="tl" rotWithShape="0">
              <a:prstClr val="black">
                <a:alpha val="40000"/>
              </a:prstClr>
            </a:outerShdw>
          </a:effectLst>
        </p:spPr>
        <p:txBody>
          <a:bodyPr wrap="square" anchor="ctr">
            <a:noAutofit/>
          </a:bodyPr>
          <a:lstStyle>
            <a:lvl1pPr marL="0" indent="0" algn="ctr">
              <a:buNone/>
              <a:defRPr/>
            </a:lvl1pPr>
          </a:lstStyle>
          <a:p>
            <a:r>
              <a:rPr lang="en-US" dirty="0"/>
              <a:t>Insert Image</a:t>
            </a:r>
            <a:endParaRPr lang="en-GB" dirty="0"/>
          </a:p>
        </p:txBody>
      </p:sp>
      <p:sp>
        <p:nvSpPr>
          <p:cNvPr id="27" name="Text Placeholder 16">
            <a:extLst>
              <a:ext uri="{FF2B5EF4-FFF2-40B4-BE49-F238E27FC236}">
                <a16:creationId xmlns:a16="http://schemas.microsoft.com/office/drawing/2014/main" id="{4E7C74DD-4244-46B7-8336-30F7151DB21B}"/>
              </a:ext>
              <a:ext uri="{C183D7F6-B498-43B3-948B-1728B52AA6E4}">
                <adec:decorative xmlns="" xmlns:adec="http://schemas.microsoft.com/office/drawing/2017/decorative" val="1"/>
              </a:ext>
            </a:extLst>
          </p:cNvPr>
          <p:cNvSpPr>
            <a:spLocks noGrp="1"/>
          </p:cNvSpPr>
          <p:nvPr>
            <p:ph type="body" sz="quarter" idx="13" hasCustomPrompt="1"/>
          </p:nvPr>
        </p:nvSpPr>
        <p:spPr>
          <a:xfrm rot="10800000" flipH="1" flipV="1">
            <a:off x="8074536" y="3124200"/>
            <a:ext cx="2087678" cy="3270696"/>
          </a:xfrm>
          <a:prstGeom prst="triangle">
            <a:avLst>
              <a:gd name="adj" fmla="val 100000"/>
            </a:avLst>
          </a:prstGeom>
          <a:solidFill>
            <a:schemeClr val="accent2"/>
          </a:solidFill>
          <a:effectLst>
            <a:outerShdw blurRad="50800" dist="38100" dir="2700000" algn="tl" rotWithShape="0">
              <a:prstClr val="black">
                <a:alpha val="40000"/>
              </a:prstClr>
            </a:outerShdw>
          </a:effectLst>
        </p:spPr>
        <p:txBody>
          <a:bodyPr/>
          <a:lstStyle>
            <a:lvl1pPr marL="0" indent="0">
              <a:buNone/>
              <a:defRPr>
                <a:solidFill>
                  <a:schemeClr val="tx1">
                    <a:alpha val="0"/>
                  </a:schemeClr>
                </a:solidFill>
              </a:defRPr>
            </a:lvl1pPr>
          </a:lstStyle>
          <a:p>
            <a:pPr lvl="0"/>
            <a:r>
              <a:rPr lang="en-US" dirty="0"/>
              <a:t>I</a:t>
            </a:r>
            <a:endParaRPr lang="en-GB" dirty="0"/>
          </a:p>
        </p:txBody>
      </p:sp>
      <p:sp>
        <p:nvSpPr>
          <p:cNvPr id="24" name="Text Placeholder 23">
            <a:extLst>
              <a:ext uri="{FF2B5EF4-FFF2-40B4-BE49-F238E27FC236}">
                <a16:creationId xmlns:a16="http://schemas.microsoft.com/office/drawing/2014/main" id="{9DC663CF-0C67-4619-B40E-7832C4DA15FE}"/>
              </a:ext>
              <a:ext uri="{C183D7F6-B498-43B3-948B-1728B52AA6E4}">
                <adec:decorative xmlns="" xmlns:adec="http://schemas.microsoft.com/office/drawing/2017/decorative" val="1"/>
              </a:ext>
            </a:extLst>
          </p:cNvPr>
          <p:cNvSpPr>
            <a:spLocks noGrp="1"/>
          </p:cNvSpPr>
          <p:nvPr>
            <p:ph type="body" sz="quarter" idx="15" hasCustomPrompt="1"/>
          </p:nvPr>
        </p:nvSpPr>
        <p:spPr>
          <a:xfrm>
            <a:off x="2190750" y="609600"/>
            <a:ext cx="7810500" cy="5638800"/>
          </a:xfrm>
          <a:custGeom>
            <a:avLst/>
            <a:gdLst>
              <a:gd name="connsiteX0" fmla="*/ 0 w 7810500"/>
              <a:gd name="connsiteY0" fmla="*/ 0 h 5638800"/>
              <a:gd name="connsiteX1" fmla="*/ 7810500 w 7810500"/>
              <a:gd name="connsiteY1" fmla="*/ 0 h 5638800"/>
              <a:gd name="connsiteX2" fmla="*/ 7810500 w 7810500"/>
              <a:gd name="connsiteY2" fmla="*/ 3151512 h 5638800"/>
              <a:gd name="connsiteX3" fmla="*/ 6252438 w 7810500"/>
              <a:gd name="connsiteY3" fmla="*/ 5638800 h 5638800"/>
              <a:gd name="connsiteX4" fmla="*/ 0 w 7810500"/>
              <a:gd name="connsiteY4" fmla="*/ 5638800 h 5638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810500" h="5638800">
                <a:moveTo>
                  <a:pt x="0" y="0"/>
                </a:moveTo>
                <a:lnTo>
                  <a:pt x="7810500" y="0"/>
                </a:lnTo>
                <a:lnTo>
                  <a:pt x="7810500" y="3151512"/>
                </a:lnTo>
                <a:lnTo>
                  <a:pt x="6252438" y="5638800"/>
                </a:lnTo>
                <a:lnTo>
                  <a:pt x="0" y="5638800"/>
                </a:lnTo>
                <a:close/>
              </a:path>
            </a:pathLst>
          </a:custGeom>
          <a:solidFill>
            <a:schemeClr val="accent1"/>
          </a:solidFill>
          <a:effectLst>
            <a:outerShdw blurRad="50800" dist="38100" dir="2700000" algn="tl" rotWithShape="0">
              <a:prstClr val="black">
                <a:alpha val="40000"/>
              </a:prstClr>
            </a:outerShdw>
          </a:effectLst>
        </p:spPr>
        <p:txBody>
          <a:bodyPr wrap="square">
            <a:noAutofit/>
          </a:bodyPr>
          <a:lstStyle>
            <a:lvl1pPr marL="0" indent="0" algn="ctr">
              <a:buNone/>
              <a:defRPr>
                <a:solidFill>
                  <a:schemeClr val="tx1">
                    <a:alpha val="0"/>
                  </a:schemeClr>
                </a:solidFill>
              </a:defRPr>
            </a:lvl1pPr>
          </a:lstStyle>
          <a:p>
            <a:pPr lvl="0"/>
            <a:r>
              <a:rPr lang="en-US" dirty="0"/>
              <a:t>I</a:t>
            </a:r>
            <a:endParaRPr lang="en-GB" dirty="0"/>
          </a:p>
        </p:txBody>
      </p:sp>
      <p:sp>
        <p:nvSpPr>
          <p:cNvPr id="2" name="Title 1"/>
          <p:cNvSpPr>
            <a:spLocks noGrp="1"/>
          </p:cNvSpPr>
          <p:nvPr>
            <p:ph type="ctrTitle" hasCustomPrompt="1"/>
          </p:nvPr>
        </p:nvSpPr>
        <p:spPr>
          <a:xfrm>
            <a:off x="3163809" y="1905000"/>
            <a:ext cx="5864382" cy="2275238"/>
          </a:xfrm>
        </p:spPr>
        <p:txBody>
          <a:bodyPr anchor="ctr">
            <a:normAutofit/>
          </a:bodyPr>
          <a:lstStyle>
            <a:lvl1pPr algn="ctr">
              <a:defRPr lang="en-US" sz="5000" kern="1200" cap="all" spc="100" baseline="0" dirty="0">
                <a:solidFill>
                  <a:schemeClr val="bg1"/>
                </a:solidFill>
                <a:latin typeface="+mj-lt"/>
                <a:ea typeface="+mj-ea"/>
                <a:cs typeface="+mj-cs"/>
              </a:defRPr>
            </a:lvl1pPr>
          </a:lstStyle>
          <a:p>
            <a:r>
              <a:rPr lang="en-US" dirty="0"/>
              <a:t>THANK </a:t>
            </a:r>
            <a:r>
              <a:rPr lang="en-US" dirty="0" err="1"/>
              <a:t>yOU</a:t>
            </a:r>
            <a:endParaRPr lang="en-US" dirty="0"/>
          </a:p>
        </p:txBody>
      </p:sp>
    </p:spTree>
    <p:extLst>
      <p:ext uri="{BB962C8B-B14F-4D97-AF65-F5344CB8AC3E}">
        <p14:creationId xmlns:p14="http://schemas.microsoft.com/office/powerpoint/2010/main" val="2837518263"/>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showMasterSp="0" preserve="1" userDrawn="1">
  <p:cSld name="Closing-Thank you 3">
    <p:bg>
      <p:bgPr>
        <a:solidFill>
          <a:schemeClr val="bg1">
            <a:lumMod val="95000"/>
          </a:schemeClr>
        </a:solidFill>
        <a:effectLst/>
      </p:bgPr>
    </p:bg>
    <p:spTree>
      <p:nvGrpSpPr>
        <p:cNvPr id="1" name=""/>
        <p:cNvGrpSpPr/>
        <p:nvPr/>
      </p:nvGrpSpPr>
      <p:grpSpPr>
        <a:xfrm>
          <a:off x="0" y="0"/>
          <a:ext cx="0" cy="0"/>
          <a:chOff x="0" y="0"/>
          <a:chExt cx="0" cy="0"/>
        </a:xfrm>
      </p:grpSpPr>
      <p:sp>
        <p:nvSpPr>
          <p:cNvPr id="19" name="Picture Placeholder 18">
            <a:extLst>
              <a:ext uri="{FF2B5EF4-FFF2-40B4-BE49-F238E27FC236}">
                <a16:creationId xmlns:a16="http://schemas.microsoft.com/office/drawing/2014/main" id="{018BFA80-A3BB-4316-BD6E-3E5F6B4D89CF}"/>
              </a:ext>
              <a:ext uri="{C183D7F6-B498-43B3-948B-1728B52AA6E4}">
                <adec:decorative xmlns="" xmlns:adec="http://schemas.microsoft.com/office/drawing/2017/decorative" val="1"/>
              </a:ext>
            </a:extLst>
          </p:cNvPr>
          <p:cNvSpPr>
            <a:spLocks noGrp="1"/>
          </p:cNvSpPr>
          <p:nvPr>
            <p:ph type="pic" sz="quarter" idx="11" hasCustomPrompt="1"/>
          </p:nvPr>
        </p:nvSpPr>
        <p:spPr>
          <a:xfrm>
            <a:off x="0" y="0"/>
            <a:ext cx="12192000" cy="6858000"/>
          </a:xfrm>
          <a:prstGeom prst="rect">
            <a:avLst/>
          </a:prstGeom>
          <a:solidFill>
            <a:schemeClr val="bg1"/>
          </a:solidFill>
        </p:spPr>
        <p:txBody>
          <a:bodyPr wrap="square" anchor="ctr">
            <a:noAutofit/>
          </a:bodyPr>
          <a:lstStyle>
            <a:lvl1pPr marL="0" indent="0" algn="ctr">
              <a:buNone/>
              <a:defRPr/>
            </a:lvl1pPr>
          </a:lstStyle>
          <a:p>
            <a:r>
              <a:rPr lang="en-US" dirty="0"/>
              <a:t>Insert Image</a:t>
            </a:r>
            <a:endParaRPr lang="en-GB" dirty="0"/>
          </a:p>
        </p:txBody>
      </p:sp>
      <p:sp>
        <p:nvSpPr>
          <p:cNvPr id="7" name="Text Placeholder 16">
            <a:extLst>
              <a:ext uri="{FF2B5EF4-FFF2-40B4-BE49-F238E27FC236}">
                <a16:creationId xmlns:a16="http://schemas.microsoft.com/office/drawing/2014/main" id="{8F962CE0-5C0C-48F3-A07B-34E33D6704BC}"/>
              </a:ext>
              <a:ext uri="{C183D7F6-B498-43B3-948B-1728B52AA6E4}">
                <adec:decorative xmlns="" xmlns:adec="http://schemas.microsoft.com/office/drawing/2017/decorative" val="1"/>
              </a:ext>
            </a:extLst>
          </p:cNvPr>
          <p:cNvSpPr>
            <a:spLocks noGrp="1"/>
          </p:cNvSpPr>
          <p:nvPr>
            <p:ph type="body" sz="quarter" idx="16" hasCustomPrompt="1"/>
          </p:nvPr>
        </p:nvSpPr>
        <p:spPr>
          <a:xfrm rot="10800000">
            <a:off x="2057400" y="466725"/>
            <a:ext cx="703341" cy="1101901"/>
          </a:xfrm>
          <a:prstGeom prst="triangle">
            <a:avLst>
              <a:gd name="adj" fmla="val 100000"/>
            </a:avLst>
          </a:prstGeom>
          <a:solidFill>
            <a:schemeClr val="accent2"/>
          </a:solidFill>
          <a:effectLst>
            <a:outerShdw blurRad="50800" dist="38100" dir="2700000" algn="tl" rotWithShape="0">
              <a:prstClr val="black">
                <a:alpha val="40000"/>
              </a:prstClr>
            </a:outerShdw>
          </a:effectLst>
        </p:spPr>
        <p:txBody>
          <a:bodyPr/>
          <a:lstStyle>
            <a:lvl1pPr marL="0" indent="0">
              <a:buNone/>
              <a:defRPr>
                <a:solidFill>
                  <a:schemeClr val="tx1">
                    <a:alpha val="0"/>
                  </a:schemeClr>
                </a:solidFill>
              </a:defRPr>
            </a:lvl1pPr>
          </a:lstStyle>
          <a:p>
            <a:pPr lvl="0"/>
            <a:r>
              <a:rPr lang="en-US" dirty="0"/>
              <a:t>I</a:t>
            </a:r>
            <a:endParaRPr lang="en-GB" dirty="0"/>
          </a:p>
        </p:txBody>
      </p:sp>
      <p:sp>
        <p:nvSpPr>
          <p:cNvPr id="22" name="Text Placeholder 16">
            <a:extLst>
              <a:ext uri="{FF2B5EF4-FFF2-40B4-BE49-F238E27FC236}">
                <a16:creationId xmlns:a16="http://schemas.microsoft.com/office/drawing/2014/main" id="{654457EF-8A97-4FCA-9870-5095D09BF83E}"/>
              </a:ext>
              <a:ext uri="{C183D7F6-B498-43B3-948B-1728B52AA6E4}">
                <adec:decorative xmlns="" xmlns:adec="http://schemas.microsoft.com/office/drawing/2017/decorative" val="1"/>
              </a:ext>
            </a:extLst>
          </p:cNvPr>
          <p:cNvSpPr>
            <a:spLocks noGrp="1"/>
          </p:cNvSpPr>
          <p:nvPr>
            <p:ph type="body" sz="quarter" idx="13" hasCustomPrompt="1"/>
          </p:nvPr>
        </p:nvSpPr>
        <p:spPr>
          <a:xfrm rot="10800000" flipH="1" flipV="1">
            <a:off x="9067800" y="4648200"/>
            <a:ext cx="1143000" cy="1790700"/>
          </a:xfrm>
          <a:prstGeom prst="triangle">
            <a:avLst>
              <a:gd name="adj" fmla="val 100000"/>
            </a:avLst>
          </a:prstGeom>
          <a:solidFill>
            <a:schemeClr val="accent2"/>
          </a:solidFill>
          <a:effectLst>
            <a:outerShdw blurRad="50800" dist="38100" dir="2700000" algn="tl" rotWithShape="0">
              <a:prstClr val="black">
                <a:alpha val="40000"/>
              </a:prstClr>
            </a:outerShdw>
          </a:effectLst>
        </p:spPr>
        <p:txBody>
          <a:bodyPr/>
          <a:lstStyle>
            <a:lvl1pPr marL="0" indent="0">
              <a:buNone/>
              <a:defRPr>
                <a:solidFill>
                  <a:schemeClr val="tx1">
                    <a:alpha val="0"/>
                  </a:schemeClr>
                </a:solidFill>
              </a:defRPr>
            </a:lvl1pPr>
          </a:lstStyle>
          <a:p>
            <a:pPr lvl="0"/>
            <a:r>
              <a:rPr lang="en-US" dirty="0"/>
              <a:t>I</a:t>
            </a:r>
            <a:endParaRPr lang="en-GB" dirty="0"/>
          </a:p>
        </p:txBody>
      </p:sp>
      <p:sp>
        <p:nvSpPr>
          <p:cNvPr id="10" name="Text Placeholder 16">
            <a:extLst>
              <a:ext uri="{FF2B5EF4-FFF2-40B4-BE49-F238E27FC236}">
                <a16:creationId xmlns:a16="http://schemas.microsoft.com/office/drawing/2014/main" id="{0CC06030-90E1-4B3F-AFDF-369354FBFE62}"/>
              </a:ext>
              <a:ext uri="{C183D7F6-B498-43B3-948B-1728B52AA6E4}">
                <adec:decorative xmlns="" xmlns:adec="http://schemas.microsoft.com/office/drawing/2017/decorative" val="1"/>
              </a:ext>
            </a:extLst>
          </p:cNvPr>
          <p:cNvSpPr>
            <a:spLocks noGrp="1"/>
          </p:cNvSpPr>
          <p:nvPr>
            <p:ph type="body" sz="quarter" idx="15" hasCustomPrompt="1"/>
          </p:nvPr>
        </p:nvSpPr>
        <p:spPr>
          <a:xfrm>
            <a:off x="2190750" y="609600"/>
            <a:ext cx="7810500" cy="5638800"/>
          </a:xfrm>
          <a:solidFill>
            <a:schemeClr val="accent1">
              <a:lumMod val="75000"/>
              <a:alpha val="92000"/>
            </a:schemeClr>
          </a:solidFill>
          <a:effectLst/>
        </p:spPr>
        <p:txBody>
          <a:bodyPr/>
          <a:lstStyle>
            <a:lvl1pPr marL="0" indent="0" algn="ctr">
              <a:buNone/>
              <a:defRPr>
                <a:solidFill>
                  <a:schemeClr val="tx1">
                    <a:alpha val="0"/>
                  </a:schemeClr>
                </a:solidFill>
              </a:defRPr>
            </a:lvl1pPr>
          </a:lstStyle>
          <a:p>
            <a:pPr lvl="0"/>
            <a:r>
              <a:rPr lang="en-US" dirty="0"/>
              <a:t>I</a:t>
            </a:r>
            <a:endParaRPr lang="en-GB" dirty="0"/>
          </a:p>
        </p:txBody>
      </p:sp>
      <p:sp>
        <p:nvSpPr>
          <p:cNvPr id="2" name="Title 1"/>
          <p:cNvSpPr>
            <a:spLocks noGrp="1"/>
          </p:cNvSpPr>
          <p:nvPr>
            <p:ph type="ctrTitle" hasCustomPrompt="1"/>
          </p:nvPr>
        </p:nvSpPr>
        <p:spPr>
          <a:xfrm>
            <a:off x="3163809" y="1905000"/>
            <a:ext cx="5864382" cy="2275238"/>
          </a:xfrm>
        </p:spPr>
        <p:txBody>
          <a:bodyPr anchor="ctr">
            <a:normAutofit/>
          </a:bodyPr>
          <a:lstStyle>
            <a:lvl1pPr algn="ctr">
              <a:defRPr lang="en-US" sz="5000" kern="1200" cap="all" spc="100" baseline="0" dirty="0">
                <a:solidFill>
                  <a:schemeClr val="bg1"/>
                </a:solidFill>
                <a:latin typeface="+mj-lt"/>
                <a:ea typeface="+mj-ea"/>
                <a:cs typeface="+mj-cs"/>
              </a:defRPr>
            </a:lvl1pPr>
          </a:lstStyle>
          <a:p>
            <a:r>
              <a:rPr lang="en-US" dirty="0"/>
              <a:t>THANK </a:t>
            </a:r>
            <a:r>
              <a:rPr lang="en-US" dirty="0" err="1"/>
              <a:t>yOU</a:t>
            </a:r>
            <a:endParaRPr lang="en-US" dirty="0"/>
          </a:p>
        </p:txBody>
      </p:sp>
    </p:spTree>
    <p:extLst>
      <p:ext uri="{BB962C8B-B14F-4D97-AF65-F5344CB8AC3E}">
        <p14:creationId xmlns:p14="http://schemas.microsoft.com/office/powerpoint/2010/main" val="4200688695"/>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showMasterSp="0" preserve="1" userDrawn="1">
  <p:cSld name="Closing-Thank you 4">
    <p:bg>
      <p:bgPr>
        <a:solidFill>
          <a:schemeClr val="bg1">
            <a:lumMod val="95000"/>
          </a:schemeClr>
        </a:solidFill>
        <a:effectLst/>
      </p:bgPr>
    </p:bg>
    <p:spTree>
      <p:nvGrpSpPr>
        <p:cNvPr id="1" name=""/>
        <p:cNvGrpSpPr/>
        <p:nvPr/>
      </p:nvGrpSpPr>
      <p:grpSpPr>
        <a:xfrm>
          <a:off x="0" y="0"/>
          <a:ext cx="0" cy="0"/>
          <a:chOff x="0" y="0"/>
          <a:chExt cx="0" cy="0"/>
        </a:xfrm>
      </p:grpSpPr>
      <p:sp>
        <p:nvSpPr>
          <p:cNvPr id="22" name="Text Placeholder 21">
            <a:extLst>
              <a:ext uri="{FF2B5EF4-FFF2-40B4-BE49-F238E27FC236}">
                <a16:creationId xmlns:a16="http://schemas.microsoft.com/office/drawing/2014/main" id="{FC033E0E-968F-40A8-BE78-354499D7F913}"/>
              </a:ext>
              <a:ext uri="{C183D7F6-B498-43B3-948B-1728B52AA6E4}">
                <adec:decorative xmlns="" xmlns:adec="http://schemas.microsoft.com/office/drawing/2017/decorative" val="1"/>
              </a:ext>
            </a:extLst>
          </p:cNvPr>
          <p:cNvSpPr>
            <a:spLocks noGrp="1"/>
          </p:cNvSpPr>
          <p:nvPr>
            <p:ph type="body" sz="quarter" idx="21" hasCustomPrompt="1"/>
          </p:nvPr>
        </p:nvSpPr>
        <p:spPr>
          <a:xfrm rot="19594102" flipH="1">
            <a:off x="584131" y="-142449"/>
            <a:ext cx="1218268" cy="6177109"/>
          </a:xfrm>
          <a:custGeom>
            <a:avLst/>
            <a:gdLst>
              <a:gd name="connsiteX0" fmla="*/ 1114975 w 1218268"/>
              <a:gd name="connsiteY0" fmla="*/ 1688918 h 6177109"/>
              <a:gd name="connsiteX1" fmla="*/ 1114975 w 1218268"/>
              <a:gd name="connsiteY1" fmla="*/ 5441035 h 6177109"/>
              <a:gd name="connsiteX2" fmla="*/ 1218268 w 1218268"/>
              <a:gd name="connsiteY2" fmla="*/ 5372844 h 6177109"/>
              <a:gd name="connsiteX3" fmla="*/ 1218268 w 1218268"/>
              <a:gd name="connsiteY3" fmla="*/ 1845382 h 6177109"/>
              <a:gd name="connsiteX4" fmla="*/ 675740 w 1218268"/>
              <a:gd name="connsiteY4" fmla="*/ 1023583 h 6177109"/>
              <a:gd name="connsiteX5" fmla="*/ 675740 w 1218268"/>
              <a:gd name="connsiteY5" fmla="*/ 5731005 h 6177109"/>
              <a:gd name="connsiteX6" fmla="*/ 951275 w 1218268"/>
              <a:gd name="connsiteY6" fmla="*/ 5549105 h 6177109"/>
              <a:gd name="connsiteX7" fmla="*/ 951275 w 1218268"/>
              <a:gd name="connsiteY7" fmla="*/ 1440952 h 6177109"/>
              <a:gd name="connsiteX8" fmla="*/ 0 w 1218268"/>
              <a:gd name="connsiteY8" fmla="*/ 0 h 6177109"/>
              <a:gd name="connsiteX9" fmla="*/ 0 w 1218268"/>
              <a:gd name="connsiteY9" fmla="*/ 6177109 h 6177109"/>
              <a:gd name="connsiteX10" fmla="*/ 485620 w 1218268"/>
              <a:gd name="connsiteY10" fmla="*/ 5856517 h 6177109"/>
              <a:gd name="connsiteX11" fmla="*/ 485620 w 1218268"/>
              <a:gd name="connsiteY11" fmla="*/ 735597 h 61771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218268" h="6177109">
                <a:moveTo>
                  <a:pt x="1114975" y="1688918"/>
                </a:moveTo>
                <a:lnTo>
                  <a:pt x="1114975" y="5441035"/>
                </a:lnTo>
                <a:lnTo>
                  <a:pt x="1218268" y="5372844"/>
                </a:lnTo>
                <a:lnTo>
                  <a:pt x="1218268" y="1845382"/>
                </a:lnTo>
                <a:close/>
                <a:moveTo>
                  <a:pt x="675740" y="1023583"/>
                </a:moveTo>
                <a:lnTo>
                  <a:pt x="675740" y="5731005"/>
                </a:lnTo>
                <a:lnTo>
                  <a:pt x="951275" y="5549105"/>
                </a:lnTo>
                <a:lnTo>
                  <a:pt x="951275" y="1440952"/>
                </a:lnTo>
                <a:close/>
                <a:moveTo>
                  <a:pt x="0" y="0"/>
                </a:moveTo>
                <a:lnTo>
                  <a:pt x="0" y="6177109"/>
                </a:lnTo>
                <a:lnTo>
                  <a:pt x="485620" y="5856517"/>
                </a:lnTo>
                <a:lnTo>
                  <a:pt x="485620" y="735597"/>
                </a:lnTo>
                <a:close/>
              </a:path>
            </a:pathLst>
          </a:custGeom>
          <a:solidFill>
            <a:schemeClr val="bg1"/>
          </a:solidFill>
          <a:effectLst/>
        </p:spPr>
        <p:txBody>
          <a:bodyPr wrap="square">
            <a:noAutofit/>
          </a:bodyPr>
          <a:lstStyle>
            <a:lvl1pPr marL="0" indent="0">
              <a:buNone/>
              <a:defRPr>
                <a:solidFill>
                  <a:schemeClr val="tx1">
                    <a:alpha val="0"/>
                  </a:schemeClr>
                </a:solidFill>
              </a:defRPr>
            </a:lvl1pPr>
          </a:lstStyle>
          <a:p>
            <a:pPr lvl="0"/>
            <a:r>
              <a:rPr lang="en-US" dirty="0"/>
              <a:t>I</a:t>
            </a:r>
            <a:endParaRPr lang="en-GB" dirty="0"/>
          </a:p>
        </p:txBody>
      </p:sp>
      <p:sp>
        <p:nvSpPr>
          <p:cNvPr id="15" name="Picture Placeholder 14">
            <a:extLst>
              <a:ext uri="{FF2B5EF4-FFF2-40B4-BE49-F238E27FC236}">
                <a16:creationId xmlns:a16="http://schemas.microsoft.com/office/drawing/2014/main" id="{B9454D95-B362-4CB6-B706-EB2022A3342D}"/>
              </a:ext>
              <a:ext uri="{C183D7F6-B498-43B3-948B-1728B52AA6E4}">
                <adec:decorative xmlns="" xmlns:adec="http://schemas.microsoft.com/office/drawing/2017/decorative" val="1"/>
              </a:ext>
            </a:extLst>
          </p:cNvPr>
          <p:cNvSpPr>
            <a:spLocks noGrp="1"/>
          </p:cNvSpPr>
          <p:nvPr>
            <p:ph type="pic" sz="quarter" idx="11" hasCustomPrompt="1"/>
          </p:nvPr>
        </p:nvSpPr>
        <p:spPr>
          <a:xfrm>
            <a:off x="3124200" y="0"/>
            <a:ext cx="9067800" cy="6858000"/>
          </a:xfrm>
          <a:custGeom>
            <a:avLst/>
            <a:gdLst>
              <a:gd name="connsiteX0" fmla="*/ 5205086 w 9067800"/>
              <a:gd name="connsiteY0" fmla="*/ 0 h 6858000"/>
              <a:gd name="connsiteX1" fmla="*/ 6957685 w 9067800"/>
              <a:gd name="connsiteY1" fmla="*/ 0 h 6858000"/>
              <a:gd name="connsiteX2" fmla="*/ 9067800 w 9067800"/>
              <a:gd name="connsiteY2" fmla="*/ 0 h 6858000"/>
              <a:gd name="connsiteX3" fmla="*/ 9067800 w 9067800"/>
              <a:gd name="connsiteY3" fmla="*/ 6827058 h 6858000"/>
              <a:gd name="connsiteX4" fmla="*/ 9044315 w 9067800"/>
              <a:gd name="connsiteY4" fmla="*/ 6858000 h 6858000"/>
              <a:gd name="connsiteX5" fmla="*/ 7291715 w 9067800"/>
              <a:gd name="connsiteY5" fmla="*/ 6858000 h 6858000"/>
              <a:gd name="connsiteX6" fmla="*/ 1752601 w 9067800"/>
              <a:gd name="connsiteY6" fmla="*/ 6858000 h 6858000"/>
              <a:gd name="connsiteX7" fmla="*/ 0 w 9067800"/>
              <a:gd name="connsiteY7"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067800" h="6858000">
                <a:moveTo>
                  <a:pt x="5205086" y="0"/>
                </a:moveTo>
                <a:lnTo>
                  <a:pt x="6957685" y="0"/>
                </a:lnTo>
                <a:lnTo>
                  <a:pt x="9067800" y="0"/>
                </a:lnTo>
                <a:lnTo>
                  <a:pt x="9067800" y="6827058"/>
                </a:lnTo>
                <a:lnTo>
                  <a:pt x="9044315" y="6858000"/>
                </a:lnTo>
                <a:lnTo>
                  <a:pt x="7291715" y="6858000"/>
                </a:lnTo>
                <a:lnTo>
                  <a:pt x="1752601" y="6858000"/>
                </a:lnTo>
                <a:lnTo>
                  <a:pt x="0" y="6858000"/>
                </a:lnTo>
                <a:close/>
              </a:path>
            </a:pathLst>
          </a:custGeom>
          <a:solidFill>
            <a:schemeClr val="bg1"/>
          </a:solidFill>
        </p:spPr>
        <p:txBody>
          <a:bodyPr wrap="square" anchor="ctr">
            <a:noAutofit/>
          </a:bodyPr>
          <a:lstStyle>
            <a:lvl1pPr marL="0" indent="0" algn="ctr">
              <a:buNone/>
              <a:defRPr/>
            </a:lvl1pPr>
          </a:lstStyle>
          <a:p>
            <a:r>
              <a:rPr lang="en-US" dirty="0"/>
              <a:t>Insert Image</a:t>
            </a:r>
            <a:endParaRPr lang="en-GB" dirty="0"/>
          </a:p>
        </p:txBody>
      </p:sp>
      <p:sp>
        <p:nvSpPr>
          <p:cNvPr id="17" name="Text Placeholder 16">
            <a:extLst>
              <a:ext uri="{FF2B5EF4-FFF2-40B4-BE49-F238E27FC236}">
                <a16:creationId xmlns:a16="http://schemas.microsoft.com/office/drawing/2014/main" id="{FF9E63E5-568A-4FA2-9851-E5BFA12B85D1}"/>
              </a:ext>
              <a:ext uri="{C183D7F6-B498-43B3-948B-1728B52AA6E4}">
                <adec:decorative xmlns="" xmlns:adec="http://schemas.microsoft.com/office/drawing/2017/decorative" val="1"/>
              </a:ext>
            </a:extLst>
          </p:cNvPr>
          <p:cNvSpPr>
            <a:spLocks noGrp="1"/>
          </p:cNvSpPr>
          <p:nvPr>
            <p:ph type="body" sz="quarter" idx="12" hasCustomPrompt="1"/>
          </p:nvPr>
        </p:nvSpPr>
        <p:spPr>
          <a:xfrm>
            <a:off x="533400" y="266700"/>
            <a:ext cx="5105400" cy="6324600"/>
          </a:xfrm>
          <a:solidFill>
            <a:schemeClr val="bg1"/>
          </a:solidFill>
          <a:effectLst>
            <a:outerShdw blurRad="355600" dist="38100" dir="2700000" algn="tl" rotWithShape="0">
              <a:prstClr val="black">
                <a:alpha val="40000"/>
              </a:prstClr>
            </a:outerShdw>
          </a:effectLst>
        </p:spPr>
        <p:txBody>
          <a:bodyPr/>
          <a:lstStyle>
            <a:lvl1pPr marL="0" indent="0">
              <a:buNone/>
              <a:defRPr>
                <a:solidFill>
                  <a:schemeClr val="tx1">
                    <a:alpha val="0"/>
                  </a:schemeClr>
                </a:solidFill>
              </a:defRPr>
            </a:lvl1pPr>
          </a:lstStyle>
          <a:p>
            <a:pPr lvl="0"/>
            <a:r>
              <a:rPr lang="en-US" dirty="0"/>
              <a:t>I</a:t>
            </a:r>
            <a:endParaRPr lang="en-GB" dirty="0"/>
          </a:p>
        </p:txBody>
      </p:sp>
      <p:sp>
        <p:nvSpPr>
          <p:cNvPr id="2" name="Title 1"/>
          <p:cNvSpPr>
            <a:spLocks noGrp="1"/>
          </p:cNvSpPr>
          <p:nvPr>
            <p:ph type="ctrTitle" hasCustomPrompt="1"/>
          </p:nvPr>
        </p:nvSpPr>
        <p:spPr>
          <a:xfrm>
            <a:off x="933450" y="762000"/>
            <a:ext cx="4381500" cy="3429000"/>
          </a:xfrm>
        </p:spPr>
        <p:txBody>
          <a:bodyPr anchor="ctr">
            <a:normAutofit/>
          </a:bodyPr>
          <a:lstStyle>
            <a:lvl1pPr algn="ctr">
              <a:defRPr sz="5000" spc="200" baseline="0"/>
            </a:lvl1pPr>
          </a:lstStyle>
          <a:p>
            <a:r>
              <a:rPr lang="en-US" dirty="0"/>
              <a:t>THANK </a:t>
            </a:r>
            <a:r>
              <a:rPr lang="en-US" dirty="0" err="1"/>
              <a:t>yOU</a:t>
            </a:r>
            <a:endParaRPr lang="en-US" dirty="0"/>
          </a:p>
        </p:txBody>
      </p:sp>
      <p:sp>
        <p:nvSpPr>
          <p:cNvPr id="7" name="Text Placeholder 16">
            <a:extLst>
              <a:ext uri="{FF2B5EF4-FFF2-40B4-BE49-F238E27FC236}">
                <a16:creationId xmlns:a16="http://schemas.microsoft.com/office/drawing/2014/main" id="{D6D785D2-DAEB-48F3-AB8A-2954F03ACD2B}"/>
              </a:ext>
              <a:ext uri="{C183D7F6-B498-43B3-948B-1728B52AA6E4}">
                <adec:decorative xmlns="" xmlns:adec="http://schemas.microsoft.com/office/drawing/2017/decorative" val="1"/>
              </a:ext>
            </a:extLst>
          </p:cNvPr>
          <p:cNvSpPr>
            <a:spLocks noGrp="1"/>
          </p:cNvSpPr>
          <p:nvPr>
            <p:ph type="body" sz="quarter" idx="13" hasCustomPrompt="1"/>
          </p:nvPr>
        </p:nvSpPr>
        <p:spPr>
          <a:xfrm rot="10800000" flipV="1">
            <a:off x="314325" y="4953000"/>
            <a:ext cx="1143000" cy="1790700"/>
          </a:xfrm>
          <a:prstGeom prst="triangle">
            <a:avLst>
              <a:gd name="adj" fmla="val 100000"/>
            </a:avLst>
          </a:prstGeom>
          <a:solidFill>
            <a:schemeClr val="accent2"/>
          </a:solidFill>
          <a:effectLst>
            <a:outerShdw blurRad="50800" dist="38100" dir="2700000" algn="tl" rotWithShape="0">
              <a:prstClr val="black">
                <a:alpha val="40000"/>
              </a:prstClr>
            </a:outerShdw>
          </a:effectLst>
        </p:spPr>
        <p:txBody>
          <a:bodyPr/>
          <a:lstStyle>
            <a:lvl1pPr marL="0" indent="0">
              <a:buNone/>
              <a:defRPr>
                <a:solidFill>
                  <a:schemeClr val="tx1">
                    <a:alpha val="0"/>
                  </a:schemeClr>
                </a:solidFill>
              </a:defRPr>
            </a:lvl1pPr>
          </a:lstStyle>
          <a:p>
            <a:pPr lvl="0"/>
            <a:r>
              <a:rPr lang="en-US" dirty="0"/>
              <a:t>I</a:t>
            </a:r>
            <a:endParaRPr lang="en-GB" dirty="0"/>
          </a:p>
        </p:txBody>
      </p:sp>
    </p:spTree>
    <p:extLst>
      <p:ext uri="{BB962C8B-B14F-4D97-AF65-F5344CB8AC3E}">
        <p14:creationId xmlns:p14="http://schemas.microsoft.com/office/powerpoint/2010/main" val="2522500102"/>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showMasterSp="0" preserve="1" userDrawn="1">
  <p:cSld name="Closing-Thank you 5">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A623EB06-2F79-4698-807D-96A58B4F1D71}"/>
              </a:ext>
              <a:ext uri="{C183D7F6-B498-43B3-948B-1728B52AA6E4}">
                <adec:decorative xmlns="" xmlns:adec="http://schemas.microsoft.com/office/drawing/2017/decorative" val="1"/>
              </a:ext>
            </a:extLst>
          </p:cNvPr>
          <p:cNvSpPr>
            <a:spLocks noGrp="1"/>
          </p:cNvSpPr>
          <p:nvPr>
            <p:ph type="pic" sz="quarter" idx="15" hasCustomPrompt="1"/>
          </p:nvPr>
        </p:nvSpPr>
        <p:spPr>
          <a:xfrm>
            <a:off x="0" y="0"/>
            <a:ext cx="8329286" cy="6858000"/>
          </a:xfrm>
          <a:custGeom>
            <a:avLst/>
            <a:gdLst>
              <a:gd name="connsiteX0" fmla="*/ 0 w 8329286"/>
              <a:gd name="connsiteY0" fmla="*/ 0 h 6858000"/>
              <a:gd name="connsiteX1" fmla="*/ 8329286 w 8329286"/>
              <a:gd name="connsiteY1" fmla="*/ 0 h 6858000"/>
              <a:gd name="connsiteX2" fmla="*/ 3124200 w 8329286"/>
              <a:gd name="connsiteY2" fmla="*/ 6858000 h 6858000"/>
              <a:gd name="connsiteX3" fmla="*/ 0 w 8329286"/>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8329286" h="6858000">
                <a:moveTo>
                  <a:pt x="0" y="0"/>
                </a:moveTo>
                <a:lnTo>
                  <a:pt x="8329286" y="0"/>
                </a:lnTo>
                <a:lnTo>
                  <a:pt x="3124200" y="6858000"/>
                </a:lnTo>
                <a:lnTo>
                  <a:pt x="0" y="6858000"/>
                </a:lnTo>
                <a:close/>
              </a:path>
            </a:pathLst>
          </a:custGeom>
          <a:solidFill>
            <a:schemeClr val="bg1"/>
          </a:solidFill>
          <a:effectLst>
            <a:outerShdw blurRad="228600" dist="38100" algn="l" rotWithShape="0">
              <a:prstClr val="black">
                <a:alpha val="40000"/>
              </a:prstClr>
            </a:outerShdw>
          </a:effectLst>
        </p:spPr>
        <p:txBody>
          <a:bodyPr wrap="square" anchor="ctr">
            <a:noAutofit/>
          </a:bodyPr>
          <a:lstStyle>
            <a:lvl1pPr marL="0" indent="0" algn="ctr">
              <a:buNone/>
              <a:defRPr/>
            </a:lvl1pPr>
          </a:lstStyle>
          <a:p>
            <a:r>
              <a:rPr lang="en-US" dirty="0"/>
              <a:t>Insert Image</a:t>
            </a:r>
            <a:endParaRPr lang="en-GB" dirty="0"/>
          </a:p>
        </p:txBody>
      </p:sp>
      <p:sp>
        <p:nvSpPr>
          <p:cNvPr id="17" name="Text Placeholder 16">
            <a:extLst>
              <a:ext uri="{FF2B5EF4-FFF2-40B4-BE49-F238E27FC236}">
                <a16:creationId xmlns:a16="http://schemas.microsoft.com/office/drawing/2014/main" id="{FF9E63E5-568A-4FA2-9851-E5BFA12B85D1}"/>
              </a:ext>
              <a:ext uri="{C183D7F6-B498-43B3-948B-1728B52AA6E4}">
                <adec:decorative xmlns="" xmlns:adec="http://schemas.microsoft.com/office/drawing/2017/decorative" val="1"/>
              </a:ext>
            </a:extLst>
          </p:cNvPr>
          <p:cNvSpPr>
            <a:spLocks noGrp="1"/>
          </p:cNvSpPr>
          <p:nvPr>
            <p:ph type="body" sz="quarter" idx="12" hasCustomPrompt="1"/>
          </p:nvPr>
        </p:nvSpPr>
        <p:spPr>
          <a:xfrm>
            <a:off x="990600" y="609600"/>
            <a:ext cx="4648200" cy="5638800"/>
          </a:xfrm>
          <a:solidFill>
            <a:schemeClr val="bg1"/>
          </a:solidFill>
          <a:effectLst>
            <a:outerShdw blurRad="355600" dist="38100" dir="2700000" algn="tl" rotWithShape="0">
              <a:prstClr val="black">
                <a:alpha val="40000"/>
              </a:prstClr>
            </a:outerShdw>
          </a:effectLst>
        </p:spPr>
        <p:txBody>
          <a:bodyPr/>
          <a:lstStyle>
            <a:lvl1pPr marL="0" indent="0">
              <a:buNone/>
              <a:defRPr>
                <a:solidFill>
                  <a:schemeClr val="tx1">
                    <a:alpha val="0"/>
                  </a:schemeClr>
                </a:solidFill>
              </a:defRPr>
            </a:lvl1pPr>
          </a:lstStyle>
          <a:p>
            <a:pPr lvl="0"/>
            <a:r>
              <a:rPr lang="en-US" dirty="0"/>
              <a:t>I</a:t>
            </a:r>
            <a:endParaRPr lang="en-GB" dirty="0"/>
          </a:p>
        </p:txBody>
      </p:sp>
      <p:sp>
        <p:nvSpPr>
          <p:cNvPr id="2" name="Title 1"/>
          <p:cNvSpPr>
            <a:spLocks noGrp="1"/>
          </p:cNvSpPr>
          <p:nvPr>
            <p:ph type="ctrTitle" hasCustomPrompt="1"/>
          </p:nvPr>
        </p:nvSpPr>
        <p:spPr>
          <a:xfrm>
            <a:off x="1257300" y="1447800"/>
            <a:ext cx="4114800" cy="3962400"/>
          </a:xfrm>
        </p:spPr>
        <p:txBody>
          <a:bodyPr anchor="ctr">
            <a:normAutofit/>
          </a:bodyPr>
          <a:lstStyle>
            <a:lvl1pPr algn="ctr">
              <a:defRPr sz="5000" spc="200" baseline="0"/>
            </a:lvl1pPr>
          </a:lstStyle>
          <a:p>
            <a:r>
              <a:rPr lang="en-US" dirty="0"/>
              <a:t>THANK </a:t>
            </a:r>
            <a:r>
              <a:rPr lang="en-US" dirty="0" err="1"/>
              <a:t>yOU</a:t>
            </a:r>
            <a:endParaRPr lang="en-US" dirty="0"/>
          </a:p>
        </p:txBody>
      </p:sp>
      <p:sp>
        <p:nvSpPr>
          <p:cNvPr id="7" name="Text Placeholder 16">
            <a:extLst>
              <a:ext uri="{FF2B5EF4-FFF2-40B4-BE49-F238E27FC236}">
                <a16:creationId xmlns:a16="http://schemas.microsoft.com/office/drawing/2014/main" id="{D6D785D2-DAEB-48F3-AB8A-2954F03ACD2B}"/>
              </a:ext>
              <a:ext uri="{C183D7F6-B498-43B3-948B-1728B52AA6E4}">
                <adec:decorative xmlns="" xmlns:adec="http://schemas.microsoft.com/office/drawing/2017/decorative" val="1"/>
              </a:ext>
            </a:extLst>
          </p:cNvPr>
          <p:cNvSpPr>
            <a:spLocks noGrp="1"/>
          </p:cNvSpPr>
          <p:nvPr>
            <p:ph type="body" sz="quarter" idx="13" hasCustomPrompt="1"/>
          </p:nvPr>
        </p:nvSpPr>
        <p:spPr>
          <a:xfrm>
            <a:off x="2705100" y="409575"/>
            <a:ext cx="1219200" cy="400050"/>
          </a:xfrm>
          <a:solidFill>
            <a:schemeClr val="accent2"/>
          </a:solidFill>
          <a:effectLst>
            <a:outerShdw blurRad="50800" dist="38100" dir="2700000" algn="tl" rotWithShape="0">
              <a:prstClr val="black">
                <a:alpha val="40000"/>
              </a:prstClr>
            </a:outerShdw>
          </a:effectLst>
        </p:spPr>
        <p:txBody>
          <a:bodyPr/>
          <a:lstStyle>
            <a:lvl1pPr marL="0" indent="0">
              <a:buNone/>
              <a:defRPr>
                <a:solidFill>
                  <a:schemeClr val="tx1">
                    <a:alpha val="0"/>
                  </a:schemeClr>
                </a:solidFill>
              </a:defRPr>
            </a:lvl1pPr>
          </a:lstStyle>
          <a:p>
            <a:pPr lvl="0"/>
            <a:r>
              <a:rPr lang="en-US" dirty="0"/>
              <a:t>I</a:t>
            </a:r>
            <a:endParaRPr lang="en-GB" dirty="0"/>
          </a:p>
        </p:txBody>
      </p:sp>
      <p:sp>
        <p:nvSpPr>
          <p:cNvPr id="8" name="Text Placeholder 16">
            <a:extLst>
              <a:ext uri="{FF2B5EF4-FFF2-40B4-BE49-F238E27FC236}">
                <a16:creationId xmlns:a16="http://schemas.microsoft.com/office/drawing/2014/main" id="{BB42ECCE-195D-45F5-94EB-137CEFCFE916}"/>
              </a:ext>
              <a:ext uri="{C183D7F6-B498-43B3-948B-1728B52AA6E4}">
                <adec:decorative xmlns="" xmlns:adec="http://schemas.microsoft.com/office/drawing/2017/decorative" val="1"/>
              </a:ext>
            </a:extLst>
          </p:cNvPr>
          <p:cNvSpPr>
            <a:spLocks noGrp="1"/>
          </p:cNvSpPr>
          <p:nvPr>
            <p:ph type="body" sz="quarter" idx="14" hasCustomPrompt="1"/>
          </p:nvPr>
        </p:nvSpPr>
        <p:spPr>
          <a:xfrm>
            <a:off x="2705100" y="6076950"/>
            <a:ext cx="1219200" cy="400050"/>
          </a:xfrm>
          <a:solidFill>
            <a:schemeClr val="accent2"/>
          </a:solidFill>
          <a:effectLst>
            <a:outerShdw blurRad="50800" dist="38100" dir="18900000" algn="bl" rotWithShape="0">
              <a:prstClr val="black">
                <a:alpha val="40000"/>
              </a:prstClr>
            </a:outerShdw>
          </a:effectLst>
        </p:spPr>
        <p:txBody>
          <a:bodyPr/>
          <a:lstStyle>
            <a:lvl1pPr marL="0" indent="0">
              <a:buNone/>
              <a:defRPr>
                <a:solidFill>
                  <a:schemeClr val="tx1">
                    <a:alpha val="0"/>
                  </a:schemeClr>
                </a:solidFill>
              </a:defRPr>
            </a:lvl1pPr>
          </a:lstStyle>
          <a:p>
            <a:pPr lvl="0"/>
            <a:r>
              <a:rPr lang="en-US" dirty="0"/>
              <a:t>I</a:t>
            </a:r>
            <a:endParaRPr lang="en-GB" dirty="0"/>
          </a:p>
        </p:txBody>
      </p:sp>
    </p:spTree>
    <p:extLst>
      <p:ext uri="{BB962C8B-B14F-4D97-AF65-F5344CB8AC3E}">
        <p14:creationId xmlns:p14="http://schemas.microsoft.com/office/powerpoint/2010/main" val="2388316132"/>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A4B4B414-6006-A545-91A5-6439F57339E8}"/>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ctrTitle" hasCustomPrompt="1"/>
          </p:nvPr>
        </p:nvSpPr>
        <p:spPr>
          <a:xfrm>
            <a:off x="5486400" y="4038600"/>
            <a:ext cx="6705600" cy="830884"/>
          </a:xfrm>
        </p:spPr>
        <p:txBody>
          <a:bodyPr>
            <a:normAutofit/>
          </a:bodyPr>
          <a:lstStyle>
            <a:lvl1pPr algn="l">
              <a:defRPr sz="3600" b="1" cap="small" baseline="0">
                <a:solidFill>
                  <a:srgbClr val="FF5A33"/>
                </a:solidFill>
                <a:effectLst>
                  <a:outerShdw blurRad="38100" dist="38100" dir="2700000" algn="tl">
                    <a:srgbClr val="000000">
                      <a:alpha val="43137"/>
                    </a:srgbClr>
                  </a:outerShdw>
                </a:effectLst>
                <a:latin typeface="Segoe UI" pitchFamily="34" charset="0"/>
                <a:cs typeface="Segoe UI" pitchFamily="34" charset="0"/>
              </a:defRPr>
            </a:lvl1pPr>
          </a:lstStyle>
          <a:p>
            <a:r>
              <a:rPr lang="en-US" dirty="0" err="1"/>
              <a:t>Lập</a:t>
            </a:r>
            <a:r>
              <a:rPr lang="en-US" dirty="0"/>
              <a:t> </a:t>
            </a:r>
            <a:r>
              <a:rPr lang="en-US" dirty="0" err="1"/>
              <a:t>trình</a:t>
            </a:r>
            <a:r>
              <a:rPr lang="en-US" dirty="0"/>
              <a:t> java </a:t>
            </a:r>
            <a:r>
              <a:rPr lang="en-US" dirty="0" err="1"/>
              <a:t>cơ</a:t>
            </a:r>
            <a:r>
              <a:rPr lang="en-US" dirty="0"/>
              <a:t> </a:t>
            </a:r>
            <a:r>
              <a:rPr lang="en-US" dirty="0" err="1"/>
              <a:t>bản</a:t>
            </a:r>
            <a:endParaRPr lang="en-US" dirty="0"/>
          </a:p>
        </p:txBody>
      </p:sp>
      <p:sp>
        <p:nvSpPr>
          <p:cNvPr id="3" name="Subtitle 2"/>
          <p:cNvSpPr>
            <a:spLocks noGrp="1"/>
          </p:cNvSpPr>
          <p:nvPr>
            <p:ph type="subTitle" idx="1"/>
          </p:nvPr>
        </p:nvSpPr>
        <p:spPr>
          <a:xfrm>
            <a:off x="5486400" y="4724400"/>
            <a:ext cx="6705600" cy="990600"/>
          </a:xfrm>
        </p:spPr>
        <p:txBody>
          <a:bodyPr>
            <a:normAutofit/>
          </a:bodyPr>
          <a:lstStyle>
            <a:lvl1pPr marL="0" indent="0" algn="l">
              <a:buNone/>
              <a:defRPr sz="2200" b="1" cap="small" baseline="0">
                <a:solidFill>
                  <a:srgbClr val="FF5A33"/>
                </a:solidFill>
                <a:effectLst>
                  <a:outerShdw blurRad="38100" dist="38100" dir="2700000" algn="tl">
                    <a:srgbClr val="000000">
                      <a:alpha val="43137"/>
                    </a:srgbClr>
                  </a:outerShdw>
                </a:effectLst>
                <a:latin typeface="Segoe UI" pitchFamily="34" charset="0"/>
                <a:cs typeface="Segoe UI" pitchFamily="34"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edit Master subtitle style</a:t>
            </a:r>
          </a:p>
        </p:txBody>
      </p:sp>
      <p:pic>
        <p:nvPicPr>
          <p:cNvPr id="1026" name="Picture 2" descr="Résultat de recherche d'images pour &quot;testing&quot;"/>
          <p:cNvPicPr>
            <a:picLocks noChangeAspect="1" noChangeArrowheads="1"/>
          </p:cNvPicPr>
          <p:nvPr userDrawn="1"/>
        </p:nvPicPr>
        <p:blipFill>
          <a:blip r:embed="rId3" cstate="print">
            <a:extLst>
              <a:ext uri="{28A0092B-C50C-407E-A947-70E740481C1C}">
                <a14:useLocalDpi xmlns:a14="http://schemas.microsoft.com/office/drawing/2010/main" val="0"/>
              </a:ext>
            </a:extLst>
          </a:blip>
          <a:srcRect/>
          <a:stretch>
            <a:fillRect/>
          </a:stretch>
        </p:blipFill>
        <p:spPr bwMode="auto">
          <a:xfrm>
            <a:off x="1329388" y="2439665"/>
            <a:ext cx="2827624" cy="2034892"/>
          </a:xfrm>
          <a:prstGeom prst="rect">
            <a:avLst/>
          </a:prstGeom>
          <a:ln>
            <a:noFill/>
          </a:ln>
          <a:effectLst>
            <a:reflection blurRad="12700" stA="30000" endPos="30000" dist="5000" dir="5400000" sy="-100000" algn="bl" rotWithShape="0"/>
          </a:effectLst>
          <a:scene3d>
            <a:camera prst="perspectiveContrastingLeftFacing">
              <a:rot lat="300000" lon="19800000" rev="0"/>
            </a:camera>
            <a:lightRig rig="threePt" dir="t">
              <a:rot lat="0" lon="0" rev="2700000"/>
            </a:lightRig>
          </a:scene3d>
          <a:sp3d>
            <a:bevelT w="63500" h="50800"/>
          </a:sp3d>
          <a:extLst>
            <a:ext uri="{909E8E84-426E-40DD-AFC4-6F175D3DCCD1}">
              <a14:hiddenFill xmlns:a14="http://schemas.microsoft.com/office/drawing/2010/main">
                <a:solidFill>
                  <a:srgbClr val="FFFFFF"/>
                </a:solidFill>
              </a14:hiddenFill>
            </a:ext>
          </a:extLst>
        </p:spPr>
      </p:pic>
      <p:pic>
        <p:nvPicPr>
          <p:cNvPr id="10" name="Picture 9">
            <a:extLst>
              <a:ext uri="{FF2B5EF4-FFF2-40B4-BE49-F238E27FC236}">
                <a16:creationId xmlns:a16="http://schemas.microsoft.com/office/drawing/2014/main" id="{302C30FD-63C3-C741-9C8B-9481A688A740}"/>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711200" y="381000"/>
            <a:ext cx="3968885" cy="1295400"/>
          </a:xfrm>
          <a:prstGeom prst="rect">
            <a:avLst/>
          </a:prstGeom>
        </p:spPr>
      </p:pic>
    </p:spTree>
    <p:extLst>
      <p:ext uri="{BB962C8B-B14F-4D97-AF65-F5344CB8AC3E}">
        <p14:creationId xmlns:p14="http://schemas.microsoft.com/office/powerpoint/2010/main" val="4133453375"/>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743200" y="274638"/>
            <a:ext cx="8839200" cy="487362"/>
          </a:xfrm>
        </p:spPr>
        <p:txBody>
          <a:bodyPr>
            <a:noAutofit/>
          </a:bodyPr>
          <a:lstStyle>
            <a:lvl1pPr algn="r">
              <a:defRPr sz="2800" b="1" cap="small" baseline="0">
                <a:solidFill>
                  <a:srgbClr val="FF5A33"/>
                </a:solidFill>
                <a:effectLst>
                  <a:outerShdw blurRad="38100" dist="38100" dir="2700000" algn="tl">
                    <a:srgbClr val="000000">
                      <a:alpha val="43137"/>
                    </a:srgbClr>
                  </a:outerShdw>
                </a:effectLst>
                <a:latin typeface="Segoe UI" pitchFamily="34" charset="0"/>
                <a:cs typeface="Segoe UI" pitchFamily="34" charset="0"/>
              </a:defRPr>
            </a:lvl1pPr>
          </a:lstStyle>
          <a:p>
            <a:r>
              <a:rPr lang="en-US" dirty="0"/>
              <a:t>Click to edit Master title style</a:t>
            </a:r>
          </a:p>
        </p:txBody>
      </p:sp>
      <p:sp>
        <p:nvSpPr>
          <p:cNvPr id="3" name="Content Placeholder 2"/>
          <p:cNvSpPr>
            <a:spLocks noGrp="1"/>
          </p:cNvSpPr>
          <p:nvPr>
            <p:ph idx="1"/>
          </p:nvPr>
        </p:nvSpPr>
        <p:spPr>
          <a:xfrm>
            <a:off x="609600" y="1066800"/>
            <a:ext cx="10972800" cy="5257800"/>
          </a:xfrm>
        </p:spPr>
        <p:txBody>
          <a:bodyPr>
            <a:normAutofit/>
          </a:bodyPr>
          <a:lstStyle>
            <a:lvl1pPr marL="342900" indent="-342900">
              <a:buClr>
                <a:srgbClr val="FF5A33"/>
              </a:buClr>
              <a:buFont typeface="Wingdings" pitchFamily="2" charset="2"/>
              <a:buChar char="q"/>
              <a:defRPr sz="2800">
                <a:latin typeface="Segoe UI" pitchFamily="34" charset="0"/>
                <a:cs typeface="Segoe UI" pitchFamily="34" charset="0"/>
              </a:defRPr>
            </a:lvl1pPr>
            <a:lvl2pPr marL="742950" indent="-285750">
              <a:buClr>
                <a:srgbClr val="FF5A33"/>
              </a:buClr>
              <a:buFont typeface="Wingdings" pitchFamily="2" charset="2"/>
              <a:buChar char="v"/>
              <a:defRPr sz="2400">
                <a:latin typeface="Segoe UI" pitchFamily="34" charset="0"/>
                <a:cs typeface="Segoe UI" pitchFamily="34" charset="0"/>
              </a:defRPr>
            </a:lvl2pPr>
            <a:lvl3pPr marL="1143000" indent="-228600">
              <a:buClr>
                <a:srgbClr val="FF5A33"/>
              </a:buClr>
              <a:buFont typeface="Wingdings" pitchFamily="2" charset="2"/>
              <a:buChar char="Ø"/>
              <a:defRPr sz="2000">
                <a:latin typeface="Segoe UI" pitchFamily="34" charset="0"/>
                <a:cs typeface="Segoe UI" pitchFamily="34" charset="0"/>
              </a:defRPr>
            </a:lvl3pPr>
            <a:lvl4pPr marL="1600200" indent="-228600">
              <a:buClr>
                <a:srgbClr val="FF5A33"/>
              </a:buClr>
              <a:buFont typeface="Wingdings" pitchFamily="2" charset="2"/>
              <a:buChar char="ü"/>
              <a:defRPr sz="1800">
                <a:latin typeface="Segoe UI" pitchFamily="34" charset="0"/>
                <a:cs typeface="Segoe UI" pitchFamily="34" charset="0"/>
              </a:defRPr>
            </a:lvl4pPr>
            <a:lvl5pPr marL="2057400" indent="-228600">
              <a:buClr>
                <a:srgbClr val="FF5A33"/>
              </a:buClr>
              <a:buFont typeface="Wingdings" pitchFamily="2" charset="2"/>
              <a:buChar char="§"/>
              <a:defRPr sz="1800">
                <a:latin typeface="Segoe UI" pitchFamily="34" charset="0"/>
                <a:cs typeface="Segoe UI"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8029F313-9C13-47C6-A228-B55986214473}" type="datetime1">
              <a:rPr lang="en-US" smtClean="0"/>
              <a:t>3/8/2025</a:t>
            </a:fld>
            <a:endParaRPr lang="en-US"/>
          </a:p>
        </p:txBody>
      </p:sp>
      <p:sp>
        <p:nvSpPr>
          <p:cNvPr id="5" name="Footer Placeholder 4"/>
          <p:cNvSpPr>
            <a:spLocks noGrp="1"/>
          </p:cNvSpPr>
          <p:nvPr>
            <p:ph type="ftr" sz="quarter" idx="11"/>
          </p:nvPr>
        </p:nvSpPr>
        <p:spPr/>
        <p:txBody>
          <a:bodyPr/>
          <a:lstStyle/>
          <a:p>
            <a:r>
              <a:rPr lang="vi-VN"/>
              <a:t>Lập trình C#3</a:t>
            </a:r>
            <a:endParaRPr lang="en-US"/>
          </a:p>
        </p:txBody>
      </p:sp>
      <p:sp>
        <p:nvSpPr>
          <p:cNvPr id="6" name="Slide Number Placeholder 5"/>
          <p:cNvSpPr>
            <a:spLocks noGrp="1"/>
          </p:cNvSpPr>
          <p:nvPr>
            <p:ph type="sldNum" sz="quarter" idx="12"/>
          </p:nvPr>
        </p:nvSpPr>
        <p:spPr/>
        <p:txBody>
          <a:bodyPr/>
          <a:lstStyle/>
          <a:p>
            <a:fld id="{8AACEE26-D979-411F-B229-D9F26BAEDF07}" type="slidenum">
              <a:rPr lang="en-US" smtClean="0"/>
              <a:t>‹#›</a:t>
            </a:fld>
            <a:endParaRPr lang="en-US" dirty="0"/>
          </a:p>
        </p:txBody>
      </p:sp>
      <p:pic>
        <p:nvPicPr>
          <p:cNvPr id="7" name="Picture 6"/>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609600" y="218719"/>
            <a:ext cx="2032000" cy="461818"/>
          </a:xfrm>
          <a:prstGeom prst="rect">
            <a:avLst/>
          </a:prstGeom>
        </p:spPr>
      </p:pic>
      <p:cxnSp>
        <p:nvCxnSpPr>
          <p:cNvPr id="9" name="Straight Connector 8"/>
          <p:cNvCxnSpPr/>
          <p:nvPr userDrawn="1"/>
        </p:nvCxnSpPr>
        <p:spPr>
          <a:xfrm>
            <a:off x="609600" y="838200"/>
            <a:ext cx="10972800" cy="0"/>
          </a:xfrm>
          <a:prstGeom prst="line">
            <a:avLst/>
          </a:prstGeom>
          <a:ln w="38100">
            <a:solidFill>
              <a:srgbClr val="FF99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7579833"/>
      </p:ext>
    </p:extLst>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68A6EF9-73EC-47CA-9E52-574751B1CDA3}" type="datetime1">
              <a:rPr lang="en-US" smtClean="0"/>
              <a:t>3/8/2025</a:t>
            </a:fld>
            <a:endParaRPr lang="en-US"/>
          </a:p>
        </p:txBody>
      </p:sp>
      <p:sp>
        <p:nvSpPr>
          <p:cNvPr id="5" name="Footer Placeholder 4"/>
          <p:cNvSpPr>
            <a:spLocks noGrp="1"/>
          </p:cNvSpPr>
          <p:nvPr>
            <p:ph type="ftr" sz="quarter" idx="11"/>
          </p:nvPr>
        </p:nvSpPr>
        <p:spPr/>
        <p:txBody>
          <a:bodyPr/>
          <a:lstStyle/>
          <a:p>
            <a:r>
              <a:rPr lang="vi-VN"/>
              <a:t>Lập trình C#3</a:t>
            </a:r>
            <a:endParaRPr lang="en-US"/>
          </a:p>
        </p:txBody>
      </p:sp>
      <p:sp>
        <p:nvSpPr>
          <p:cNvPr id="6" name="Slide Number Placeholder 5"/>
          <p:cNvSpPr>
            <a:spLocks noGrp="1"/>
          </p:cNvSpPr>
          <p:nvPr>
            <p:ph type="sldNum" sz="quarter" idx="12"/>
          </p:nvPr>
        </p:nvSpPr>
        <p:spPr/>
        <p:txBody>
          <a:bodyPr/>
          <a:lstStyle/>
          <a:p>
            <a:fld id="{8AACEE26-D979-411F-B229-D9F26BAEDF07}" type="slidenum">
              <a:rPr lang="en-US" smtClean="0"/>
              <a:t>‹#›</a:t>
            </a:fld>
            <a:endParaRPr lang="en-US"/>
          </a:p>
        </p:txBody>
      </p:sp>
    </p:spTree>
    <p:extLst>
      <p:ext uri="{BB962C8B-B14F-4D97-AF65-F5344CB8AC3E}">
        <p14:creationId xmlns:p14="http://schemas.microsoft.com/office/powerpoint/2010/main" val="1771096535"/>
      </p:ext>
    </p:extLst>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73D9F786-C4DF-431A-9246-1EC1829B2C78}" type="datetime1">
              <a:rPr lang="en-US" smtClean="0"/>
              <a:t>3/8/2025</a:t>
            </a:fld>
            <a:endParaRPr lang="en-US"/>
          </a:p>
        </p:txBody>
      </p:sp>
      <p:sp>
        <p:nvSpPr>
          <p:cNvPr id="6" name="Footer Placeholder 5"/>
          <p:cNvSpPr>
            <a:spLocks noGrp="1"/>
          </p:cNvSpPr>
          <p:nvPr>
            <p:ph type="ftr" sz="quarter" idx="11"/>
          </p:nvPr>
        </p:nvSpPr>
        <p:spPr/>
        <p:txBody>
          <a:bodyPr/>
          <a:lstStyle/>
          <a:p>
            <a:r>
              <a:rPr lang="vi-VN"/>
              <a:t>Lập trình C#3</a:t>
            </a:r>
            <a:endParaRPr lang="en-US"/>
          </a:p>
        </p:txBody>
      </p:sp>
      <p:sp>
        <p:nvSpPr>
          <p:cNvPr id="7" name="Slide Number Placeholder 6"/>
          <p:cNvSpPr>
            <a:spLocks noGrp="1"/>
          </p:cNvSpPr>
          <p:nvPr>
            <p:ph type="sldNum" sz="quarter" idx="12"/>
          </p:nvPr>
        </p:nvSpPr>
        <p:spPr/>
        <p:txBody>
          <a:bodyPr/>
          <a:lstStyle/>
          <a:p>
            <a:fld id="{8AACEE26-D979-411F-B229-D9F26BAEDF07}" type="slidenum">
              <a:rPr lang="en-US" smtClean="0"/>
              <a:t>‹#›</a:t>
            </a:fld>
            <a:endParaRPr lang="en-US"/>
          </a:p>
        </p:txBody>
      </p:sp>
    </p:spTree>
    <p:extLst>
      <p:ext uri="{BB962C8B-B14F-4D97-AF65-F5344CB8AC3E}">
        <p14:creationId xmlns:p14="http://schemas.microsoft.com/office/powerpoint/2010/main" val="2138957463"/>
      </p:ext>
    </p:extLst>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BFE59D84-263E-478C-94B6-63AC70204759}" type="datetime1">
              <a:rPr lang="en-US" smtClean="0"/>
              <a:t>3/8/2025</a:t>
            </a:fld>
            <a:endParaRPr lang="en-US"/>
          </a:p>
        </p:txBody>
      </p:sp>
      <p:sp>
        <p:nvSpPr>
          <p:cNvPr id="8" name="Footer Placeholder 7"/>
          <p:cNvSpPr>
            <a:spLocks noGrp="1"/>
          </p:cNvSpPr>
          <p:nvPr>
            <p:ph type="ftr" sz="quarter" idx="11"/>
          </p:nvPr>
        </p:nvSpPr>
        <p:spPr/>
        <p:txBody>
          <a:bodyPr/>
          <a:lstStyle/>
          <a:p>
            <a:r>
              <a:rPr lang="vi-VN"/>
              <a:t>Lập trình C#3</a:t>
            </a:r>
            <a:endParaRPr lang="en-US"/>
          </a:p>
        </p:txBody>
      </p:sp>
      <p:sp>
        <p:nvSpPr>
          <p:cNvPr id="9" name="Slide Number Placeholder 8"/>
          <p:cNvSpPr>
            <a:spLocks noGrp="1"/>
          </p:cNvSpPr>
          <p:nvPr>
            <p:ph type="sldNum" sz="quarter" idx="12"/>
          </p:nvPr>
        </p:nvSpPr>
        <p:spPr/>
        <p:txBody>
          <a:bodyPr/>
          <a:lstStyle/>
          <a:p>
            <a:fld id="{8AACEE26-D979-411F-B229-D9F26BAEDF07}" type="slidenum">
              <a:rPr lang="en-US" smtClean="0"/>
              <a:t>‹#›</a:t>
            </a:fld>
            <a:endParaRPr lang="en-US"/>
          </a:p>
        </p:txBody>
      </p:sp>
    </p:spTree>
    <p:extLst>
      <p:ext uri="{BB962C8B-B14F-4D97-AF65-F5344CB8AC3E}">
        <p14:creationId xmlns:p14="http://schemas.microsoft.com/office/powerpoint/2010/main" val="1895382236"/>
      </p:ext>
    </p:extLst>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fld id="{523D8565-00B5-4601-AD26-950DAB626426}" type="datetime1">
              <a:rPr lang="en-US" smtClean="0"/>
              <a:t>3/8/2025</a:t>
            </a:fld>
            <a:endParaRPr lang="en-US"/>
          </a:p>
        </p:txBody>
      </p:sp>
      <p:sp>
        <p:nvSpPr>
          <p:cNvPr id="4" name="Footer Placeholder 3"/>
          <p:cNvSpPr>
            <a:spLocks noGrp="1"/>
          </p:cNvSpPr>
          <p:nvPr>
            <p:ph type="ftr" sz="quarter" idx="11"/>
          </p:nvPr>
        </p:nvSpPr>
        <p:spPr/>
        <p:txBody>
          <a:bodyPr/>
          <a:lstStyle/>
          <a:p>
            <a:r>
              <a:rPr lang="vi-VN"/>
              <a:t>Lập trình C#3</a:t>
            </a:r>
            <a:endParaRPr lang="en-US"/>
          </a:p>
        </p:txBody>
      </p:sp>
      <p:sp>
        <p:nvSpPr>
          <p:cNvPr id="5" name="Slide Number Placeholder 4"/>
          <p:cNvSpPr>
            <a:spLocks noGrp="1"/>
          </p:cNvSpPr>
          <p:nvPr>
            <p:ph type="sldNum" sz="quarter" idx="12"/>
          </p:nvPr>
        </p:nvSpPr>
        <p:spPr/>
        <p:txBody>
          <a:bodyPr/>
          <a:lstStyle/>
          <a:p>
            <a:fld id="{8AACEE26-D979-411F-B229-D9F26BAEDF07}" type="slidenum">
              <a:rPr lang="en-US" smtClean="0"/>
              <a:t>‹#›</a:t>
            </a:fld>
            <a:endParaRPr lang="en-US"/>
          </a:p>
        </p:txBody>
      </p:sp>
      <p:sp>
        <p:nvSpPr>
          <p:cNvPr id="6" name="Rectangle 5"/>
          <p:cNvSpPr/>
          <p:nvPr userDrawn="1"/>
        </p:nvSpPr>
        <p:spPr>
          <a:xfrm>
            <a:off x="2032000" y="2551018"/>
            <a:ext cx="8534400" cy="326475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a:solidFill>
                <a:schemeClr val="bg1"/>
              </a:solidFill>
            </a:endParaRPr>
          </a:p>
        </p:txBody>
      </p:sp>
      <p:pic>
        <p:nvPicPr>
          <p:cNvPr id="8" name="Picture 2" descr="http://uconndigitalarts.com/wp-content/uploads/2013/04/original.jpg"/>
          <p:cNvPicPr>
            <a:picLocks noChangeAspect="1" noChangeArrowheads="1"/>
          </p:cNvPicPr>
          <p:nvPr userDrawn="1"/>
        </p:nvPicPr>
        <p:blipFill rotWithShape="1">
          <a:blip r:embed="rId2" cstate="print">
            <a:extLst>
              <a:ext uri="{BEBA8EAE-BF5A-486C-A8C5-ECC9F3942E4B}">
                <a14:imgProps xmlns:a14="http://schemas.microsoft.com/office/drawing/2010/main">
                  <a14:imgLayer r:embed="rId3">
                    <a14:imgEffect>
                      <a14:backgroundRemoval t="10000" b="90000" l="3958" r="96146">
                        <a14:backgroundMark x1="16667" y1="54630" x2="86042" y2="55185"/>
                        <a14:backgroundMark x1="90625" y1="53889" x2="93125" y2="53889"/>
                      </a14:backgroundRemoval>
                    </a14:imgEffect>
                  </a14:imgLayer>
                </a14:imgProps>
              </a:ext>
              <a:ext uri="{28A0092B-C50C-407E-A947-70E740481C1C}">
                <a14:useLocalDpi xmlns:a14="http://schemas.microsoft.com/office/drawing/2010/main" val="0"/>
              </a:ext>
            </a:extLst>
          </a:blip>
          <a:srcRect t="43978" b="41311"/>
          <a:stretch/>
        </p:blipFill>
        <p:spPr bwMode="auto">
          <a:xfrm flipH="1">
            <a:off x="3732707" y="2575401"/>
            <a:ext cx="4568091" cy="283858"/>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2" descr="C:\Users\powerpoint.vn\Downloads\1e2cd4b177168ad16ce2e7c504bba4d2.x400.jpeg"/>
          <p:cNvPicPr>
            <a:picLocks noChangeAspect="1" noChangeArrowheads="1"/>
          </p:cNvPicPr>
          <p:nvPr userDrawn="1"/>
        </p:nvPicPr>
        <p:blipFill rotWithShape="1">
          <a:blip r:embed="rId4" cstate="print">
            <a:extLst>
              <a:ext uri="{BEBA8EAE-BF5A-486C-A8C5-ECC9F3942E4B}">
                <a14:imgProps xmlns:a14="http://schemas.microsoft.com/office/drawing/2010/main">
                  <a14:imgLayer r:embed="rId5">
                    <a14:imgEffect>
                      <a14:backgroundRemoval t="1750" b="81000" l="9971" r="89736">
                        <a14:backgroundMark x1="33724" y1="42750" x2="69208" y2="55250"/>
                        <a14:backgroundMark x1="25806" y1="33250" x2="25806" y2="37500"/>
                        <a14:backgroundMark x1="26100" y1="32250" x2="26100" y2="32250"/>
                        <a14:backgroundMark x1="70674" y1="35750" x2="70674" y2="35750"/>
                        <a14:backgroundMark x1="76246" y1="31250" x2="76246" y2="31250"/>
                        <a14:backgroundMark x1="70968" y1="34750" x2="70968" y2="34750"/>
                      </a14:backgroundRemoval>
                    </a14:imgEffect>
                  </a14:imgLayer>
                </a14:imgProps>
              </a:ext>
              <a:ext uri="{28A0092B-C50C-407E-A947-70E740481C1C}">
                <a14:useLocalDpi xmlns:a14="http://schemas.microsoft.com/office/drawing/2010/main" val="0"/>
              </a:ext>
            </a:extLst>
          </a:blip>
          <a:srcRect b="55710"/>
          <a:stretch/>
        </p:blipFill>
        <p:spPr bwMode="auto">
          <a:xfrm>
            <a:off x="2568620" y="609600"/>
            <a:ext cx="7257961" cy="2828060"/>
          </a:xfrm>
          <a:prstGeom prst="rect">
            <a:avLst/>
          </a:prstGeom>
          <a:noFill/>
          <a:extLst>
            <a:ext uri="{909E8E84-426E-40DD-AFC4-6F175D3DCCD1}">
              <a14:hiddenFill xmlns:a14="http://schemas.microsoft.com/office/drawing/2010/main">
                <a:solidFill>
                  <a:srgbClr val="FFFFFF"/>
                </a:solidFill>
              </a14:hiddenFill>
            </a:ext>
          </a:extLst>
        </p:spPr>
      </p:pic>
      <p:sp>
        <p:nvSpPr>
          <p:cNvPr id="11" name="TextBox 10"/>
          <p:cNvSpPr txBox="1"/>
          <p:nvPr userDrawn="1"/>
        </p:nvSpPr>
        <p:spPr>
          <a:xfrm>
            <a:off x="4103893" y="3124200"/>
            <a:ext cx="4735308" cy="2139047"/>
          </a:xfrm>
          <a:prstGeom prst="rect">
            <a:avLst/>
          </a:prstGeom>
          <a:noFill/>
        </p:spPr>
        <p:txBody>
          <a:bodyPr wrap="square" rtlCol="0">
            <a:spAutoFit/>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7200" b="1" dirty="0">
                <a:solidFill>
                  <a:schemeClr val="bg1"/>
                </a:solidFill>
              </a:rPr>
              <a:t>DEM</a:t>
            </a:r>
            <a:r>
              <a:rPr lang="en-US" sz="11500" b="1" dirty="0">
                <a:solidFill>
                  <a:schemeClr val="bg1"/>
                </a:solidFill>
              </a:rPr>
              <a:t>O</a:t>
            </a:r>
          </a:p>
          <a:p>
            <a:endParaRPr lang="en-US" sz="1800" dirty="0"/>
          </a:p>
        </p:txBody>
      </p:sp>
      <p:pic>
        <p:nvPicPr>
          <p:cNvPr id="10" name="Picture 2" descr="http://www.designofsignage.com/application/symbol/hands/image/600x600/hand-press-button-4.jpg"/>
          <p:cNvPicPr>
            <a:picLocks noChangeAspect="1" noChangeArrowheads="1"/>
          </p:cNvPicPr>
          <p:nvPr userDrawn="1"/>
        </p:nvPicPr>
        <p:blipFill>
          <a:blip r:embed="rId6" cstate="print">
            <a:extLst>
              <a:ext uri="{BEBA8EAE-BF5A-486C-A8C5-ECC9F3942E4B}">
                <a14:imgProps xmlns:a14="http://schemas.microsoft.com/office/drawing/2010/main">
                  <a14:imgLayer r:embed="rId7">
                    <a14:imgEffect>
                      <a14:backgroundRemoval t="10000" b="99500" l="10000" r="90000">
                        <a14:foregroundMark x1="35833" y1="26500" x2="41500" y2="85000"/>
                      </a14:backgroundRemoval>
                    </a14:imgEffect>
                  </a14:imgLayer>
                </a14:imgProps>
              </a:ext>
              <a:ext uri="{28A0092B-C50C-407E-A947-70E740481C1C}">
                <a14:useLocalDpi xmlns:a14="http://schemas.microsoft.com/office/drawing/2010/main" val="0"/>
              </a:ext>
            </a:extLst>
          </a:blip>
          <a:srcRect/>
          <a:stretch>
            <a:fillRect/>
          </a:stretch>
        </p:blipFill>
        <p:spPr bwMode="auto">
          <a:xfrm>
            <a:off x="6016752" y="3568725"/>
            <a:ext cx="3488947" cy="261671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72166844"/>
      </p:ext>
    </p:extLst>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DF3AF78-3B29-49D4-81C3-7555616E6373}" type="datetime1">
              <a:rPr lang="en-US" smtClean="0"/>
              <a:t>3/8/2025</a:t>
            </a:fld>
            <a:endParaRPr lang="en-US"/>
          </a:p>
        </p:txBody>
      </p:sp>
      <p:sp>
        <p:nvSpPr>
          <p:cNvPr id="3" name="Footer Placeholder 2"/>
          <p:cNvSpPr>
            <a:spLocks noGrp="1"/>
          </p:cNvSpPr>
          <p:nvPr>
            <p:ph type="ftr" sz="quarter" idx="11"/>
          </p:nvPr>
        </p:nvSpPr>
        <p:spPr/>
        <p:txBody>
          <a:bodyPr/>
          <a:lstStyle/>
          <a:p>
            <a:r>
              <a:rPr lang="vi-VN"/>
              <a:t>Lập trình C#3</a:t>
            </a:r>
            <a:endParaRPr lang="en-US"/>
          </a:p>
        </p:txBody>
      </p:sp>
      <p:sp>
        <p:nvSpPr>
          <p:cNvPr id="4" name="Slide Number Placeholder 3"/>
          <p:cNvSpPr>
            <a:spLocks noGrp="1"/>
          </p:cNvSpPr>
          <p:nvPr>
            <p:ph type="sldNum" sz="quarter" idx="12"/>
          </p:nvPr>
        </p:nvSpPr>
        <p:spPr/>
        <p:txBody>
          <a:bodyPr/>
          <a:lstStyle/>
          <a:p>
            <a:fld id="{8AACEE26-D979-411F-B229-D9F26BAEDF07}" type="slidenum">
              <a:rPr lang="en-US" smtClean="0"/>
              <a:t>‹#›</a:t>
            </a:fld>
            <a:endParaRPr lang="en-US"/>
          </a:p>
        </p:txBody>
      </p:sp>
    </p:spTree>
    <p:extLst>
      <p:ext uri="{BB962C8B-B14F-4D97-AF65-F5344CB8AC3E}">
        <p14:creationId xmlns:p14="http://schemas.microsoft.com/office/powerpoint/2010/main" val="1837445251"/>
      </p:ext>
    </p:extLst>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9CC48055-7455-47F1-BA44-73D8B83B9342}" type="datetime1">
              <a:rPr lang="en-US" smtClean="0"/>
              <a:t>3/8/2025</a:t>
            </a:fld>
            <a:endParaRPr lang="en-US"/>
          </a:p>
        </p:txBody>
      </p:sp>
      <p:sp>
        <p:nvSpPr>
          <p:cNvPr id="6" name="Footer Placeholder 5"/>
          <p:cNvSpPr>
            <a:spLocks noGrp="1"/>
          </p:cNvSpPr>
          <p:nvPr>
            <p:ph type="ftr" sz="quarter" idx="11"/>
          </p:nvPr>
        </p:nvSpPr>
        <p:spPr/>
        <p:txBody>
          <a:bodyPr/>
          <a:lstStyle/>
          <a:p>
            <a:r>
              <a:rPr lang="vi-VN"/>
              <a:t>Lập trình C#3</a:t>
            </a:r>
            <a:endParaRPr lang="en-US"/>
          </a:p>
        </p:txBody>
      </p:sp>
      <p:sp>
        <p:nvSpPr>
          <p:cNvPr id="7" name="Slide Number Placeholder 6"/>
          <p:cNvSpPr>
            <a:spLocks noGrp="1"/>
          </p:cNvSpPr>
          <p:nvPr>
            <p:ph type="sldNum" sz="quarter" idx="12"/>
          </p:nvPr>
        </p:nvSpPr>
        <p:spPr/>
        <p:txBody>
          <a:bodyPr/>
          <a:lstStyle/>
          <a:p>
            <a:fld id="{8AACEE26-D979-411F-B229-D9F26BAEDF07}" type="slidenum">
              <a:rPr lang="en-US" smtClean="0"/>
              <a:t>‹#›</a:t>
            </a:fld>
            <a:endParaRPr lang="en-US"/>
          </a:p>
        </p:txBody>
      </p:sp>
    </p:spTree>
    <p:extLst>
      <p:ext uri="{BB962C8B-B14F-4D97-AF65-F5344CB8AC3E}">
        <p14:creationId xmlns:p14="http://schemas.microsoft.com/office/powerpoint/2010/main" val="2461493734"/>
      </p:ext>
    </p:extLst>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F9B46837-A547-4964-AC0B-E650641F7846}" type="datetime1">
              <a:rPr lang="en-US" smtClean="0"/>
              <a:t>3/8/2025</a:t>
            </a:fld>
            <a:endParaRPr lang="en-US"/>
          </a:p>
        </p:txBody>
      </p:sp>
      <p:sp>
        <p:nvSpPr>
          <p:cNvPr id="6" name="Footer Placeholder 5"/>
          <p:cNvSpPr>
            <a:spLocks noGrp="1"/>
          </p:cNvSpPr>
          <p:nvPr>
            <p:ph type="ftr" sz="quarter" idx="11"/>
          </p:nvPr>
        </p:nvSpPr>
        <p:spPr/>
        <p:txBody>
          <a:bodyPr/>
          <a:lstStyle/>
          <a:p>
            <a:r>
              <a:rPr lang="vi-VN"/>
              <a:t>Lập trình C#3</a:t>
            </a:r>
            <a:endParaRPr lang="en-US"/>
          </a:p>
        </p:txBody>
      </p:sp>
      <p:sp>
        <p:nvSpPr>
          <p:cNvPr id="7" name="Slide Number Placeholder 6"/>
          <p:cNvSpPr>
            <a:spLocks noGrp="1"/>
          </p:cNvSpPr>
          <p:nvPr>
            <p:ph type="sldNum" sz="quarter" idx="12"/>
          </p:nvPr>
        </p:nvSpPr>
        <p:spPr/>
        <p:txBody>
          <a:bodyPr/>
          <a:lstStyle/>
          <a:p>
            <a:fld id="{8AACEE26-D979-411F-B229-D9F26BAEDF07}" type="slidenum">
              <a:rPr lang="en-US" smtClean="0"/>
              <a:t>‹#›</a:t>
            </a:fld>
            <a:endParaRPr lang="en-US"/>
          </a:p>
        </p:txBody>
      </p:sp>
    </p:spTree>
    <p:extLst>
      <p:ext uri="{BB962C8B-B14F-4D97-AF65-F5344CB8AC3E}">
        <p14:creationId xmlns:p14="http://schemas.microsoft.com/office/powerpoint/2010/main" val="3933514554"/>
      </p:ext>
    </p:extLst>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9EE0451A-A87B-4BA7-B824-056B86D6CA5D}" type="datetime1">
              <a:rPr lang="en-US" smtClean="0"/>
              <a:t>3/8/2025</a:t>
            </a:fld>
            <a:endParaRPr lang="en-US"/>
          </a:p>
        </p:txBody>
      </p:sp>
      <p:sp>
        <p:nvSpPr>
          <p:cNvPr id="5" name="Footer Placeholder 4"/>
          <p:cNvSpPr>
            <a:spLocks noGrp="1"/>
          </p:cNvSpPr>
          <p:nvPr>
            <p:ph type="ftr" sz="quarter" idx="11"/>
          </p:nvPr>
        </p:nvSpPr>
        <p:spPr/>
        <p:txBody>
          <a:bodyPr/>
          <a:lstStyle/>
          <a:p>
            <a:r>
              <a:rPr lang="vi-VN"/>
              <a:t>Lập trình C#3</a:t>
            </a:r>
            <a:endParaRPr lang="en-US"/>
          </a:p>
        </p:txBody>
      </p:sp>
      <p:sp>
        <p:nvSpPr>
          <p:cNvPr id="6" name="Slide Number Placeholder 5"/>
          <p:cNvSpPr>
            <a:spLocks noGrp="1"/>
          </p:cNvSpPr>
          <p:nvPr>
            <p:ph type="sldNum" sz="quarter" idx="12"/>
          </p:nvPr>
        </p:nvSpPr>
        <p:spPr/>
        <p:txBody>
          <a:bodyPr/>
          <a:lstStyle/>
          <a:p>
            <a:fld id="{8AACEE26-D979-411F-B229-D9F26BAEDF07}" type="slidenum">
              <a:rPr lang="en-US" smtClean="0"/>
              <a:t>‹#›</a:t>
            </a:fld>
            <a:endParaRPr lang="en-US"/>
          </a:p>
        </p:txBody>
      </p:sp>
    </p:spTree>
    <p:extLst>
      <p:ext uri="{BB962C8B-B14F-4D97-AF65-F5344CB8AC3E}">
        <p14:creationId xmlns:p14="http://schemas.microsoft.com/office/powerpoint/2010/main" val="3564866336"/>
      </p:ext>
    </p:extLst>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9"/>
            <a:ext cx="27432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274639"/>
            <a:ext cx="80264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BF74BB19-EC7D-4033-B460-36F421974985}" type="datetime1">
              <a:rPr lang="en-US" smtClean="0"/>
              <a:t>3/8/2025</a:t>
            </a:fld>
            <a:endParaRPr lang="en-US"/>
          </a:p>
        </p:txBody>
      </p:sp>
      <p:sp>
        <p:nvSpPr>
          <p:cNvPr id="5" name="Footer Placeholder 4"/>
          <p:cNvSpPr>
            <a:spLocks noGrp="1"/>
          </p:cNvSpPr>
          <p:nvPr>
            <p:ph type="ftr" sz="quarter" idx="11"/>
          </p:nvPr>
        </p:nvSpPr>
        <p:spPr/>
        <p:txBody>
          <a:bodyPr/>
          <a:lstStyle/>
          <a:p>
            <a:r>
              <a:rPr lang="vi-VN"/>
              <a:t>Lập trình C#3</a:t>
            </a:r>
            <a:endParaRPr lang="en-US"/>
          </a:p>
        </p:txBody>
      </p:sp>
      <p:sp>
        <p:nvSpPr>
          <p:cNvPr id="6" name="Slide Number Placeholder 5"/>
          <p:cNvSpPr>
            <a:spLocks noGrp="1"/>
          </p:cNvSpPr>
          <p:nvPr>
            <p:ph type="sldNum" sz="quarter" idx="12"/>
          </p:nvPr>
        </p:nvSpPr>
        <p:spPr/>
        <p:txBody>
          <a:bodyPr/>
          <a:lstStyle/>
          <a:p>
            <a:fld id="{8AACEE26-D979-411F-B229-D9F26BAEDF07}" type="slidenum">
              <a:rPr lang="en-US" smtClean="0"/>
              <a:t>‹#›</a:t>
            </a:fld>
            <a:endParaRPr lang="en-US"/>
          </a:p>
        </p:txBody>
      </p:sp>
    </p:spTree>
    <p:extLst>
      <p:ext uri="{BB962C8B-B14F-4D97-AF65-F5344CB8AC3E}">
        <p14:creationId xmlns:p14="http://schemas.microsoft.com/office/powerpoint/2010/main" val="3254237326"/>
      </p:ext>
    </p:extLst>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userDrawn="1">
  <p:cSld name="2_Title and Content">
    <p:spTree>
      <p:nvGrpSpPr>
        <p:cNvPr id="1" name=""/>
        <p:cNvGrpSpPr/>
        <p:nvPr/>
      </p:nvGrpSpPr>
      <p:grpSpPr>
        <a:xfrm>
          <a:off x="0" y="0"/>
          <a:ext cx="0" cy="0"/>
          <a:chOff x="0" y="0"/>
          <a:chExt cx="0" cy="0"/>
        </a:xfrm>
      </p:grpSpPr>
      <p:sp>
        <p:nvSpPr>
          <p:cNvPr id="5" name="Slide Number Placeholder 5"/>
          <p:cNvSpPr>
            <a:spLocks noGrp="1"/>
          </p:cNvSpPr>
          <p:nvPr>
            <p:ph type="sldNum" sz="quarter" idx="10"/>
          </p:nvPr>
        </p:nvSpPr>
        <p:spPr>
          <a:xfrm>
            <a:off x="-1930400" y="6188076"/>
            <a:ext cx="2844800" cy="365125"/>
          </a:xfrm>
          <a:prstGeom prst="rect">
            <a:avLst/>
          </a:prstGeom>
        </p:spPr>
        <p:txBody>
          <a:bodyPr/>
          <a:lstStyle>
            <a:lvl1pPr>
              <a:defRPr/>
            </a:lvl1pPr>
          </a:lstStyle>
          <a:p>
            <a:pPr>
              <a:defRPr/>
            </a:pPr>
            <a:fld id="{587C0512-7E02-4E40-BD9C-21FAB99329CB}" type="slidenum">
              <a:rPr lang="en-US"/>
              <a:pPr>
                <a:defRPr/>
              </a:pPr>
              <a:t>‹#›</a:t>
            </a:fld>
            <a:endParaRPr lang="en-US"/>
          </a:p>
        </p:txBody>
      </p:sp>
    </p:spTree>
    <p:extLst>
      <p:ext uri="{BB962C8B-B14F-4D97-AF65-F5344CB8AC3E}">
        <p14:creationId xmlns:p14="http://schemas.microsoft.com/office/powerpoint/2010/main" val="4255191387"/>
      </p:ext>
    </p:extLst>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userDrawn="1">
  <p:cSld name="Title &amp;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Title Placeholder 1"/>
          <p:cNvSpPr txBox="1">
            <a:spLocks/>
          </p:cNvSpPr>
          <p:nvPr userDrawn="1"/>
        </p:nvSpPr>
        <p:spPr>
          <a:xfrm>
            <a:off x="2946400" y="274638"/>
            <a:ext cx="8636000" cy="563562"/>
          </a:xfrm>
          <a:prstGeom prst="rect">
            <a:avLst/>
          </a:prstGeom>
        </p:spPr>
        <p:txBody>
          <a:bodyPr vert="horz" lIns="91440" tIns="45720" rIns="91440" bIns="45720" rtlCol="0" anchor="ctr">
            <a:noAutofit/>
          </a:bodyPr>
          <a:lstStyle>
            <a:lvl1pPr algn="r" defTabSz="914400" rtl="0" eaLnBrk="1" latinLnBrk="0" hangingPunct="1">
              <a:spcBef>
                <a:spcPct val="0"/>
              </a:spcBef>
              <a:buNone/>
              <a:defRPr sz="3200" b="1" kern="1200" cap="small" baseline="0">
                <a:solidFill>
                  <a:srgbClr val="FF9900"/>
                </a:solidFill>
                <a:effectLst>
                  <a:outerShdw blurRad="38100" dist="38100" dir="2700000" algn="tl">
                    <a:srgbClr val="000000">
                      <a:alpha val="43137"/>
                    </a:srgbClr>
                  </a:outerShdw>
                </a:effectLst>
                <a:latin typeface="Segoe UI" pitchFamily="34" charset="0"/>
                <a:ea typeface="+mj-ea"/>
                <a:cs typeface="Segoe UI" pitchFamily="34" charset="0"/>
              </a:defRPr>
            </a:lvl1pPr>
          </a:lstStyle>
          <a:p>
            <a:r>
              <a:rPr lang="en-US" sz="3200" dirty="0"/>
              <a:t>Click to edit Master title style</a:t>
            </a:r>
          </a:p>
        </p:txBody>
      </p:sp>
      <p:sp>
        <p:nvSpPr>
          <p:cNvPr id="4" name="Text Placeholder 2"/>
          <p:cNvSpPr>
            <a:spLocks noGrp="1"/>
          </p:cNvSpPr>
          <p:nvPr>
            <p:ph idx="1"/>
          </p:nvPr>
        </p:nvSpPr>
        <p:spPr>
          <a:xfrm>
            <a:off x="609600" y="990600"/>
            <a:ext cx="10972800" cy="5562600"/>
          </a:xfrm>
          <a:prstGeom prst="rect">
            <a:avLst/>
          </a:prstGeom>
        </p:spPr>
        <p:txBody>
          <a:bodyPr vert="horz" lIns="91440" tIns="45720" rIns="91440" bIns="45720" rtlCol="0">
            <a:normAutofit/>
          </a:bodyPr>
          <a:lstStyle/>
          <a:p>
            <a:pPr lvl="0"/>
            <a:r>
              <a:rPr lang="en-US" dirty="0"/>
              <a:t> Click to edit Master text styles</a:t>
            </a:r>
          </a:p>
          <a:p>
            <a:pPr lvl="1"/>
            <a:r>
              <a:rPr lang="en-US" dirty="0"/>
              <a:t> Second level</a:t>
            </a:r>
          </a:p>
          <a:p>
            <a:pPr lvl="2"/>
            <a:r>
              <a:rPr lang="en-US" dirty="0"/>
              <a:t> Third level</a:t>
            </a:r>
          </a:p>
          <a:p>
            <a:pPr lvl="3"/>
            <a:r>
              <a:rPr lang="en-US" dirty="0"/>
              <a:t>Fourth level</a:t>
            </a:r>
          </a:p>
          <a:p>
            <a:pPr lvl="4"/>
            <a:r>
              <a:rPr lang="en-US" dirty="0"/>
              <a:t>Fifth level</a:t>
            </a:r>
          </a:p>
        </p:txBody>
      </p:sp>
      <p:pic>
        <p:nvPicPr>
          <p:cNvPr id="5" name="Picture 4"/>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11200" y="228601"/>
            <a:ext cx="2133600" cy="484909"/>
          </a:xfrm>
          <a:prstGeom prst="rect">
            <a:avLst/>
          </a:prstGeom>
        </p:spPr>
      </p:pic>
      <p:cxnSp>
        <p:nvCxnSpPr>
          <p:cNvPr id="6" name="Straight Connector 5"/>
          <p:cNvCxnSpPr/>
          <p:nvPr userDrawn="1"/>
        </p:nvCxnSpPr>
        <p:spPr>
          <a:xfrm flipH="1">
            <a:off x="711200" y="835152"/>
            <a:ext cx="10871200" cy="0"/>
          </a:xfrm>
          <a:prstGeom prst="line">
            <a:avLst/>
          </a:prstGeom>
          <a:ln w="38100"/>
        </p:spPr>
        <p:style>
          <a:lnRef idx="1">
            <a:schemeClr val="accent2"/>
          </a:lnRef>
          <a:fillRef idx="0">
            <a:schemeClr val="accent2"/>
          </a:fillRef>
          <a:effectRef idx="0">
            <a:schemeClr val="accent2"/>
          </a:effectRef>
          <a:fontRef idx="minor">
            <a:schemeClr val="tx1"/>
          </a:fontRef>
        </p:style>
      </p:cxnSp>
    </p:spTree>
    <p:extLst>
      <p:ext uri="{BB962C8B-B14F-4D97-AF65-F5344CB8AC3E}">
        <p14:creationId xmlns:p14="http://schemas.microsoft.com/office/powerpoint/2010/main" val="1879138780"/>
      </p:ext>
    </p:extLst>
  </p:cSld>
  <p:clrMapOvr>
    <a:masterClrMapping/>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p:cSld name="1_Title and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2336800" y="198438"/>
            <a:ext cx="9448800" cy="487362"/>
          </a:xfrm>
        </p:spPr>
        <p:txBody>
          <a:bodyPr anchor="t">
            <a:normAutofit/>
          </a:bodyPr>
          <a:lstStyle>
            <a:lvl1pPr algn="r">
              <a:defRPr sz="2400" b="0" i="0" baseline="0">
                <a:solidFill>
                  <a:schemeClr val="bg1"/>
                </a:solidFill>
                <a:latin typeface="Segoe UI" pitchFamily="34" charset="0"/>
                <a:ea typeface="Roboto Lt" pitchFamily="2" charset="0"/>
                <a:cs typeface="Segoe UI" pitchFamily="34" charset="0"/>
              </a:defRPr>
            </a:lvl1pPr>
          </a:lstStyle>
          <a:p>
            <a:r>
              <a:rPr lang="en-US" dirty="0" err="1"/>
              <a:t>Tiêu</a:t>
            </a:r>
            <a:r>
              <a:rPr lang="en-US" dirty="0"/>
              <a:t> </a:t>
            </a:r>
            <a:r>
              <a:rPr lang="en-US" dirty="0" err="1"/>
              <a:t>đề</a:t>
            </a:r>
            <a:r>
              <a:rPr lang="en-US" dirty="0"/>
              <a:t> </a:t>
            </a:r>
            <a:r>
              <a:rPr lang="en-US" dirty="0" err="1"/>
              <a:t>Silde</a:t>
            </a:r>
            <a:endParaRPr lang="en-US" dirty="0"/>
          </a:p>
        </p:txBody>
      </p:sp>
      <p:sp>
        <p:nvSpPr>
          <p:cNvPr id="3" name="Content Placeholder 2"/>
          <p:cNvSpPr>
            <a:spLocks noGrp="1"/>
          </p:cNvSpPr>
          <p:nvPr>
            <p:ph idx="1" hasCustomPrompt="1"/>
          </p:nvPr>
        </p:nvSpPr>
        <p:spPr>
          <a:xfrm>
            <a:off x="1727200" y="1066800"/>
            <a:ext cx="10363200" cy="457200"/>
          </a:xfrm>
        </p:spPr>
        <p:txBody>
          <a:bodyPr>
            <a:normAutofit/>
          </a:bodyPr>
          <a:lstStyle>
            <a:lvl1pPr marL="0" indent="0">
              <a:buFontTx/>
              <a:buNone/>
              <a:defRPr sz="2400" b="1" baseline="0">
                <a:latin typeface="Segoe UI" pitchFamily="34" charset="0"/>
                <a:ea typeface="Roboto" pitchFamily="2" charset="0"/>
                <a:cs typeface="Segoe UI" pitchFamily="34" charset="0"/>
              </a:defRPr>
            </a:lvl1pPr>
            <a:lvl2pPr marL="457200" indent="0" algn="just">
              <a:buFontTx/>
              <a:buNone/>
              <a:defRPr sz="1600">
                <a:latin typeface="Roboto Lt" pitchFamily="2" charset="0"/>
                <a:ea typeface="Roboto Lt" pitchFamily="2" charset="0"/>
              </a:defRPr>
            </a:lvl2pPr>
            <a:lvl3pPr algn="just">
              <a:defRPr sz="1600">
                <a:latin typeface="Roboto Lt" pitchFamily="2" charset="0"/>
                <a:ea typeface="Roboto Lt" pitchFamily="2" charset="0"/>
              </a:defRPr>
            </a:lvl3pPr>
            <a:lvl4pPr marL="1600200" indent="-228600" algn="just">
              <a:buFont typeface="Courier New" pitchFamily="49" charset="0"/>
              <a:buChar char="o"/>
              <a:defRPr sz="1600">
                <a:latin typeface="Roboto Lt" pitchFamily="2" charset="0"/>
                <a:ea typeface="Roboto Lt" pitchFamily="2" charset="0"/>
              </a:defRPr>
            </a:lvl4pPr>
            <a:lvl5pPr algn="just">
              <a:defRPr sz="1600">
                <a:latin typeface="Roboto Lt" pitchFamily="2" charset="0"/>
                <a:ea typeface="Roboto Lt" pitchFamily="2" charset="0"/>
              </a:defRPr>
            </a:lvl5pPr>
          </a:lstStyle>
          <a:p>
            <a:pPr lvl="0"/>
            <a:r>
              <a:rPr lang="en-US" dirty="0" err="1"/>
              <a:t>Đề</a:t>
            </a:r>
            <a:r>
              <a:rPr lang="en-US" dirty="0"/>
              <a:t> </a:t>
            </a:r>
            <a:r>
              <a:rPr lang="en-US" dirty="0" err="1"/>
              <a:t>mục</a:t>
            </a:r>
            <a:r>
              <a:rPr lang="en-US" dirty="0"/>
              <a:t> </a:t>
            </a:r>
            <a:r>
              <a:rPr lang="en-US" dirty="0" err="1"/>
              <a:t>lớn</a:t>
            </a:r>
            <a:endParaRPr lang="en-US" dirty="0"/>
          </a:p>
        </p:txBody>
      </p:sp>
      <p:sp>
        <p:nvSpPr>
          <p:cNvPr id="7" name="Content Placeholder 2"/>
          <p:cNvSpPr>
            <a:spLocks noGrp="1"/>
          </p:cNvSpPr>
          <p:nvPr>
            <p:ph idx="13" hasCustomPrompt="1"/>
          </p:nvPr>
        </p:nvSpPr>
        <p:spPr>
          <a:xfrm>
            <a:off x="6604000" y="1828800"/>
            <a:ext cx="5384800" cy="2743200"/>
          </a:xfrm>
        </p:spPr>
        <p:txBody>
          <a:bodyPr>
            <a:normAutofit/>
          </a:bodyPr>
          <a:lstStyle>
            <a:lvl1pPr marL="0" indent="0">
              <a:buFontTx/>
              <a:buNone/>
              <a:defRPr sz="2400" b="0" baseline="0">
                <a:latin typeface="Segoe UI" pitchFamily="34" charset="0"/>
                <a:ea typeface="Roboto" pitchFamily="2" charset="0"/>
                <a:cs typeface="Segoe UI" pitchFamily="34" charset="0"/>
              </a:defRPr>
            </a:lvl1pPr>
            <a:lvl2pPr marL="457200" indent="0" algn="just">
              <a:buFontTx/>
              <a:buNone/>
              <a:defRPr sz="1600">
                <a:latin typeface="Roboto Lt" pitchFamily="2" charset="0"/>
                <a:ea typeface="Roboto Lt" pitchFamily="2" charset="0"/>
              </a:defRPr>
            </a:lvl2pPr>
            <a:lvl3pPr algn="just">
              <a:defRPr sz="1600">
                <a:latin typeface="Roboto Lt" pitchFamily="2" charset="0"/>
                <a:ea typeface="Roboto Lt" pitchFamily="2" charset="0"/>
              </a:defRPr>
            </a:lvl3pPr>
            <a:lvl4pPr marL="1600200" indent="-228600" algn="just">
              <a:buFont typeface="Courier New" pitchFamily="49" charset="0"/>
              <a:buChar char="o"/>
              <a:defRPr sz="1600">
                <a:latin typeface="Roboto Lt" pitchFamily="2" charset="0"/>
                <a:ea typeface="Roboto Lt" pitchFamily="2" charset="0"/>
              </a:defRPr>
            </a:lvl4pPr>
            <a:lvl5pPr algn="just">
              <a:defRPr sz="1600">
                <a:latin typeface="Roboto Lt" pitchFamily="2" charset="0"/>
                <a:ea typeface="Roboto Lt" pitchFamily="2" charset="0"/>
              </a:defRPr>
            </a:lvl5pPr>
          </a:lstStyle>
          <a:p>
            <a:r>
              <a:rPr lang="en-US" dirty="0" err="1"/>
              <a:t>Nội</a:t>
            </a:r>
            <a:r>
              <a:rPr lang="en-US" dirty="0"/>
              <a:t> dung </a:t>
            </a:r>
            <a:r>
              <a:rPr lang="en-US" dirty="0" err="1"/>
              <a:t>cần</a:t>
            </a:r>
            <a:r>
              <a:rPr lang="en-US" dirty="0"/>
              <a:t> </a:t>
            </a:r>
            <a:r>
              <a:rPr lang="en-US" dirty="0" err="1"/>
              <a:t>viết</a:t>
            </a:r>
            <a:r>
              <a:rPr lang="en-US" dirty="0"/>
              <a:t> …….</a:t>
            </a:r>
          </a:p>
          <a:p>
            <a:r>
              <a:rPr lang="en-US" dirty="0"/>
              <a:t>960, abstract, background, banner, bar, box, business, button, circle, clean,</a:t>
            </a:r>
          </a:p>
          <a:p>
            <a:r>
              <a:rPr lang="en-US" b="1" dirty="0" err="1"/>
              <a:t>Nôi</a:t>
            </a:r>
            <a:r>
              <a:rPr lang="en-US" b="1" dirty="0"/>
              <a:t> dung </a:t>
            </a:r>
            <a:r>
              <a:rPr lang="en-US" b="1" dirty="0" err="1"/>
              <a:t>cần</a:t>
            </a:r>
            <a:r>
              <a:rPr lang="en-US" b="1" dirty="0"/>
              <a:t> </a:t>
            </a:r>
            <a:r>
              <a:rPr lang="en-US" b="1" dirty="0" err="1"/>
              <a:t>nhấn</a:t>
            </a:r>
            <a:r>
              <a:rPr lang="en-US" b="1" dirty="0"/>
              <a:t> </a:t>
            </a:r>
            <a:r>
              <a:rPr lang="en-US" b="1" dirty="0" err="1"/>
              <a:t>mạnh</a:t>
            </a:r>
            <a:endParaRPr lang="en-US" dirty="0"/>
          </a:p>
        </p:txBody>
      </p:sp>
      <p:sp>
        <p:nvSpPr>
          <p:cNvPr id="11" name="Slide Number Placeholder 10"/>
          <p:cNvSpPr>
            <a:spLocks noGrp="1"/>
          </p:cNvSpPr>
          <p:nvPr>
            <p:ph type="sldNum" sz="quarter" idx="14"/>
          </p:nvPr>
        </p:nvSpPr>
        <p:spPr>
          <a:xfrm>
            <a:off x="-1828800" y="6172201"/>
            <a:ext cx="2844800" cy="365125"/>
          </a:xfrm>
          <a:prstGeom prst="rect">
            <a:avLst/>
          </a:prstGeom>
        </p:spPr>
        <p:txBody>
          <a:bodyPr/>
          <a:lstStyle>
            <a:lvl1pPr algn="r">
              <a:defRPr>
                <a:solidFill>
                  <a:schemeClr val="bg1"/>
                </a:solidFill>
                <a:latin typeface="Segoe UI" pitchFamily="34" charset="0"/>
                <a:ea typeface="Segoe UI" pitchFamily="34" charset="0"/>
                <a:cs typeface="Segoe UI" pitchFamily="34" charset="0"/>
              </a:defRPr>
            </a:lvl1pPr>
          </a:lstStyle>
          <a:p>
            <a:fld id="{C9454D8F-10CC-4917-9EE3-EC45D591F45E}" type="slidenum">
              <a:rPr lang="en-US" smtClean="0"/>
              <a:pPr/>
              <a:t>‹#›</a:t>
            </a:fld>
            <a:endParaRPr lang="en-US"/>
          </a:p>
        </p:txBody>
      </p:sp>
    </p:spTree>
    <p:extLst>
      <p:ext uri="{BB962C8B-B14F-4D97-AF65-F5344CB8AC3E}">
        <p14:creationId xmlns:p14="http://schemas.microsoft.com/office/powerpoint/2010/main" val="1827801332"/>
      </p:ext>
    </p:extLst>
  </p:cSld>
  <p:clrMapOvr>
    <a:masterClrMapping/>
  </p:clrMapOvr>
</p:sldLayout>
</file>

<file path=ppt/slideLayouts/slideLayout82.xml><?xml version="1.0" encoding="utf-8"?>
<p:sldLayout xmlns:a="http://schemas.openxmlformats.org/drawingml/2006/main" xmlns:r="http://schemas.openxmlformats.org/officeDocument/2006/relationships" xmlns:p="http://schemas.openxmlformats.org/presentationml/2006/main" preserve="1" userDrawn="1">
  <p:cSld name="3_Title and Content">
    <p:spTree>
      <p:nvGrpSpPr>
        <p:cNvPr id="1" name=""/>
        <p:cNvGrpSpPr/>
        <p:nvPr/>
      </p:nvGrpSpPr>
      <p:grpSpPr>
        <a:xfrm>
          <a:off x="0" y="0"/>
          <a:ext cx="0" cy="0"/>
          <a:chOff x="0" y="0"/>
          <a:chExt cx="0" cy="0"/>
        </a:xfrm>
      </p:grpSpPr>
      <p:sp>
        <p:nvSpPr>
          <p:cNvPr id="7" name="Title Placeholder 1"/>
          <p:cNvSpPr>
            <a:spLocks noGrp="1"/>
          </p:cNvSpPr>
          <p:nvPr>
            <p:ph type="title"/>
          </p:nvPr>
        </p:nvSpPr>
        <p:spPr>
          <a:xfrm>
            <a:off x="2946400" y="274638"/>
            <a:ext cx="8636000" cy="563562"/>
          </a:xfrm>
          <a:prstGeom prst="rect">
            <a:avLst/>
          </a:prstGeom>
        </p:spPr>
        <p:txBody>
          <a:bodyPr vert="horz" lIns="91440" tIns="45720" rIns="91440" bIns="45720" rtlCol="0" anchor="ctr">
            <a:noAutofit/>
          </a:bodyPr>
          <a:lstStyle/>
          <a:p>
            <a:r>
              <a:rPr lang="en-US" dirty="0"/>
              <a:t>Click to edit Master title style</a:t>
            </a:r>
          </a:p>
        </p:txBody>
      </p:sp>
      <p:sp>
        <p:nvSpPr>
          <p:cNvPr id="8" name="Text Placeholder 2"/>
          <p:cNvSpPr>
            <a:spLocks noGrp="1"/>
          </p:cNvSpPr>
          <p:nvPr>
            <p:ph idx="1"/>
          </p:nvPr>
        </p:nvSpPr>
        <p:spPr>
          <a:xfrm>
            <a:off x="609600" y="990600"/>
            <a:ext cx="10972800" cy="5562600"/>
          </a:xfrm>
          <a:prstGeom prst="rect">
            <a:avLst/>
          </a:prstGeom>
        </p:spPr>
        <p:txBody>
          <a:bodyPr vert="horz" lIns="91440" tIns="45720" rIns="91440" bIns="45720" rtlCol="0">
            <a:normAutofit/>
          </a:bodyPr>
          <a:lstStyle/>
          <a:p>
            <a:pPr lvl="0"/>
            <a:r>
              <a:rPr lang="en-US" dirty="0"/>
              <a:t> Click to edit Master text styles</a:t>
            </a:r>
          </a:p>
          <a:p>
            <a:pPr lvl="1"/>
            <a:r>
              <a:rPr lang="en-US" dirty="0"/>
              <a:t> Second level</a:t>
            </a:r>
          </a:p>
          <a:p>
            <a:pPr lvl="2"/>
            <a:r>
              <a:rPr lang="en-US" dirty="0"/>
              <a:t> Third level</a:t>
            </a:r>
          </a:p>
          <a:p>
            <a:pPr lvl="3"/>
            <a:r>
              <a:rPr lang="en-US" dirty="0"/>
              <a:t>Fourth level</a:t>
            </a:r>
          </a:p>
          <a:p>
            <a:pPr lvl="4"/>
            <a:r>
              <a:rPr lang="en-US" dirty="0"/>
              <a:t>Fifth level</a:t>
            </a:r>
          </a:p>
        </p:txBody>
      </p:sp>
      <p:pic>
        <p:nvPicPr>
          <p:cNvPr id="9" name="Picture 8"/>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11200" y="228601"/>
            <a:ext cx="2133600" cy="484909"/>
          </a:xfrm>
          <a:prstGeom prst="rect">
            <a:avLst/>
          </a:prstGeom>
        </p:spPr>
      </p:pic>
    </p:spTree>
    <p:extLst>
      <p:ext uri="{BB962C8B-B14F-4D97-AF65-F5344CB8AC3E}">
        <p14:creationId xmlns:p14="http://schemas.microsoft.com/office/powerpoint/2010/main" val="291270301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13" Type="http://schemas.openxmlformats.org/officeDocument/2006/relationships/slideLayout" Target="../slideLayouts/slideLayout24.xml"/><Relationship Id="rId18" Type="http://schemas.openxmlformats.org/officeDocument/2006/relationships/slideLayout" Target="../slideLayouts/slideLayout29.xml"/><Relationship Id="rId26" Type="http://schemas.openxmlformats.org/officeDocument/2006/relationships/slideLayout" Target="../slideLayouts/slideLayout37.xml"/><Relationship Id="rId39" Type="http://schemas.openxmlformats.org/officeDocument/2006/relationships/slideLayout" Target="../slideLayouts/slideLayout50.xml"/><Relationship Id="rId21" Type="http://schemas.openxmlformats.org/officeDocument/2006/relationships/slideLayout" Target="../slideLayouts/slideLayout32.xml"/><Relationship Id="rId34" Type="http://schemas.openxmlformats.org/officeDocument/2006/relationships/slideLayout" Target="../slideLayouts/slideLayout45.xml"/><Relationship Id="rId42" Type="http://schemas.openxmlformats.org/officeDocument/2006/relationships/slideLayout" Target="../slideLayouts/slideLayout53.xml"/><Relationship Id="rId47" Type="http://schemas.openxmlformats.org/officeDocument/2006/relationships/slideLayout" Target="../slideLayouts/slideLayout58.xml"/><Relationship Id="rId50" Type="http://schemas.openxmlformats.org/officeDocument/2006/relationships/slideLayout" Target="../slideLayouts/slideLayout61.xml"/><Relationship Id="rId55" Type="http://schemas.openxmlformats.org/officeDocument/2006/relationships/slideLayout" Target="../slideLayouts/slideLayout66.xml"/><Relationship Id="rId7" Type="http://schemas.openxmlformats.org/officeDocument/2006/relationships/slideLayout" Target="../slideLayouts/slideLayout18.xml"/><Relationship Id="rId2" Type="http://schemas.openxmlformats.org/officeDocument/2006/relationships/slideLayout" Target="../slideLayouts/slideLayout13.xml"/><Relationship Id="rId16" Type="http://schemas.openxmlformats.org/officeDocument/2006/relationships/slideLayout" Target="../slideLayouts/slideLayout27.xml"/><Relationship Id="rId29" Type="http://schemas.openxmlformats.org/officeDocument/2006/relationships/slideLayout" Target="../slideLayouts/slideLayout40.xml"/><Relationship Id="rId11" Type="http://schemas.openxmlformats.org/officeDocument/2006/relationships/slideLayout" Target="../slideLayouts/slideLayout22.xml"/><Relationship Id="rId24" Type="http://schemas.openxmlformats.org/officeDocument/2006/relationships/slideLayout" Target="../slideLayouts/slideLayout35.xml"/><Relationship Id="rId32" Type="http://schemas.openxmlformats.org/officeDocument/2006/relationships/slideLayout" Target="../slideLayouts/slideLayout43.xml"/><Relationship Id="rId37" Type="http://schemas.openxmlformats.org/officeDocument/2006/relationships/slideLayout" Target="../slideLayouts/slideLayout48.xml"/><Relationship Id="rId40" Type="http://schemas.openxmlformats.org/officeDocument/2006/relationships/slideLayout" Target="../slideLayouts/slideLayout51.xml"/><Relationship Id="rId45" Type="http://schemas.openxmlformats.org/officeDocument/2006/relationships/slideLayout" Target="../slideLayouts/slideLayout56.xml"/><Relationship Id="rId53" Type="http://schemas.openxmlformats.org/officeDocument/2006/relationships/slideLayout" Target="../slideLayouts/slideLayout64.xml"/><Relationship Id="rId5" Type="http://schemas.openxmlformats.org/officeDocument/2006/relationships/slideLayout" Target="../slideLayouts/slideLayout16.xml"/><Relationship Id="rId19" Type="http://schemas.openxmlformats.org/officeDocument/2006/relationships/slideLayout" Target="../slideLayouts/slideLayout30.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slideLayout" Target="../slideLayouts/slideLayout25.xml"/><Relationship Id="rId22" Type="http://schemas.openxmlformats.org/officeDocument/2006/relationships/slideLayout" Target="../slideLayouts/slideLayout33.xml"/><Relationship Id="rId27" Type="http://schemas.openxmlformats.org/officeDocument/2006/relationships/slideLayout" Target="../slideLayouts/slideLayout38.xml"/><Relationship Id="rId30" Type="http://schemas.openxmlformats.org/officeDocument/2006/relationships/slideLayout" Target="../slideLayouts/slideLayout41.xml"/><Relationship Id="rId35" Type="http://schemas.openxmlformats.org/officeDocument/2006/relationships/slideLayout" Target="../slideLayouts/slideLayout46.xml"/><Relationship Id="rId43" Type="http://schemas.openxmlformats.org/officeDocument/2006/relationships/slideLayout" Target="../slideLayouts/slideLayout54.xml"/><Relationship Id="rId48" Type="http://schemas.openxmlformats.org/officeDocument/2006/relationships/slideLayout" Target="../slideLayouts/slideLayout59.xml"/><Relationship Id="rId56" Type="http://schemas.openxmlformats.org/officeDocument/2006/relationships/slideLayout" Target="../slideLayouts/slideLayout67.xml"/><Relationship Id="rId8" Type="http://schemas.openxmlformats.org/officeDocument/2006/relationships/slideLayout" Target="../slideLayouts/slideLayout19.xml"/><Relationship Id="rId51" Type="http://schemas.openxmlformats.org/officeDocument/2006/relationships/slideLayout" Target="../slideLayouts/slideLayout62.xml"/><Relationship Id="rId3" Type="http://schemas.openxmlformats.org/officeDocument/2006/relationships/slideLayout" Target="../slideLayouts/slideLayout14.xml"/><Relationship Id="rId12" Type="http://schemas.openxmlformats.org/officeDocument/2006/relationships/slideLayout" Target="../slideLayouts/slideLayout23.xml"/><Relationship Id="rId17" Type="http://schemas.openxmlformats.org/officeDocument/2006/relationships/slideLayout" Target="../slideLayouts/slideLayout28.xml"/><Relationship Id="rId25" Type="http://schemas.openxmlformats.org/officeDocument/2006/relationships/slideLayout" Target="../slideLayouts/slideLayout36.xml"/><Relationship Id="rId33" Type="http://schemas.openxmlformats.org/officeDocument/2006/relationships/slideLayout" Target="../slideLayouts/slideLayout44.xml"/><Relationship Id="rId38" Type="http://schemas.openxmlformats.org/officeDocument/2006/relationships/slideLayout" Target="../slideLayouts/slideLayout49.xml"/><Relationship Id="rId46" Type="http://schemas.openxmlformats.org/officeDocument/2006/relationships/slideLayout" Target="../slideLayouts/slideLayout57.xml"/><Relationship Id="rId20" Type="http://schemas.openxmlformats.org/officeDocument/2006/relationships/slideLayout" Target="../slideLayouts/slideLayout31.xml"/><Relationship Id="rId41" Type="http://schemas.openxmlformats.org/officeDocument/2006/relationships/slideLayout" Target="../slideLayouts/slideLayout52.xml"/><Relationship Id="rId54" Type="http://schemas.openxmlformats.org/officeDocument/2006/relationships/slideLayout" Target="../slideLayouts/slideLayout65.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5" Type="http://schemas.openxmlformats.org/officeDocument/2006/relationships/slideLayout" Target="../slideLayouts/slideLayout26.xml"/><Relationship Id="rId23" Type="http://schemas.openxmlformats.org/officeDocument/2006/relationships/slideLayout" Target="../slideLayouts/slideLayout34.xml"/><Relationship Id="rId28" Type="http://schemas.openxmlformats.org/officeDocument/2006/relationships/slideLayout" Target="../slideLayouts/slideLayout39.xml"/><Relationship Id="rId36" Type="http://schemas.openxmlformats.org/officeDocument/2006/relationships/slideLayout" Target="../slideLayouts/slideLayout47.xml"/><Relationship Id="rId49" Type="http://schemas.openxmlformats.org/officeDocument/2006/relationships/slideLayout" Target="../slideLayouts/slideLayout60.xml"/><Relationship Id="rId57" Type="http://schemas.openxmlformats.org/officeDocument/2006/relationships/theme" Target="../theme/theme2.xml"/><Relationship Id="rId10" Type="http://schemas.openxmlformats.org/officeDocument/2006/relationships/slideLayout" Target="../slideLayouts/slideLayout21.xml"/><Relationship Id="rId31" Type="http://schemas.openxmlformats.org/officeDocument/2006/relationships/slideLayout" Target="../slideLayouts/slideLayout42.xml"/><Relationship Id="rId44" Type="http://schemas.openxmlformats.org/officeDocument/2006/relationships/slideLayout" Target="../slideLayouts/slideLayout55.xml"/><Relationship Id="rId52" Type="http://schemas.openxmlformats.org/officeDocument/2006/relationships/slideLayout" Target="../slideLayouts/slideLayout63.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75.xml"/><Relationship Id="rId13" Type="http://schemas.openxmlformats.org/officeDocument/2006/relationships/slideLayout" Target="../slideLayouts/slideLayout80.xml"/><Relationship Id="rId3" Type="http://schemas.openxmlformats.org/officeDocument/2006/relationships/slideLayout" Target="../slideLayouts/slideLayout70.xml"/><Relationship Id="rId7" Type="http://schemas.openxmlformats.org/officeDocument/2006/relationships/slideLayout" Target="../slideLayouts/slideLayout74.xml"/><Relationship Id="rId12" Type="http://schemas.openxmlformats.org/officeDocument/2006/relationships/slideLayout" Target="../slideLayouts/slideLayout79.xml"/><Relationship Id="rId2" Type="http://schemas.openxmlformats.org/officeDocument/2006/relationships/slideLayout" Target="../slideLayouts/slideLayout69.xml"/><Relationship Id="rId16" Type="http://schemas.openxmlformats.org/officeDocument/2006/relationships/theme" Target="../theme/theme3.xml"/><Relationship Id="rId1" Type="http://schemas.openxmlformats.org/officeDocument/2006/relationships/slideLayout" Target="../slideLayouts/slideLayout68.xml"/><Relationship Id="rId6" Type="http://schemas.openxmlformats.org/officeDocument/2006/relationships/slideLayout" Target="../slideLayouts/slideLayout73.xml"/><Relationship Id="rId11" Type="http://schemas.openxmlformats.org/officeDocument/2006/relationships/slideLayout" Target="../slideLayouts/slideLayout78.xml"/><Relationship Id="rId5" Type="http://schemas.openxmlformats.org/officeDocument/2006/relationships/slideLayout" Target="../slideLayouts/slideLayout72.xml"/><Relationship Id="rId15" Type="http://schemas.openxmlformats.org/officeDocument/2006/relationships/slideLayout" Target="../slideLayouts/slideLayout82.xml"/><Relationship Id="rId10" Type="http://schemas.openxmlformats.org/officeDocument/2006/relationships/slideLayout" Target="../slideLayouts/slideLayout77.xml"/><Relationship Id="rId4" Type="http://schemas.openxmlformats.org/officeDocument/2006/relationships/slideLayout" Target="../slideLayouts/slideLayout71.xml"/><Relationship Id="rId9" Type="http://schemas.openxmlformats.org/officeDocument/2006/relationships/slideLayout" Target="../slideLayouts/slideLayout76.xml"/><Relationship Id="rId14" Type="http://schemas.openxmlformats.org/officeDocument/2006/relationships/slideLayout" Target="../slideLayouts/slideLayout8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CDF40E0-E6EB-4A06-A23A-FAEAF1FE809C}" type="datetimeFigureOut">
              <a:rPr lang="en-US" smtClean="0"/>
              <a:t>3/8/2025</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A4E73CF-C580-4B9B-819E-F0AF56E99B06}" type="slidenum">
              <a:rPr lang="en-US" smtClean="0"/>
              <a:t>‹#›</a:t>
            </a:fld>
            <a:endParaRPr lang="en-US"/>
          </a:p>
        </p:txBody>
      </p:sp>
    </p:spTree>
    <p:extLst>
      <p:ext uri="{BB962C8B-B14F-4D97-AF65-F5344CB8AC3E}">
        <p14:creationId xmlns:p14="http://schemas.microsoft.com/office/powerpoint/2010/main" val="323338688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48640" y="548640"/>
            <a:ext cx="11106150" cy="1499616"/>
          </a:xfrm>
          <a:prstGeom prst="rect">
            <a:avLst/>
          </a:prstGeom>
        </p:spPr>
        <p:txBody>
          <a:bodyPr vert="horz" lIns="91440" tIns="45720" rIns="91440" bIns="45720" rtlCol="0" anchor="ctr">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548640" y="2103120"/>
            <a:ext cx="11106150" cy="4221480"/>
          </a:xfrm>
          <a:prstGeom prst="rect">
            <a:avLst/>
          </a:prstGeom>
        </p:spPr>
        <p:txBody>
          <a:bodyPr vert="horz" lIns="45720" tIns="45720" rIns="4572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1153959441"/>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 id="2147483681" r:id="rId21"/>
    <p:sldLayoutId id="2147483682" r:id="rId22"/>
    <p:sldLayoutId id="2147483683" r:id="rId23"/>
    <p:sldLayoutId id="2147483684" r:id="rId24"/>
    <p:sldLayoutId id="2147483685" r:id="rId25"/>
    <p:sldLayoutId id="2147483686" r:id="rId26"/>
    <p:sldLayoutId id="2147483687" r:id="rId27"/>
    <p:sldLayoutId id="2147483688" r:id="rId28"/>
    <p:sldLayoutId id="2147483689" r:id="rId29"/>
    <p:sldLayoutId id="2147483690" r:id="rId30"/>
    <p:sldLayoutId id="2147483691" r:id="rId31"/>
    <p:sldLayoutId id="2147483692" r:id="rId32"/>
    <p:sldLayoutId id="2147483693" r:id="rId33"/>
    <p:sldLayoutId id="2147483694" r:id="rId34"/>
    <p:sldLayoutId id="2147483695" r:id="rId35"/>
    <p:sldLayoutId id="2147483696" r:id="rId36"/>
    <p:sldLayoutId id="2147483697" r:id="rId37"/>
    <p:sldLayoutId id="2147483698" r:id="rId38"/>
    <p:sldLayoutId id="2147483699" r:id="rId39"/>
    <p:sldLayoutId id="2147483700" r:id="rId40"/>
    <p:sldLayoutId id="2147483701" r:id="rId41"/>
    <p:sldLayoutId id="2147483702" r:id="rId42"/>
    <p:sldLayoutId id="2147483703" r:id="rId43"/>
    <p:sldLayoutId id="2147483704" r:id="rId44"/>
    <p:sldLayoutId id="2147483705" r:id="rId45"/>
    <p:sldLayoutId id="2147483706" r:id="rId46"/>
    <p:sldLayoutId id="2147483707" r:id="rId47"/>
    <p:sldLayoutId id="2147483708" r:id="rId48"/>
    <p:sldLayoutId id="2147483709" r:id="rId49"/>
    <p:sldLayoutId id="2147483710" r:id="rId50"/>
    <p:sldLayoutId id="2147483711" r:id="rId51"/>
    <p:sldLayoutId id="2147483712" r:id="rId52"/>
    <p:sldLayoutId id="2147483713" r:id="rId53"/>
    <p:sldLayoutId id="2147483714" r:id="rId54"/>
    <p:sldLayoutId id="2147483715" r:id="rId55"/>
    <p:sldLayoutId id="2147483716" r:id="rId56"/>
  </p:sldLayoutIdLst>
  <p:hf hdr="0" ftr="0" dt="0"/>
  <p:txStyles>
    <p:titleStyle>
      <a:lvl1pPr algn="l" defTabSz="914400" rtl="0" eaLnBrk="1" latinLnBrk="0" hangingPunct="1">
        <a:lnSpc>
          <a:spcPct val="90000"/>
        </a:lnSpc>
        <a:spcBef>
          <a:spcPct val="0"/>
        </a:spcBef>
        <a:buNone/>
        <a:defRPr sz="4200" kern="1200" cap="all" spc="100" baseline="0">
          <a:solidFill>
            <a:schemeClr val="tx1">
              <a:lumMod val="95000"/>
              <a:lumOff val="5000"/>
            </a:schemeClr>
          </a:solidFill>
          <a:latin typeface="+mj-lt"/>
          <a:ea typeface="+mj-ea"/>
          <a:cs typeface="+mj-cs"/>
        </a:defRPr>
      </a:lvl1pPr>
    </p:titleStyle>
    <p:bodyStyle>
      <a:lvl1pPr marL="228600" indent="-228600" algn="l" defTabSz="914400" rtl="0" eaLnBrk="1" latinLnBrk="0" hangingPunct="1">
        <a:lnSpc>
          <a:spcPct val="90000"/>
        </a:lnSpc>
        <a:spcBef>
          <a:spcPts val="1200"/>
        </a:spcBef>
        <a:spcAft>
          <a:spcPts val="200"/>
        </a:spcAft>
        <a:buClr>
          <a:schemeClr val="accent1"/>
        </a:buClr>
        <a:buSzPct val="100000"/>
        <a:buFont typeface="Arial" panose="020B0604020202020204" pitchFamily="34" charset="0"/>
        <a:buChar char="•"/>
        <a:defRPr sz="2000" kern="1200">
          <a:solidFill>
            <a:schemeClr val="tx1"/>
          </a:solidFill>
          <a:latin typeface="+mn-lt"/>
          <a:ea typeface="+mn-ea"/>
          <a:cs typeface="+mn-cs"/>
        </a:defRPr>
      </a:lvl1pPr>
      <a:lvl2pPr marL="457200" indent="-228600" algn="l" defTabSz="914400" rtl="0" eaLnBrk="1" latinLnBrk="0" hangingPunct="1">
        <a:lnSpc>
          <a:spcPct val="90000"/>
        </a:lnSpc>
        <a:spcBef>
          <a:spcPts val="200"/>
        </a:spcBef>
        <a:spcAft>
          <a:spcPts val="400"/>
        </a:spcAft>
        <a:buClr>
          <a:schemeClr val="accent1"/>
        </a:buClr>
        <a:buFont typeface="Arial" panose="020B0604020202020204" pitchFamily="34" charset="0"/>
        <a:buChar char="•"/>
        <a:defRPr sz="1800" kern="1200">
          <a:solidFill>
            <a:schemeClr val="tx1"/>
          </a:solidFill>
          <a:latin typeface="+mn-lt"/>
          <a:ea typeface="+mn-ea"/>
          <a:cs typeface="+mn-cs"/>
        </a:defRPr>
      </a:lvl2pPr>
      <a:lvl3pPr marL="685800" indent="-228600" algn="l" defTabSz="914400" rtl="0" eaLnBrk="1" latinLnBrk="0" hangingPunct="1">
        <a:lnSpc>
          <a:spcPct val="90000"/>
        </a:lnSpc>
        <a:spcBef>
          <a:spcPts val="200"/>
        </a:spcBef>
        <a:spcAft>
          <a:spcPts val="400"/>
        </a:spcAft>
        <a:buClr>
          <a:schemeClr val="accent1"/>
        </a:buClr>
        <a:buFont typeface="Arial" panose="020B0604020202020204" pitchFamily="34" charset="0"/>
        <a:buChar char="•"/>
        <a:defRPr sz="1600" kern="1200">
          <a:solidFill>
            <a:schemeClr val="tx1"/>
          </a:solidFill>
          <a:latin typeface="+mn-lt"/>
          <a:ea typeface="+mn-ea"/>
          <a:cs typeface="+mn-cs"/>
        </a:defRPr>
      </a:lvl3pPr>
      <a:lvl4pPr marL="914400" indent="-228600" algn="l" defTabSz="914400" rtl="0" eaLnBrk="1" latinLnBrk="0" hangingPunct="1">
        <a:lnSpc>
          <a:spcPct val="90000"/>
        </a:lnSpc>
        <a:spcBef>
          <a:spcPts val="200"/>
        </a:spcBef>
        <a:spcAft>
          <a:spcPts val="400"/>
        </a:spcAft>
        <a:buClr>
          <a:schemeClr val="accent1"/>
        </a:buClr>
        <a:buFont typeface="Arial" panose="020B0604020202020204" pitchFamily="34" charset="0"/>
        <a:buChar char="•"/>
        <a:defRPr sz="1400" kern="1200">
          <a:solidFill>
            <a:schemeClr val="tx1"/>
          </a:solidFill>
          <a:latin typeface="+mn-lt"/>
          <a:ea typeface="+mn-ea"/>
          <a:cs typeface="+mn-cs"/>
        </a:defRPr>
      </a:lvl4pPr>
      <a:lvl5pPr marL="1143000" indent="-228600" algn="l" defTabSz="914400" rtl="0" eaLnBrk="1" latinLnBrk="0" hangingPunct="1">
        <a:lnSpc>
          <a:spcPct val="90000"/>
        </a:lnSpc>
        <a:spcBef>
          <a:spcPts val="200"/>
        </a:spcBef>
        <a:spcAft>
          <a:spcPts val="400"/>
        </a:spcAft>
        <a:buClr>
          <a:schemeClr val="accent1"/>
        </a:buClr>
        <a:buFont typeface="Arial" panose="020B0604020202020204" pitchFamily="34" charset="0"/>
        <a:buChar char="•"/>
        <a:defRPr sz="1400" kern="1200">
          <a:solidFill>
            <a:schemeClr val="tx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guide id="3" pos="336">
          <p15:clr>
            <a:srgbClr val="F26B43"/>
          </p15:clr>
        </p15:guide>
        <p15:guide id="4" orient="horz" pos="336">
          <p15:clr>
            <a:srgbClr val="F26B43"/>
          </p15:clr>
        </p15:guide>
        <p15:guide id="5" pos="7344">
          <p15:clr>
            <a:srgbClr val="F26B43"/>
          </p15:clr>
        </p15:guide>
        <p15:guide id="6" orient="horz" pos="3984">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274638"/>
            <a:ext cx="109728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609600" y="1600201"/>
            <a:ext cx="109728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6DC4897-F721-4489-83C3-CD2672282672}" type="datetime1">
              <a:rPr lang="en-US" smtClean="0"/>
              <a:t>3/8/2025</a:t>
            </a:fld>
            <a:endParaRPr lang="en-US"/>
          </a:p>
        </p:txBody>
      </p:sp>
      <p:sp>
        <p:nvSpPr>
          <p:cNvPr id="5" name="Footer Placeholder 4"/>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vi-VN"/>
              <a:t>Lập trình C#3</a:t>
            </a:r>
            <a:endParaRPr lang="en-US"/>
          </a:p>
        </p:txBody>
      </p:sp>
      <p:sp>
        <p:nvSpPr>
          <p:cNvPr id="6" name="Slide Number Placeholder 5"/>
          <p:cNvSpPr>
            <a:spLocks noGrp="1"/>
          </p:cNvSpPr>
          <p:nvPr>
            <p:ph type="sldNum" sz="quarter" idx="4"/>
          </p:nvPr>
        </p:nvSpPr>
        <p:spPr>
          <a:xfrm>
            <a:off x="8737600" y="6356351"/>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AACEE26-D979-411F-B229-D9F26BAEDF07}" type="slidenum">
              <a:rPr lang="en-US" smtClean="0"/>
              <a:t>‹#›</a:t>
            </a:fld>
            <a:endParaRPr lang="en-US"/>
          </a:p>
        </p:txBody>
      </p:sp>
    </p:spTree>
    <p:extLst>
      <p:ext uri="{BB962C8B-B14F-4D97-AF65-F5344CB8AC3E}">
        <p14:creationId xmlns:p14="http://schemas.microsoft.com/office/powerpoint/2010/main" val="753548654"/>
      </p:ext>
    </p:extLst>
  </p:cSld>
  <p:clrMap bg1="lt1" tx1="dk1" bg2="lt2" tx2="dk2" accent1="accent1" accent2="accent2" accent3="accent3" accent4="accent4" accent5="accent5" accent6="accent6" hlink="hlink" folHlink="folHlink"/>
  <p:sldLayoutIdLst>
    <p:sldLayoutId id="2147483718" r:id="rId1"/>
    <p:sldLayoutId id="2147483719" r:id="rId2"/>
    <p:sldLayoutId id="2147483720" r:id="rId3"/>
    <p:sldLayoutId id="2147483721" r:id="rId4"/>
    <p:sldLayoutId id="2147483722" r:id="rId5"/>
    <p:sldLayoutId id="2147483723" r:id="rId6"/>
    <p:sldLayoutId id="2147483724" r:id="rId7"/>
    <p:sldLayoutId id="2147483725" r:id="rId8"/>
    <p:sldLayoutId id="2147483726" r:id="rId9"/>
    <p:sldLayoutId id="2147483727" r:id="rId10"/>
    <p:sldLayoutId id="2147483728" r:id="rId11"/>
    <p:sldLayoutId id="2147483729" r:id="rId12"/>
    <p:sldLayoutId id="2147483730" r:id="rId13"/>
    <p:sldLayoutId id="2147483731" r:id="rId14"/>
    <p:sldLayoutId id="2147483732" r:id="rId15"/>
  </p:sldLayoutIdLst>
  <p:hf hd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notesSlide" Target="../notesSlides/notesSlide1.xml"/><Relationship Id="rId1" Type="http://schemas.openxmlformats.org/officeDocument/2006/relationships/slideLayout" Target="../slideLayouts/slideLayout15.xml"/><Relationship Id="rId4" Type="http://schemas.openxmlformats.org/officeDocument/2006/relationships/image" Target="../media/image10.png"/></Relationships>
</file>

<file path=ppt/slides/_rels/slide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10.png"/><Relationship Id="rId1" Type="http://schemas.openxmlformats.org/officeDocument/2006/relationships/slideLayout" Target="../slideLayouts/slideLayout2.xml"/><Relationship Id="rId4" Type="http://schemas.openxmlformats.org/officeDocument/2006/relationships/image" Target="../media/image22.png"/></Relationships>
</file>

<file path=ppt/slides/_rels/slide17.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10.png"/><Relationship Id="rId1" Type="http://schemas.openxmlformats.org/officeDocument/2006/relationships/slideLayout" Target="../slideLayouts/slideLayout2.xml"/><Relationship Id="rId4" Type="http://schemas.openxmlformats.org/officeDocument/2006/relationships/image" Target="../media/image26.png"/></Relationships>
</file>

<file path=ppt/slides/_rels/slide21.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55.xml"/></Relationships>
</file>

<file path=ppt/slides/_rels/slide2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10.png"/><Relationship Id="rId1" Type="http://schemas.openxmlformats.org/officeDocument/2006/relationships/slideLayout" Target="../slideLayouts/slideLayout2.xml"/><Relationship Id="rId4" Type="http://schemas.openxmlformats.org/officeDocument/2006/relationships/image" Target="../media/image29.png"/></Relationships>
</file>

<file path=ppt/slides/_rels/slide25.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10.png"/><Relationship Id="rId1" Type="http://schemas.openxmlformats.org/officeDocument/2006/relationships/slideLayout" Target="../slideLayouts/slideLayout2.xml"/><Relationship Id="rId4" Type="http://schemas.openxmlformats.org/officeDocument/2006/relationships/image" Target="../media/image35.png"/></Relationships>
</file>

<file path=ppt/slides/_rels/slide31.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10.png"/><Relationship Id="rId1" Type="http://schemas.openxmlformats.org/officeDocument/2006/relationships/slideLayout" Target="../slideLayouts/slideLayout2.xml"/><Relationship Id="rId4" Type="http://schemas.openxmlformats.org/officeDocument/2006/relationships/image" Target="../media/image40.png"/></Relationships>
</file>

<file path=ppt/slides/_rels/slide35.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55.xml"/></Relationships>
</file>

<file path=ppt/slides/_rels/slide3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5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Placeholder 4">
            <a:extLst>
              <a:ext uri="{FF2B5EF4-FFF2-40B4-BE49-F238E27FC236}">
                <a16:creationId xmlns:a16="http://schemas.microsoft.com/office/drawing/2014/main" id="{09890287-4DB6-4C87-AEAF-17E9594F401B}"/>
              </a:ext>
              <a:ext uri="{C183D7F6-B498-43B3-948B-1728B52AA6E4}">
                <adec:decorative xmlns="" xmlns:adec="http://schemas.microsoft.com/office/drawing/2017/decorative" val="1"/>
              </a:ext>
            </a:extLst>
          </p:cNvPr>
          <p:cNvPicPr>
            <a:picLocks noGrp="1" noChangeAspect="1"/>
          </p:cNvPicPr>
          <p:nvPr>
            <p:ph type="pic" sz="quarter" idx="11"/>
          </p:nvPr>
        </p:nvPicPr>
        <p:blipFill>
          <a:blip r:embed="rId3"/>
          <a:srcRect t="7813" b="7813"/>
          <a:stretch>
            <a:fillRect/>
          </a:stretch>
        </p:blipFill>
        <p:spPr/>
      </p:pic>
      <p:sp>
        <p:nvSpPr>
          <p:cNvPr id="285" name="Text Placeholder 284">
            <a:extLst>
              <a:ext uri="{FF2B5EF4-FFF2-40B4-BE49-F238E27FC236}">
                <a16:creationId xmlns:a16="http://schemas.microsoft.com/office/drawing/2014/main" id="{C0BF9B80-F084-4423-8C1C-E79BE829875F}"/>
              </a:ext>
              <a:ext uri="{C183D7F6-B498-43B3-948B-1728B52AA6E4}">
                <adec:decorative xmlns="" xmlns:adec="http://schemas.microsoft.com/office/drawing/2017/decorative" val="1"/>
              </a:ext>
            </a:extLst>
          </p:cNvPr>
          <p:cNvSpPr>
            <a:spLocks noGrp="1"/>
          </p:cNvSpPr>
          <p:nvPr>
            <p:ph type="body" sz="quarter" idx="13"/>
          </p:nvPr>
        </p:nvSpPr>
        <p:spPr/>
        <p:txBody>
          <a:bodyPr/>
          <a:lstStyle/>
          <a:p>
            <a:endParaRPr lang="en-US" dirty="0"/>
          </a:p>
        </p:txBody>
      </p:sp>
      <p:sp>
        <p:nvSpPr>
          <p:cNvPr id="286" name="Text Placeholder 285">
            <a:extLst>
              <a:ext uri="{FF2B5EF4-FFF2-40B4-BE49-F238E27FC236}">
                <a16:creationId xmlns:a16="http://schemas.microsoft.com/office/drawing/2014/main" id="{9626180B-FF05-48CF-BFB3-C95C9B5DAB99}"/>
              </a:ext>
              <a:ext uri="{C183D7F6-B498-43B3-948B-1728B52AA6E4}">
                <adec:decorative xmlns="" xmlns:adec="http://schemas.microsoft.com/office/drawing/2017/decorative" val="1"/>
              </a:ext>
            </a:extLst>
          </p:cNvPr>
          <p:cNvSpPr>
            <a:spLocks noGrp="1"/>
          </p:cNvSpPr>
          <p:nvPr>
            <p:ph type="body" sz="quarter" idx="15"/>
          </p:nvPr>
        </p:nvSpPr>
        <p:spPr/>
        <p:txBody>
          <a:bodyPr/>
          <a:lstStyle/>
          <a:p>
            <a:endParaRPr lang="en-US" dirty="0"/>
          </a:p>
        </p:txBody>
      </p:sp>
      <p:sp>
        <p:nvSpPr>
          <p:cNvPr id="6" name="Title 5">
            <a:extLst>
              <a:ext uri="{FF2B5EF4-FFF2-40B4-BE49-F238E27FC236}">
                <a16:creationId xmlns:a16="http://schemas.microsoft.com/office/drawing/2014/main" id="{3933031D-018B-489E-B613-2113C1CD2360}"/>
              </a:ext>
            </a:extLst>
          </p:cNvPr>
          <p:cNvSpPr>
            <a:spLocks noGrp="1"/>
          </p:cNvSpPr>
          <p:nvPr>
            <p:ph type="ctrTitle"/>
          </p:nvPr>
        </p:nvSpPr>
        <p:spPr>
          <a:xfrm>
            <a:off x="3163809" y="1905000"/>
            <a:ext cx="5751591" cy="756097"/>
          </a:xfrm>
        </p:spPr>
        <p:txBody>
          <a:bodyPr>
            <a:normAutofit fontScale="90000"/>
          </a:bodyPr>
          <a:lstStyle/>
          <a:p>
            <a:r>
              <a:rPr lang="en-US" dirty="0" err="1"/>
              <a:t>Lập</a:t>
            </a:r>
            <a:r>
              <a:rPr lang="en-US" dirty="0"/>
              <a:t> </a:t>
            </a:r>
            <a:r>
              <a:rPr lang="en-US" dirty="0" err="1" smtClean="0"/>
              <a:t>Trình</a:t>
            </a:r>
            <a:r>
              <a:rPr lang="en-US" dirty="0" smtClean="0"/>
              <a:t> C#3</a:t>
            </a:r>
            <a:endParaRPr lang="en-US" dirty="0"/>
          </a:p>
        </p:txBody>
      </p:sp>
      <p:sp>
        <p:nvSpPr>
          <p:cNvPr id="7" name="Subtitle 6">
            <a:extLst>
              <a:ext uri="{FF2B5EF4-FFF2-40B4-BE49-F238E27FC236}">
                <a16:creationId xmlns:a16="http://schemas.microsoft.com/office/drawing/2014/main" id="{606F8B2E-A7F5-4413-BEED-BFF7C3D9FF78}"/>
              </a:ext>
            </a:extLst>
          </p:cNvPr>
          <p:cNvSpPr>
            <a:spLocks noGrp="1"/>
          </p:cNvSpPr>
          <p:nvPr>
            <p:ph type="subTitle" idx="1"/>
          </p:nvPr>
        </p:nvSpPr>
        <p:spPr>
          <a:xfrm>
            <a:off x="2514600" y="3299438"/>
            <a:ext cx="7244861" cy="1196362"/>
          </a:xfrm>
        </p:spPr>
        <p:txBody>
          <a:bodyPr>
            <a:normAutofit/>
          </a:bodyPr>
          <a:lstStyle/>
          <a:p>
            <a:r>
              <a:rPr lang="en-US" sz="3600" dirty="0" err="1">
                <a:solidFill>
                  <a:srgbClr val="FFC000"/>
                </a:solidFill>
              </a:rPr>
              <a:t>Bài</a:t>
            </a:r>
            <a:r>
              <a:rPr lang="en-US" sz="3600" dirty="0">
                <a:solidFill>
                  <a:srgbClr val="FFC000"/>
                </a:solidFill>
              </a:rPr>
              <a:t> 7</a:t>
            </a:r>
            <a:r>
              <a:rPr lang="en-US" sz="3600" dirty="0" smtClean="0">
                <a:solidFill>
                  <a:srgbClr val="FFC000"/>
                </a:solidFill>
              </a:rPr>
              <a:t>: </a:t>
            </a:r>
            <a:r>
              <a:rPr lang="vi-VN" sz="3600" dirty="0">
                <a:solidFill>
                  <a:srgbClr val="FFC000"/>
                </a:solidFill>
              </a:rPr>
              <a:t>Entity Framework </a:t>
            </a:r>
            <a:r>
              <a:rPr lang="vi-VN" sz="3600" dirty="0" smtClean="0">
                <a:solidFill>
                  <a:srgbClr val="FFC000"/>
                </a:solidFill>
              </a:rPr>
              <a:t>Core</a:t>
            </a:r>
            <a:endParaRPr lang="en-US" sz="3600" dirty="0">
              <a:solidFill>
                <a:srgbClr val="FFC000"/>
              </a:solidFill>
            </a:endParaRPr>
          </a:p>
        </p:txBody>
      </p:sp>
      <p:pic>
        <p:nvPicPr>
          <p:cNvPr id="8" name="Picture 7"/>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0439340" y="0"/>
            <a:ext cx="1828919" cy="1312750"/>
          </a:xfrm>
          <a:prstGeom prst="rect">
            <a:avLst/>
          </a:prstGeom>
        </p:spPr>
      </p:pic>
    </p:spTree>
    <p:extLst>
      <p:ext uri="{BB962C8B-B14F-4D97-AF65-F5344CB8AC3E}">
        <p14:creationId xmlns:p14="http://schemas.microsoft.com/office/powerpoint/2010/main" val="2254116699"/>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42900" y="365125"/>
            <a:ext cx="11614638" cy="593237"/>
          </a:xfrm>
        </p:spPr>
        <p:txBody>
          <a:bodyPr>
            <a:noAutofit/>
          </a:bodyPr>
          <a:lstStyle/>
          <a:p>
            <a:r>
              <a:rPr lang="en-US" sz="4800" b="1" dirty="0" err="1" smtClean="0">
                <a:solidFill>
                  <a:srgbClr val="FF0000"/>
                </a:solidFill>
                <a:latin typeface="+mn-lt"/>
              </a:rPr>
              <a:t>Mục</a:t>
            </a:r>
            <a:r>
              <a:rPr lang="en-US" sz="4800" b="1" dirty="0" smtClean="0">
                <a:solidFill>
                  <a:srgbClr val="FF0000"/>
                </a:solidFill>
                <a:latin typeface="+mn-lt"/>
              </a:rPr>
              <a:t> </a:t>
            </a:r>
            <a:r>
              <a:rPr lang="en-US" sz="4800" b="1" dirty="0" err="1" smtClean="0">
                <a:solidFill>
                  <a:srgbClr val="FF0000"/>
                </a:solidFill>
                <a:latin typeface="+mn-lt"/>
              </a:rPr>
              <a:t>tiêu</a:t>
            </a:r>
            <a:endParaRPr lang="en-US" sz="4800" b="1" dirty="0">
              <a:solidFill>
                <a:srgbClr val="FF0000"/>
              </a:solidFill>
              <a:latin typeface="+mn-lt"/>
            </a:endParaRPr>
          </a:p>
        </p:txBody>
      </p:sp>
      <p:sp>
        <p:nvSpPr>
          <p:cNvPr id="4" name="Footer Placeholder 3"/>
          <p:cNvSpPr>
            <a:spLocks noGrp="1"/>
          </p:cNvSpPr>
          <p:nvPr>
            <p:ph type="ftr" sz="quarter" idx="11"/>
          </p:nvPr>
        </p:nvSpPr>
        <p:spPr>
          <a:xfrm>
            <a:off x="4038600" y="6433038"/>
            <a:ext cx="4114800" cy="365125"/>
          </a:xfrm>
        </p:spPr>
        <p:txBody>
          <a:bodyPr/>
          <a:lstStyle/>
          <a:p>
            <a:r>
              <a:rPr lang="vi-VN" dirty="0"/>
              <a:t>Lập trình C#3</a:t>
            </a:r>
            <a:endParaRPr lang="en-US" dirty="0"/>
          </a:p>
        </p:txBody>
      </p:sp>
      <p:sp>
        <p:nvSpPr>
          <p:cNvPr id="5" name="Slide Number Placeholder 4"/>
          <p:cNvSpPr>
            <a:spLocks noGrp="1"/>
          </p:cNvSpPr>
          <p:nvPr>
            <p:ph type="sldNum" sz="quarter" idx="12"/>
          </p:nvPr>
        </p:nvSpPr>
        <p:spPr/>
        <p:txBody>
          <a:bodyPr/>
          <a:lstStyle/>
          <a:p>
            <a:fld id="{8AACEE26-D979-411F-B229-D9F26BAEDF07}" type="slidenum">
              <a:rPr lang="en-US" smtClean="0"/>
              <a:t>2</a:t>
            </a:fld>
            <a:endParaRPr lang="en-US" dirty="0"/>
          </a:p>
        </p:txBody>
      </p:sp>
      <p:sp>
        <p:nvSpPr>
          <p:cNvPr id="12" name="Rectangle 3">
            <a:extLst>
              <a:ext uri="{FF2B5EF4-FFF2-40B4-BE49-F238E27FC236}">
                <a16:creationId xmlns:a16="http://schemas.microsoft.com/office/drawing/2014/main" id="{9F5DB8A3-5580-499D-AB0C-169958D57F6D}"/>
              </a:ext>
            </a:extLst>
          </p:cNvPr>
          <p:cNvSpPr txBox="1">
            <a:spLocks noChangeArrowheads="1"/>
          </p:cNvSpPr>
          <p:nvPr/>
        </p:nvSpPr>
        <p:spPr>
          <a:xfrm>
            <a:off x="342900" y="1142512"/>
            <a:ext cx="11711354" cy="5029688"/>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Clr>
                <a:srgbClr val="FF5A33"/>
              </a:buClr>
              <a:buFont typeface="Wingdings" pitchFamily="2" charset="2"/>
              <a:buChar char="q"/>
              <a:defRPr sz="2800" kern="1200">
                <a:solidFill>
                  <a:schemeClr val="tx1"/>
                </a:solidFill>
                <a:latin typeface="Segoe UI" pitchFamily="34" charset="0"/>
                <a:ea typeface="+mn-ea"/>
                <a:cs typeface="Segoe UI" pitchFamily="34" charset="0"/>
              </a:defRPr>
            </a:lvl1pPr>
            <a:lvl2pPr marL="742950" indent="-285750" algn="l" defTabSz="914400" rtl="0" eaLnBrk="1" latinLnBrk="0" hangingPunct="1">
              <a:spcBef>
                <a:spcPct val="20000"/>
              </a:spcBef>
              <a:buClr>
                <a:srgbClr val="FF5A33"/>
              </a:buClr>
              <a:buFont typeface="Wingdings" pitchFamily="2" charset="2"/>
              <a:buChar char="v"/>
              <a:defRPr sz="2400" kern="1200">
                <a:solidFill>
                  <a:schemeClr val="tx1"/>
                </a:solidFill>
                <a:latin typeface="Segoe UI" pitchFamily="34" charset="0"/>
                <a:ea typeface="+mn-ea"/>
                <a:cs typeface="Segoe UI" pitchFamily="34" charset="0"/>
              </a:defRPr>
            </a:lvl2pPr>
            <a:lvl3pPr marL="1143000" indent="-228600" algn="l" defTabSz="914400" rtl="0" eaLnBrk="1" latinLnBrk="0" hangingPunct="1">
              <a:spcBef>
                <a:spcPct val="20000"/>
              </a:spcBef>
              <a:buClr>
                <a:srgbClr val="FF5A33"/>
              </a:buClr>
              <a:buFont typeface="Wingdings" pitchFamily="2" charset="2"/>
              <a:buChar char="Ø"/>
              <a:defRPr sz="2000" kern="1200">
                <a:solidFill>
                  <a:schemeClr val="tx1"/>
                </a:solidFill>
                <a:latin typeface="Segoe UI" pitchFamily="34" charset="0"/>
                <a:ea typeface="+mn-ea"/>
                <a:cs typeface="Segoe UI" pitchFamily="34" charset="0"/>
              </a:defRPr>
            </a:lvl3pPr>
            <a:lvl4pPr marL="1600200" indent="-228600" algn="l" defTabSz="914400" rtl="0" eaLnBrk="1" latinLnBrk="0" hangingPunct="1">
              <a:spcBef>
                <a:spcPct val="20000"/>
              </a:spcBef>
              <a:buClr>
                <a:srgbClr val="FF5A33"/>
              </a:buClr>
              <a:buFont typeface="Wingdings" pitchFamily="2" charset="2"/>
              <a:buChar char="ü"/>
              <a:defRPr sz="1800" kern="1200">
                <a:solidFill>
                  <a:schemeClr val="tx1"/>
                </a:solidFill>
                <a:latin typeface="Segoe UI" pitchFamily="34" charset="0"/>
                <a:ea typeface="+mn-ea"/>
                <a:cs typeface="Segoe UI" pitchFamily="34" charset="0"/>
              </a:defRPr>
            </a:lvl4pPr>
            <a:lvl5pPr marL="2057400" indent="-228600" algn="l" defTabSz="914400" rtl="0" eaLnBrk="1" latinLnBrk="0" hangingPunct="1">
              <a:spcBef>
                <a:spcPct val="20000"/>
              </a:spcBef>
              <a:buClr>
                <a:srgbClr val="FF5A33"/>
              </a:buClr>
              <a:buFont typeface="Wingdings" pitchFamily="2" charset="2"/>
              <a:buChar char="§"/>
              <a:defRPr sz="1800" kern="1200">
                <a:solidFill>
                  <a:schemeClr val="tx1"/>
                </a:solidFill>
                <a:latin typeface="Segoe UI" pitchFamily="34" charset="0"/>
                <a:ea typeface="+mn-ea"/>
                <a:cs typeface="Segoe UI"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3200" dirty="0" err="1">
                <a:latin typeface="Cambria" panose="02040503050406030204" pitchFamily="18" charset="0"/>
                <a:ea typeface="Cambria" panose="02040503050406030204" pitchFamily="18" charset="0"/>
              </a:rPr>
              <a:t>Giới</a:t>
            </a:r>
            <a:r>
              <a:rPr lang="en-US" sz="3200" dirty="0">
                <a:latin typeface="Cambria" panose="02040503050406030204" pitchFamily="18" charset="0"/>
                <a:ea typeface="Cambria" panose="02040503050406030204" pitchFamily="18" charset="0"/>
              </a:rPr>
              <a:t> </a:t>
            </a:r>
            <a:r>
              <a:rPr lang="en-US" sz="3200" dirty="0" err="1">
                <a:latin typeface="Cambria" panose="02040503050406030204" pitchFamily="18" charset="0"/>
                <a:ea typeface="Cambria" panose="02040503050406030204" pitchFamily="18" charset="0"/>
              </a:rPr>
              <a:t>thiệu</a:t>
            </a:r>
            <a:r>
              <a:rPr lang="en-US" sz="3200" dirty="0">
                <a:latin typeface="Cambria" panose="02040503050406030204" pitchFamily="18" charset="0"/>
                <a:ea typeface="Cambria" panose="02040503050406030204" pitchFamily="18" charset="0"/>
              </a:rPr>
              <a:t> EF core</a:t>
            </a:r>
          </a:p>
          <a:p>
            <a:r>
              <a:rPr lang="en-US" sz="3200" dirty="0">
                <a:latin typeface="Cambria" panose="02040503050406030204" pitchFamily="18" charset="0"/>
                <a:ea typeface="Cambria" panose="02040503050406030204" pitchFamily="18" charset="0"/>
              </a:rPr>
              <a:t>EF Core </a:t>
            </a:r>
            <a:r>
              <a:rPr lang="en-US" sz="3200" dirty="0" err="1">
                <a:latin typeface="Cambria" panose="02040503050406030204" pitchFamily="18" charset="0"/>
                <a:ea typeface="Cambria" panose="02040503050406030204" pitchFamily="18" charset="0"/>
              </a:rPr>
              <a:t>cho</a:t>
            </a:r>
            <a:r>
              <a:rPr lang="en-US" sz="3200" dirty="0">
                <a:latin typeface="Cambria" panose="02040503050406030204" pitchFamily="18" charset="0"/>
                <a:ea typeface="Cambria" panose="02040503050406030204" pitchFamily="18" charset="0"/>
              </a:rPr>
              <a:t> Asp core project</a:t>
            </a:r>
          </a:p>
          <a:p>
            <a:r>
              <a:rPr lang="en-US" sz="3200" dirty="0" err="1">
                <a:latin typeface="Cambria" panose="02040503050406030204" pitchFamily="18" charset="0"/>
                <a:ea typeface="Cambria" panose="02040503050406030204" pitchFamily="18" charset="0"/>
              </a:rPr>
              <a:t>Tạo</a:t>
            </a:r>
            <a:r>
              <a:rPr lang="en-US" sz="3200" dirty="0">
                <a:latin typeface="Cambria" panose="02040503050406030204" pitchFamily="18" charset="0"/>
                <a:ea typeface="Cambria" panose="02040503050406030204" pitchFamily="18" charset="0"/>
              </a:rPr>
              <a:t> web </a:t>
            </a:r>
            <a:r>
              <a:rPr lang="en-US" sz="3200" dirty="0" err="1">
                <a:latin typeface="Cambria" panose="02040503050406030204" pitchFamily="18" charset="0"/>
                <a:ea typeface="Cambria" panose="02040503050406030204" pitchFamily="18" charset="0"/>
              </a:rPr>
              <a:t>với</a:t>
            </a:r>
            <a:r>
              <a:rPr lang="en-US" sz="3200" dirty="0">
                <a:latin typeface="Cambria" panose="02040503050406030204" pitchFamily="18" charset="0"/>
                <a:ea typeface="Cambria" panose="02040503050406030204" pitchFamily="18" charset="0"/>
              </a:rPr>
              <a:t> EF core database first</a:t>
            </a:r>
          </a:p>
        </p:txBody>
      </p:sp>
      <p:pic>
        <p:nvPicPr>
          <p:cNvPr id="6" name="Picture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439340" y="0"/>
            <a:ext cx="1828919" cy="1312750"/>
          </a:xfrm>
          <a:prstGeom prst="rect">
            <a:avLst/>
          </a:prstGeom>
        </p:spPr>
      </p:pic>
    </p:spTree>
    <p:extLst>
      <p:ext uri="{BB962C8B-B14F-4D97-AF65-F5344CB8AC3E}">
        <p14:creationId xmlns:p14="http://schemas.microsoft.com/office/powerpoint/2010/main" val="1859450720"/>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42900" y="365125"/>
            <a:ext cx="11614638" cy="593237"/>
          </a:xfrm>
        </p:spPr>
        <p:txBody>
          <a:bodyPr>
            <a:noAutofit/>
          </a:bodyPr>
          <a:lstStyle/>
          <a:p>
            <a:r>
              <a:rPr lang="en-US" sz="4800" b="1" dirty="0" err="1">
                <a:solidFill>
                  <a:srgbClr val="FF0000"/>
                </a:solidFill>
                <a:latin typeface="+mn-lt"/>
              </a:rPr>
              <a:t>Giới</a:t>
            </a:r>
            <a:r>
              <a:rPr lang="en-US" sz="4800" b="1" dirty="0">
                <a:solidFill>
                  <a:srgbClr val="FF0000"/>
                </a:solidFill>
                <a:latin typeface="+mn-lt"/>
              </a:rPr>
              <a:t> </a:t>
            </a:r>
            <a:r>
              <a:rPr lang="en-US" sz="4800" b="1" dirty="0" err="1">
                <a:solidFill>
                  <a:srgbClr val="FF0000"/>
                </a:solidFill>
                <a:latin typeface="+mn-lt"/>
              </a:rPr>
              <a:t>thiệu</a:t>
            </a:r>
            <a:r>
              <a:rPr lang="en-US" sz="4800" b="1" dirty="0">
                <a:solidFill>
                  <a:srgbClr val="FF0000"/>
                </a:solidFill>
                <a:latin typeface="+mn-lt"/>
              </a:rPr>
              <a:t> Entity Framework core</a:t>
            </a:r>
            <a:endParaRPr lang="en-US" sz="4800" b="1" dirty="0">
              <a:solidFill>
                <a:srgbClr val="FF0000"/>
              </a:solidFill>
              <a:latin typeface="+mn-lt"/>
              <a:ea typeface="Calibri" panose="020F0502020204030204" pitchFamily="34" charset="0"/>
              <a:cs typeface="Calibri" panose="020F0502020204030204" pitchFamily="34" charset="0"/>
            </a:endParaRPr>
          </a:p>
        </p:txBody>
      </p:sp>
      <p:sp>
        <p:nvSpPr>
          <p:cNvPr id="4" name="Footer Placeholder 3"/>
          <p:cNvSpPr>
            <a:spLocks noGrp="1"/>
          </p:cNvSpPr>
          <p:nvPr>
            <p:ph type="ftr" sz="quarter" idx="11"/>
          </p:nvPr>
        </p:nvSpPr>
        <p:spPr>
          <a:xfrm>
            <a:off x="4038600" y="6433038"/>
            <a:ext cx="4114800" cy="365125"/>
          </a:xfrm>
        </p:spPr>
        <p:txBody>
          <a:bodyPr/>
          <a:lstStyle/>
          <a:p>
            <a:r>
              <a:rPr lang="vi-VN" dirty="0"/>
              <a:t>Lập trình C#3</a:t>
            </a:r>
            <a:endParaRPr lang="en-US" dirty="0"/>
          </a:p>
        </p:txBody>
      </p:sp>
      <p:sp>
        <p:nvSpPr>
          <p:cNvPr id="5" name="Slide Number Placeholder 4"/>
          <p:cNvSpPr>
            <a:spLocks noGrp="1"/>
          </p:cNvSpPr>
          <p:nvPr>
            <p:ph type="sldNum" sz="quarter" idx="12"/>
          </p:nvPr>
        </p:nvSpPr>
        <p:spPr/>
        <p:txBody>
          <a:bodyPr/>
          <a:lstStyle/>
          <a:p>
            <a:fld id="{8AACEE26-D979-411F-B229-D9F26BAEDF07}" type="slidenum">
              <a:rPr lang="en-US" smtClean="0"/>
              <a:t>3</a:t>
            </a:fld>
            <a:endParaRPr lang="en-US" dirty="0"/>
          </a:p>
        </p:txBody>
      </p:sp>
      <p:sp>
        <p:nvSpPr>
          <p:cNvPr id="12" name="Rectangle 3">
            <a:extLst>
              <a:ext uri="{FF2B5EF4-FFF2-40B4-BE49-F238E27FC236}">
                <a16:creationId xmlns:a16="http://schemas.microsoft.com/office/drawing/2014/main" id="{9F5DB8A3-5580-499D-AB0C-169958D57F6D}"/>
              </a:ext>
            </a:extLst>
          </p:cNvPr>
          <p:cNvSpPr txBox="1">
            <a:spLocks noChangeArrowheads="1"/>
          </p:cNvSpPr>
          <p:nvPr/>
        </p:nvSpPr>
        <p:spPr>
          <a:xfrm>
            <a:off x="342900" y="1142512"/>
            <a:ext cx="11711354" cy="5029688"/>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Clr>
                <a:srgbClr val="FF5A33"/>
              </a:buClr>
              <a:buFont typeface="Wingdings" pitchFamily="2" charset="2"/>
              <a:buChar char="q"/>
              <a:defRPr sz="2800" kern="1200">
                <a:solidFill>
                  <a:schemeClr val="tx1"/>
                </a:solidFill>
                <a:latin typeface="Segoe UI" pitchFamily="34" charset="0"/>
                <a:ea typeface="+mn-ea"/>
                <a:cs typeface="Segoe UI" pitchFamily="34" charset="0"/>
              </a:defRPr>
            </a:lvl1pPr>
            <a:lvl2pPr marL="742950" indent="-285750" algn="l" defTabSz="914400" rtl="0" eaLnBrk="1" latinLnBrk="0" hangingPunct="1">
              <a:spcBef>
                <a:spcPct val="20000"/>
              </a:spcBef>
              <a:buClr>
                <a:srgbClr val="FF5A33"/>
              </a:buClr>
              <a:buFont typeface="Wingdings" pitchFamily="2" charset="2"/>
              <a:buChar char="v"/>
              <a:defRPr sz="2400" kern="1200">
                <a:solidFill>
                  <a:schemeClr val="tx1"/>
                </a:solidFill>
                <a:latin typeface="Segoe UI" pitchFamily="34" charset="0"/>
                <a:ea typeface="+mn-ea"/>
                <a:cs typeface="Segoe UI" pitchFamily="34" charset="0"/>
              </a:defRPr>
            </a:lvl2pPr>
            <a:lvl3pPr marL="1143000" indent="-228600" algn="l" defTabSz="914400" rtl="0" eaLnBrk="1" latinLnBrk="0" hangingPunct="1">
              <a:spcBef>
                <a:spcPct val="20000"/>
              </a:spcBef>
              <a:buClr>
                <a:srgbClr val="FF5A33"/>
              </a:buClr>
              <a:buFont typeface="Wingdings" pitchFamily="2" charset="2"/>
              <a:buChar char="Ø"/>
              <a:defRPr sz="2000" kern="1200">
                <a:solidFill>
                  <a:schemeClr val="tx1"/>
                </a:solidFill>
                <a:latin typeface="Segoe UI" pitchFamily="34" charset="0"/>
                <a:ea typeface="+mn-ea"/>
                <a:cs typeface="Segoe UI" pitchFamily="34" charset="0"/>
              </a:defRPr>
            </a:lvl3pPr>
            <a:lvl4pPr marL="1600200" indent="-228600" algn="l" defTabSz="914400" rtl="0" eaLnBrk="1" latinLnBrk="0" hangingPunct="1">
              <a:spcBef>
                <a:spcPct val="20000"/>
              </a:spcBef>
              <a:buClr>
                <a:srgbClr val="FF5A33"/>
              </a:buClr>
              <a:buFont typeface="Wingdings" pitchFamily="2" charset="2"/>
              <a:buChar char="ü"/>
              <a:defRPr sz="1800" kern="1200">
                <a:solidFill>
                  <a:schemeClr val="tx1"/>
                </a:solidFill>
                <a:latin typeface="Segoe UI" pitchFamily="34" charset="0"/>
                <a:ea typeface="+mn-ea"/>
                <a:cs typeface="Segoe UI" pitchFamily="34" charset="0"/>
              </a:defRPr>
            </a:lvl4pPr>
            <a:lvl5pPr marL="2057400" indent="-228600" algn="l" defTabSz="914400" rtl="0" eaLnBrk="1" latinLnBrk="0" hangingPunct="1">
              <a:spcBef>
                <a:spcPct val="20000"/>
              </a:spcBef>
              <a:buClr>
                <a:srgbClr val="FF5A33"/>
              </a:buClr>
              <a:buFont typeface="Wingdings" pitchFamily="2" charset="2"/>
              <a:buChar char="§"/>
              <a:defRPr sz="1800" kern="1200">
                <a:solidFill>
                  <a:schemeClr val="tx1"/>
                </a:solidFill>
                <a:latin typeface="Segoe UI" pitchFamily="34" charset="0"/>
                <a:ea typeface="+mn-ea"/>
                <a:cs typeface="Segoe UI"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vi-VN" dirty="0"/>
              <a:t>Entity Framework là một nền tảng được sử dụng để làm việc với database thông qua cơ chế ánh xạ Object/Relational Mapping (ORM).</a:t>
            </a:r>
            <a:endParaRPr lang="en-US" dirty="0"/>
          </a:p>
          <a:p>
            <a:r>
              <a:rPr lang="en-US" dirty="0" err="1"/>
              <a:t>Là</a:t>
            </a:r>
            <a:r>
              <a:rPr lang="en-US" dirty="0"/>
              <a:t> framework open source, </a:t>
            </a:r>
            <a:r>
              <a:rPr lang="en-US" dirty="0" err="1"/>
              <a:t>nhẹ</a:t>
            </a:r>
            <a:r>
              <a:rPr lang="en-US" dirty="0"/>
              <a:t>, </a:t>
            </a:r>
            <a:r>
              <a:rPr lang="en-US" dirty="0" err="1"/>
              <a:t>có</a:t>
            </a:r>
            <a:r>
              <a:rPr lang="en-US" dirty="0"/>
              <a:t> </a:t>
            </a:r>
            <a:r>
              <a:rPr lang="en-US" dirty="0" err="1"/>
              <a:t>thể</a:t>
            </a:r>
            <a:r>
              <a:rPr lang="en-US" dirty="0"/>
              <a:t> </a:t>
            </a:r>
            <a:r>
              <a:rPr lang="en-US" dirty="0" err="1"/>
              <a:t>mở</a:t>
            </a:r>
            <a:r>
              <a:rPr lang="en-US" dirty="0"/>
              <a:t> </a:t>
            </a:r>
            <a:r>
              <a:rPr lang="en-US" dirty="0" err="1"/>
              <a:t>rộng</a:t>
            </a:r>
            <a:r>
              <a:rPr lang="en-US" dirty="0"/>
              <a:t> </a:t>
            </a:r>
            <a:r>
              <a:rPr lang="en-US" dirty="0" err="1"/>
              <a:t>và</a:t>
            </a:r>
            <a:r>
              <a:rPr lang="en-US" dirty="0"/>
              <a:t> </a:t>
            </a:r>
            <a:r>
              <a:rPr lang="en-US" dirty="0" err="1"/>
              <a:t>đa</a:t>
            </a:r>
            <a:r>
              <a:rPr lang="en-US" dirty="0"/>
              <a:t> </a:t>
            </a:r>
            <a:r>
              <a:rPr lang="en-US" dirty="0" err="1"/>
              <a:t>nền</a:t>
            </a:r>
            <a:r>
              <a:rPr lang="en-US" dirty="0"/>
              <a:t> </a:t>
            </a:r>
            <a:r>
              <a:rPr lang="en-US" dirty="0" err="1"/>
              <a:t>tảng</a:t>
            </a:r>
            <a:r>
              <a:rPr lang="en-US" dirty="0"/>
              <a:t>  </a:t>
            </a:r>
            <a:r>
              <a:rPr lang="en-US" dirty="0" err="1"/>
              <a:t>phát</a:t>
            </a:r>
            <a:r>
              <a:rPr lang="en-US" dirty="0"/>
              <a:t> </a:t>
            </a:r>
            <a:r>
              <a:rPr lang="en-US" dirty="0" err="1"/>
              <a:t>triển</a:t>
            </a:r>
            <a:r>
              <a:rPr lang="en-US" dirty="0"/>
              <a:t> </a:t>
            </a:r>
            <a:r>
              <a:rPr lang="en-US" dirty="0" err="1"/>
              <a:t>bởi</a:t>
            </a:r>
            <a:r>
              <a:rPr lang="en-US" dirty="0"/>
              <a:t> Microsoft</a:t>
            </a:r>
          </a:p>
          <a:p>
            <a:r>
              <a:rPr lang="vi-VN" dirty="0"/>
              <a:t>Nó là một sự cải tiến t</a:t>
            </a:r>
            <a:r>
              <a:rPr lang="en-US" dirty="0"/>
              <a:t>ừ</a:t>
            </a:r>
            <a:r>
              <a:rPr lang="vi-VN" dirty="0"/>
              <a:t> ADO.NET và đưa cho các lập trình viên một cơ chế tự động cho việc truy xuất và sắp xếp dữ liệu trong CSDL</a:t>
            </a:r>
            <a:endParaRPr lang="en-US" dirty="0"/>
          </a:p>
          <a:p>
            <a:r>
              <a:rPr lang="vi-VN" dirty="0"/>
              <a:t>EF Core hỗ trợ các hoạt động CRUD (Create, Read, Update, Delete) và có khả năng làm việc với nhiều hệ quản trị cơ sở dữ liệu khác nhau như SQL Server, SQLite, PostgreSQL, MySQL</a:t>
            </a:r>
            <a:r>
              <a:rPr lang="en-US" dirty="0"/>
              <a:t>…</a:t>
            </a:r>
          </a:p>
        </p:txBody>
      </p:sp>
      <p:pic>
        <p:nvPicPr>
          <p:cNvPr id="6" name="Picture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439340" y="0"/>
            <a:ext cx="1828919" cy="1312750"/>
          </a:xfrm>
          <a:prstGeom prst="rect">
            <a:avLst/>
          </a:prstGeom>
        </p:spPr>
      </p:pic>
    </p:spTree>
    <p:extLst>
      <p:ext uri="{BB962C8B-B14F-4D97-AF65-F5344CB8AC3E}">
        <p14:creationId xmlns:p14="http://schemas.microsoft.com/office/powerpoint/2010/main" val="3328507669"/>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42900" y="365125"/>
            <a:ext cx="11614638" cy="593237"/>
          </a:xfrm>
        </p:spPr>
        <p:txBody>
          <a:bodyPr>
            <a:noAutofit/>
          </a:bodyPr>
          <a:lstStyle/>
          <a:p>
            <a:r>
              <a:rPr lang="en-US" sz="4800" b="1" dirty="0" err="1">
                <a:solidFill>
                  <a:srgbClr val="FF0000"/>
                </a:solidFill>
                <a:latin typeface="+mn-lt"/>
              </a:rPr>
              <a:t>Giới</a:t>
            </a:r>
            <a:r>
              <a:rPr lang="en-US" sz="4800" b="1" dirty="0">
                <a:solidFill>
                  <a:srgbClr val="FF0000"/>
                </a:solidFill>
                <a:latin typeface="+mn-lt"/>
              </a:rPr>
              <a:t> </a:t>
            </a:r>
            <a:r>
              <a:rPr lang="en-US" sz="4800" b="1" dirty="0" err="1">
                <a:solidFill>
                  <a:srgbClr val="FF0000"/>
                </a:solidFill>
                <a:latin typeface="+mn-lt"/>
              </a:rPr>
              <a:t>thiệu</a:t>
            </a:r>
            <a:r>
              <a:rPr lang="en-US" sz="4800" b="1" dirty="0">
                <a:solidFill>
                  <a:srgbClr val="FF0000"/>
                </a:solidFill>
                <a:latin typeface="+mn-lt"/>
              </a:rPr>
              <a:t> Entity Framework core</a:t>
            </a:r>
            <a:endParaRPr lang="en-US" sz="4800" b="1" dirty="0">
              <a:solidFill>
                <a:srgbClr val="FF0000"/>
              </a:solidFill>
              <a:latin typeface="+mn-lt"/>
              <a:ea typeface="Calibri" panose="020F0502020204030204" pitchFamily="34" charset="0"/>
              <a:cs typeface="Calibri" panose="020F0502020204030204" pitchFamily="34" charset="0"/>
            </a:endParaRPr>
          </a:p>
        </p:txBody>
      </p:sp>
      <p:sp>
        <p:nvSpPr>
          <p:cNvPr id="4" name="Footer Placeholder 3"/>
          <p:cNvSpPr>
            <a:spLocks noGrp="1"/>
          </p:cNvSpPr>
          <p:nvPr>
            <p:ph type="ftr" sz="quarter" idx="11"/>
          </p:nvPr>
        </p:nvSpPr>
        <p:spPr>
          <a:xfrm>
            <a:off x="4038600" y="6433038"/>
            <a:ext cx="4114800" cy="365125"/>
          </a:xfrm>
        </p:spPr>
        <p:txBody>
          <a:bodyPr/>
          <a:lstStyle/>
          <a:p>
            <a:r>
              <a:rPr lang="vi-VN" dirty="0"/>
              <a:t>Lập trình C#3</a:t>
            </a:r>
            <a:endParaRPr lang="en-US" dirty="0"/>
          </a:p>
        </p:txBody>
      </p:sp>
      <p:sp>
        <p:nvSpPr>
          <p:cNvPr id="5" name="Slide Number Placeholder 4"/>
          <p:cNvSpPr>
            <a:spLocks noGrp="1"/>
          </p:cNvSpPr>
          <p:nvPr>
            <p:ph type="sldNum" sz="quarter" idx="12"/>
          </p:nvPr>
        </p:nvSpPr>
        <p:spPr/>
        <p:txBody>
          <a:bodyPr/>
          <a:lstStyle/>
          <a:p>
            <a:fld id="{8AACEE26-D979-411F-B229-D9F26BAEDF07}" type="slidenum">
              <a:rPr lang="en-US" smtClean="0"/>
              <a:t>4</a:t>
            </a:fld>
            <a:endParaRPr lang="en-US" dirty="0"/>
          </a:p>
        </p:txBody>
      </p:sp>
      <p:sp>
        <p:nvSpPr>
          <p:cNvPr id="12" name="Rectangle 3">
            <a:extLst>
              <a:ext uri="{FF2B5EF4-FFF2-40B4-BE49-F238E27FC236}">
                <a16:creationId xmlns:a16="http://schemas.microsoft.com/office/drawing/2014/main" id="{9F5DB8A3-5580-499D-AB0C-169958D57F6D}"/>
              </a:ext>
            </a:extLst>
          </p:cNvPr>
          <p:cNvSpPr txBox="1">
            <a:spLocks noChangeArrowheads="1"/>
          </p:cNvSpPr>
          <p:nvPr/>
        </p:nvSpPr>
        <p:spPr>
          <a:xfrm>
            <a:off x="342900" y="1142512"/>
            <a:ext cx="11711354" cy="5029688"/>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Clr>
                <a:srgbClr val="FF5A33"/>
              </a:buClr>
              <a:buFont typeface="Wingdings" pitchFamily="2" charset="2"/>
              <a:buChar char="q"/>
              <a:defRPr sz="2800" kern="1200">
                <a:solidFill>
                  <a:schemeClr val="tx1"/>
                </a:solidFill>
                <a:latin typeface="Segoe UI" pitchFamily="34" charset="0"/>
                <a:ea typeface="+mn-ea"/>
                <a:cs typeface="Segoe UI" pitchFamily="34" charset="0"/>
              </a:defRPr>
            </a:lvl1pPr>
            <a:lvl2pPr marL="742950" indent="-285750" algn="l" defTabSz="914400" rtl="0" eaLnBrk="1" latinLnBrk="0" hangingPunct="1">
              <a:spcBef>
                <a:spcPct val="20000"/>
              </a:spcBef>
              <a:buClr>
                <a:srgbClr val="FF5A33"/>
              </a:buClr>
              <a:buFont typeface="Wingdings" pitchFamily="2" charset="2"/>
              <a:buChar char="v"/>
              <a:defRPr sz="2400" kern="1200">
                <a:solidFill>
                  <a:schemeClr val="tx1"/>
                </a:solidFill>
                <a:latin typeface="Segoe UI" pitchFamily="34" charset="0"/>
                <a:ea typeface="+mn-ea"/>
                <a:cs typeface="Segoe UI" pitchFamily="34" charset="0"/>
              </a:defRPr>
            </a:lvl2pPr>
            <a:lvl3pPr marL="1143000" indent="-228600" algn="l" defTabSz="914400" rtl="0" eaLnBrk="1" latinLnBrk="0" hangingPunct="1">
              <a:spcBef>
                <a:spcPct val="20000"/>
              </a:spcBef>
              <a:buClr>
                <a:srgbClr val="FF5A33"/>
              </a:buClr>
              <a:buFont typeface="Wingdings" pitchFamily="2" charset="2"/>
              <a:buChar char="Ø"/>
              <a:defRPr sz="2000" kern="1200">
                <a:solidFill>
                  <a:schemeClr val="tx1"/>
                </a:solidFill>
                <a:latin typeface="Segoe UI" pitchFamily="34" charset="0"/>
                <a:ea typeface="+mn-ea"/>
                <a:cs typeface="Segoe UI" pitchFamily="34" charset="0"/>
              </a:defRPr>
            </a:lvl3pPr>
            <a:lvl4pPr marL="1600200" indent="-228600" algn="l" defTabSz="914400" rtl="0" eaLnBrk="1" latinLnBrk="0" hangingPunct="1">
              <a:spcBef>
                <a:spcPct val="20000"/>
              </a:spcBef>
              <a:buClr>
                <a:srgbClr val="FF5A33"/>
              </a:buClr>
              <a:buFont typeface="Wingdings" pitchFamily="2" charset="2"/>
              <a:buChar char="ü"/>
              <a:defRPr sz="1800" kern="1200">
                <a:solidFill>
                  <a:schemeClr val="tx1"/>
                </a:solidFill>
                <a:latin typeface="Segoe UI" pitchFamily="34" charset="0"/>
                <a:ea typeface="+mn-ea"/>
                <a:cs typeface="Segoe UI" pitchFamily="34" charset="0"/>
              </a:defRPr>
            </a:lvl4pPr>
            <a:lvl5pPr marL="2057400" indent="-228600" algn="l" defTabSz="914400" rtl="0" eaLnBrk="1" latinLnBrk="0" hangingPunct="1">
              <a:spcBef>
                <a:spcPct val="20000"/>
              </a:spcBef>
              <a:buClr>
                <a:srgbClr val="FF5A33"/>
              </a:buClr>
              <a:buFont typeface="Wingdings" pitchFamily="2" charset="2"/>
              <a:buChar char="§"/>
              <a:defRPr sz="1800" kern="1200">
                <a:solidFill>
                  <a:schemeClr val="tx1"/>
                </a:solidFill>
                <a:latin typeface="Segoe UI" pitchFamily="34" charset="0"/>
                <a:ea typeface="+mn-ea"/>
                <a:cs typeface="Segoe UI"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endParaRPr lang="en-US" dirty="0"/>
          </a:p>
        </p:txBody>
      </p:sp>
      <p:pic>
        <p:nvPicPr>
          <p:cNvPr id="6" name="Picture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439340" y="0"/>
            <a:ext cx="1828919" cy="1312750"/>
          </a:xfrm>
          <a:prstGeom prst="rect">
            <a:avLst/>
          </a:prstGeom>
        </p:spPr>
      </p:pic>
      <p:pic>
        <p:nvPicPr>
          <p:cNvPr id="7" name="Content Placeholder 6">
            <a:extLst>
              <a:ext uri="{FF2B5EF4-FFF2-40B4-BE49-F238E27FC236}">
                <a16:creationId xmlns:a16="http://schemas.microsoft.com/office/drawing/2014/main" id="{B4A73F09-2006-9E58-E9F6-74994AC40B99}"/>
              </a:ext>
            </a:extLst>
          </p:cNvPr>
          <p:cNvPicPr>
            <a:picLocks noGrp="1" noChangeAspect="1"/>
          </p:cNvPicPr>
          <p:nvPr>
            <p:ph idx="1"/>
          </p:nvPr>
        </p:nvPicPr>
        <p:blipFill>
          <a:blip r:embed="rId3"/>
          <a:stretch>
            <a:fillRect/>
          </a:stretch>
        </p:blipFill>
        <p:spPr>
          <a:xfrm>
            <a:off x="609600" y="2307792"/>
            <a:ext cx="10972800" cy="2775816"/>
          </a:xfrm>
          <a:prstGeom prst="rect">
            <a:avLst/>
          </a:prstGeom>
        </p:spPr>
      </p:pic>
    </p:spTree>
    <p:extLst>
      <p:ext uri="{BB962C8B-B14F-4D97-AF65-F5344CB8AC3E}">
        <p14:creationId xmlns:p14="http://schemas.microsoft.com/office/powerpoint/2010/main" val="3108555553"/>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42900" y="365125"/>
            <a:ext cx="11614638" cy="593237"/>
          </a:xfrm>
        </p:spPr>
        <p:txBody>
          <a:bodyPr>
            <a:noAutofit/>
          </a:bodyPr>
          <a:lstStyle/>
          <a:p>
            <a:r>
              <a:rPr lang="en-US" sz="4800" b="1" dirty="0" smtClean="0">
                <a:solidFill>
                  <a:srgbClr val="FF0000"/>
                </a:solidFill>
                <a:latin typeface="+mn-lt"/>
              </a:rPr>
              <a:t>Entity </a:t>
            </a:r>
            <a:r>
              <a:rPr lang="en-US" sz="4800" b="1" dirty="0">
                <a:solidFill>
                  <a:srgbClr val="FF0000"/>
                </a:solidFill>
                <a:latin typeface="+mn-lt"/>
              </a:rPr>
              <a:t>Framework core</a:t>
            </a:r>
            <a:endParaRPr lang="en-US" sz="4800" b="1" dirty="0">
              <a:solidFill>
                <a:srgbClr val="FF0000"/>
              </a:solidFill>
              <a:latin typeface="+mn-lt"/>
              <a:ea typeface="Calibri" panose="020F0502020204030204" pitchFamily="34" charset="0"/>
              <a:cs typeface="Calibri" panose="020F0502020204030204" pitchFamily="34" charset="0"/>
            </a:endParaRPr>
          </a:p>
        </p:txBody>
      </p:sp>
      <p:sp>
        <p:nvSpPr>
          <p:cNvPr id="4" name="Footer Placeholder 3"/>
          <p:cNvSpPr>
            <a:spLocks noGrp="1"/>
          </p:cNvSpPr>
          <p:nvPr>
            <p:ph type="ftr" sz="quarter" idx="11"/>
          </p:nvPr>
        </p:nvSpPr>
        <p:spPr>
          <a:xfrm>
            <a:off x="4038600" y="6433038"/>
            <a:ext cx="4114800" cy="365125"/>
          </a:xfrm>
        </p:spPr>
        <p:txBody>
          <a:bodyPr/>
          <a:lstStyle/>
          <a:p>
            <a:r>
              <a:rPr lang="vi-VN" dirty="0"/>
              <a:t>Lập trình C#3</a:t>
            </a:r>
            <a:endParaRPr lang="en-US" dirty="0"/>
          </a:p>
        </p:txBody>
      </p:sp>
      <p:sp>
        <p:nvSpPr>
          <p:cNvPr id="5" name="Slide Number Placeholder 4"/>
          <p:cNvSpPr>
            <a:spLocks noGrp="1"/>
          </p:cNvSpPr>
          <p:nvPr>
            <p:ph type="sldNum" sz="quarter" idx="12"/>
          </p:nvPr>
        </p:nvSpPr>
        <p:spPr/>
        <p:txBody>
          <a:bodyPr/>
          <a:lstStyle/>
          <a:p>
            <a:fld id="{8AACEE26-D979-411F-B229-D9F26BAEDF07}" type="slidenum">
              <a:rPr lang="en-US" smtClean="0"/>
              <a:t>5</a:t>
            </a:fld>
            <a:endParaRPr lang="en-US" dirty="0"/>
          </a:p>
        </p:txBody>
      </p:sp>
      <p:sp>
        <p:nvSpPr>
          <p:cNvPr id="12" name="Rectangle 3">
            <a:extLst>
              <a:ext uri="{FF2B5EF4-FFF2-40B4-BE49-F238E27FC236}">
                <a16:creationId xmlns:a16="http://schemas.microsoft.com/office/drawing/2014/main" id="{9F5DB8A3-5580-499D-AB0C-169958D57F6D}"/>
              </a:ext>
            </a:extLst>
          </p:cNvPr>
          <p:cNvSpPr txBox="1">
            <a:spLocks noChangeArrowheads="1"/>
          </p:cNvSpPr>
          <p:nvPr/>
        </p:nvSpPr>
        <p:spPr>
          <a:xfrm>
            <a:off x="342900" y="1142512"/>
            <a:ext cx="11711354" cy="5029688"/>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Clr>
                <a:srgbClr val="FF5A33"/>
              </a:buClr>
              <a:buFont typeface="Wingdings" pitchFamily="2" charset="2"/>
              <a:buChar char="q"/>
              <a:defRPr sz="2800" kern="1200">
                <a:solidFill>
                  <a:schemeClr val="tx1"/>
                </a:solidFill>
                <a:latin typeface="Segoe UI" pitchFamily="34" charset="0"/>
                <a:ea typeface="+mn-ea"/>
                <a:cs typeface="Segoe UI" pitchFamily="34" charset="0"/>
              </a:defRPr>
            </a:lvl1pPr>
            <a:lvl2pPr marL="742950" indent="-285750" algn="l" defTabSz="914400" rtl="0" eaLnBrk="1" latinLnBrk="0" hangingPunct="1">
              <a:spcBef>
                <a:spcPct val="20000"/>
              </a:spcBef>
              <a:buClr>
                <a:srgbClr val="FF5A33"/>
              </a:buClr>
              <a:buFont typeface="Wingdings" pitchFamily="2" charset="2"/>
              <a:buChar char="v"/>
              <a:defRPr sz="2400" kern="1200">
                <a:solidFill>
                  <a:schemeClr val="tx1"/>
                </a:solidFill>
                <a:latin typeface="Segoe UI" pitchFamily="34" charset="0"/>
                <a:ea typeface="+mn-ea"/>
                <a:cs typeface="Segoe UI" pitchFamily="34" charset="0"/>
              </a:defRPr>
            </a:lvl2pPr>
            <a:lvl3pPr marL="1143000" indent="-228600" algn="l" defTabSz="914400" rtl="0" eaLnBrk="1" latinLnBrk="0" hangingPunct="1">
              <a:spcBef>
                <a:spcPct val="20000"/>
              </a:spcBef>
              <a:buClr>
                <a:srgbClr val="FF5A33"/>
              </a:buClr>
              <a:buFont typeface="Wingdings" pitchFamily="2" charset="2"/>
              <a:buChar char="Ø"/>
              <a:defRPr sz="2000" kern="1200">
                <a:solidFill>
                  <a:schemeClr val="tx1"/>
                </a:solidFill>
                <a:latin typeface="Segoe UI" pitchFamily="34" charset="0"/>
                <a:ea typeface="+mn-ea"/>
                <a:cs typeface="Segoe UI" pitchFamily="34" charset="0"/>
              </a:defRPr>
            </a:lvl3pPr>
            <a:lvl4pPr marL="1600200" indent="-228600" algn="l" defTabSz="914400" rtl="0" eaLnBrk="1" latinLnBrk="0" hangingPunct="1">
              <a:spcBef>
                <a:spcPct val="20000"/>
              </a:spcBef>
              <a:buClr>
                <a:srgbClr val="FF5A33"/>
              </a:buClr>
              <a:buFont typeface="Wingdings" pitchFamily="2" charset="2"/>
              <a:buChar char="ü"/>
              <a:defRPr sz="1800" kern="1200">
                <a:solidFill>
                  <a:schemeClr val="tx1"/>
                </a:solidFill>
                <a:latin typeface="Segoe UI" pitchFamily="34" charset="0"/>
                <a:ea typeface="+mn-ea"/>
                <a:cs typeface="Segoe UI" pitchFamily="34" charset="0"/>
              </a:defRPr>
            </a:lvl4pPr>
            <a:lvl5pPr marL="2057400" indent="-228600" algn="l" defTabSz="914400" rtl="0" eaLnBrk="1" latinLnBrk="0" hangingPunct="1">
              <a:spcBef>
                <a:spcPct val="20000"/>
              </a:spcBef>
              <a:buClr>
                <a:srgbClr val="FF5A33"/>
              </a:buClr>
              <a:buFont typeface="Wingdings" pitchFamily="2" charset="2"/>
              <a:buChar char="§"/>
              <a:defRPr sz="1800" kern="1200">
                <a:solidFill>
                  <a:schemeClr val="tx1"/>
                </a:solidFill>
                <a:latin typeface="Segoe UI" pitchFamily="34" charset="0"/>
                <a:ea typeface="+mn-ea"/>
                <a:cs typeface="Segoe UI"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dirty="0" err="1"/>
              <a:t>Các</a:t>
            </a:r>
            <a:r>
              <a:rPr lang="en-US" dirty="0"/>
              <a:t> </a:t>
            </a:r>
            <a:r>
              <a:rPr lang="en-US" dirty="0" err="1"/>
              <a:t>ứng</a:t>
            </a:r>
            <a:r>
              <a:rPr lang="en-US" dirty="0"/>
              <a:t> </a:t>
            </a:r>
            <a:r>
              <a:rPr lang="en-US" dirty="0" err="1"/>
              <a:t>dụng</a:t>
            </a:r>
            <a:r>
              <a:rPr lang="en-US" dirty="0"/>
              <a:t> Entity Framework Core </a:t>
            </a:r>
            <a:r>
              <a:rPr lang="en-US" dirty="0" err="1"/>
              <a:t>hỗ</a:t>
            </a:r>
            <a:r>
              <a:rPr lang="en-US" dirty="0"/>
              <a:t> </a:t>
            </a:r>
            <a:r>
              <a:rPr lang="en-US" dirty="0" err="1"/>
              <a:t>trợ</a:t>
            </a:r>
            <a:r>
              <a:rPr lang="en-US" dirty="0"/>
              <a:t>:</a:t>
            </a:r>
          </a:p>
          <a:p>
            <a:pPr marL="0" indent="0">
              <a:buNone/>
            </a:pPr>
            <a:endParaRPr lang="en-US" dirty="0"/>
          </a:p>
        </p:txBody>
      </p:sp>
      <p:pic>
        <p:nvPicPr>
          <p:cNvPr id="6" name="Picture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439340" y="0"/>
            <a:ext cx="1828919" cy="1312750"/>
          </a:xfrm>
          <a:prstGeom prst="rect">
            <a:avLst/>
          </a:prstGeom>
        </p:spPr>
      </p:pic>
      <p:pic>
        <p:nvPicPr>
          <p:cNvPr id="7" name="Picture 6">
            <a:extLst>
              <a:ext uri="{FF2B5EF4-FFF2-40B4-BE49-F238E27FC236}">
                <a16:creationId xmlns:a16="http://schemas.microsoft.com/office/drawing/2014/main" id="{9E893639-B34B-4524-9853-C5F112BBB0D3}"/>
              </a:ext>
            </a:extLst>
          </p:cNvPr>
          <p:cNvPicPr>
            <a:picLocks noChangeAspect="1"/>
          </p:cNvPicPr>
          <p:nvPr/>
        </p:nvPicPr>
        <p:blipFill>
          <a:blip r:embed="rId3"/>
          <a:stretch>
            <a:fillRect/>
          </a:stretch>
        </p:blipFill>
        <p:spPr>
          <a:xfrm>
            <a:off x="1099318" y="2100874"/>
            <a:ext cx="9788093" cy="3996699"/>
          </a:xfrm>
          <a:prstGeom prst="rect">
            <a:avLst/>
          </a:prstGeom>
        </p:spPr>
      </p:pic>
    </p:spTree>
    <p:extLst>
      <p:ext uri="{BB962C8B-B14F-4D97-AF65-F5344CB8AC3E}">
        <p14:creationId xmlns:p14="http://schemas.microsoft.com/office/powerpoint/2010/main" val="555018272"/>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42900" y="365125"/>
            <a:ext cx="11614638" cy="593237"/>
          </a:xfrm>
        </p:spPr>
        <p:txBody>
          <a:bodyPr>
            <a:noAutofit/>
          </a:bodyPr>
          <a:lstStyle/>
          <a:p>
            <a:r>
              <a:rPr lang="en-US" sz="4800" b="1" dirty="0" err="1">
                <a:solidFill>
                  <a:srgbClr val="FF0000"/>
                </a:solidFill>
                <a:latin typeface="+mn-lt"/>
              </a:rPr>
              <a:t>Giới</a:t>
            </a:r>
            <a:r>
              <a:rPr lang="en-US" sz="4800" b="1" dirty="0">
                <a:solidFill>
                  <a:srgbClr val="FF0000"/>
                </a:solidFill>
                <a:latin typeface="+mn-lt"/>
              </a:rPr>
              <a:t> </a:t>
            </a:r>
            <a:r>
              <a:rPr lang="en-US" sz="4800" b="1" dirty="0" err="1">
                <a:solidFill>
                  <a:srgbClr val="FF0000"/>
                </a:solidFill>
                <a:latin typeface="+mn-lt"/>
              </a:rPr>
              <a:t>thiệu</a:t>
            </a:r>
            <a:r>
              <a:rPr lang="en-US" sz="4800" b="1" dirty="0">
                <a:solidFill>
                  <a:srgbClr val="FF0000"/>
                </a:solidFill>
                <a:latin typeface="+mn-lt"/>
              </a:rPr>
              <a:t> Entity Framework core</a:t>
            </a:r>
            <a:endParaRPr lang="en-US" sz="4800" b="1" dirty="0">
              <a:solidFill>
                <a:srgbClr val="FF0000"/>
              </a:solidFill>
              <a:latin typeface="+mn-lt"/>
              <a:ea typeface="Calibri" panose="020F0502020204030204" pitchFamily="34" charset="0"/>
              <a:cs typeface="Calibri" panose="020F0502020204030204" pitchFamily="34" charset="0"/>
            </a:endParaRPr>
          </a:p>
        </p:txBody>
      </p:sp>
      <p:sp>
        <p:nvSpPr>
          <p:cNvPr id="4" name="Footer Placeholder 3"/>
          <p:cNvSpPr>
            <a:spLocks noGrp="1"/>
          </p:cNvSpPr>
          <p:nvPr>
            <p:ph type="ftr" sz="quarter" idx="11"/>
          </p:nvPr>
        </p:nvSpPr>
        <p:spPr>
          <a:xfrm>
            <a:off x="4038600" y="6433038"/>
            <a:ext cx="4114800" cy="365125"/>
          </a:xfrm>
        </p:spPr>
        <p:txBody>
          <a:bodyPr/>
          <a:lstStyle/>
          <a:p>
            <a:r>
              <a:rPr lang="vi-VN" dirty="0"/>
              <a:t>Lập trình C#3</a:t>
            </a:r>
            <a:endParaRPr lang="en-US" dirty="0"/>
          </a:p>
        </p:txBody>
      </p:sp>
      <p:sp>
        <p:nvSpPr>
          <p:cNvPr id="5" name="Slide Number Placeholder 4"/>
          <p:cNvSpPr>
            <a:spLocks noGrp="1"/>
          </p:cNvSpPr>
          <p:nvPr>
            <p:ph type="sldNum" sz="quarter" idx="12"/>
          </p:nvPr>
        </p:nvSpPr>
        <p:spPr/>
        <p:txBody>
          <a:bodyPr/>
          <a:lstStyle/>
          <a:p>
            <a:fld id="{8AACEE26-D979-411F-B229-D9F26BAEDF07}" type="slidenum">
              <a:rPr lang="en-US" smtClean="0"/>
              <a:t>6</a:t>
            </a:fld>
            <a:endParaRPr lang="en-US" dirty="0"/>
          </a:p>
        </p:txBody>
      </p:sp>
      <p:sp>
        <p:nvSpPr>
          <p:cNvPr id="12" name="Rectangle 3">
            <a:extLst>
              <a:ext uri="{FF2B5EF4-FFF2-40B4-BE49-F238E27FC236}">
                <a16:creationId xmlns:a16="http://schemas.microsoft.com/office/drawing/2014/main" id="{9F5DB8A3-5580-499D-AB0C-169958D57F6D}"/>
              </a:ext>
            </a:extLst>
          </p:cNvPr>
          <p:cNvSpPr txBox="1">
            <a:spLocks noChangeArrowheads="1"/>
          </p:cNvSpPr>
          <p:nvPr/>
        </p:nvSpPr>
        <p:spPr>
          <a:xfrm>
            <a:off x="342900" y="1142512"/>
            <a:ext cx="11711354" cy="5029688"/>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Clr>
                <a:srgbClr val="FF5A33"/>
              </a:buClr>
              <a:buFont typeface="Wingdings" pitchFamily="2" charset="2"/>
              <a:buChar char="q"/>
              <a:defRPr sz="2800" kern="1200">
                <a:solidFill>
                  <a:schemeClr val="tx1"/>
                </a:solidFill>
                <a:latin typeface="Segoe UI" pitchFamily="34" charset="0"/>
                <a:ea typeface="+mn-ea"/>
                <a:cs typeface="Segoe UI" pitchFamily="34" charset="0"/>
              </a:defRPr>
            </a:lvl1pPr>
            <a:lvl2pPr marL="742950" indent="-285750" algn="l" defTabSz="914400" rtl="0" eaLnBrk="1" latinLnBrk="0" hangingPunct="1">
              <a:spcBef>
                <a:spcPct val="20000"/>
              </a:spcBef>
              <a:buClr>
                <a:srgbClr val="FF5A33"/>
              </a:buClr>
              <a:buFont typeface="Wingdings" pitchFamily="2" charset="2"/>
              <a:buChar char="v"/>
              <a:defRPr sz="2400" kern="1200">
                <a:solidFill>
                  <a:schemeClr val="tx1"/>
                </a:solidFill>
                <a:latin typeface="Segoe UI" pitchFamily="34" charset="0"/>
                <a:ea typeface="+mn-ea"/>
                <a:cs typeface="Segoe UI" pitchFamily="34" charset="0"/>
              </a:defRPr>
            </a:lvl2pPr>
            <a:lvl3pPr marL="1143000" indent="-228600" algn="l" defTabSz="914400" rtl="0" eaLnBrk="1" latinLnBrk="0" hangingPunct="1">
              <a:spcBef>
                <a:spcPct val="20000"/>
              </a:spcBef>
              <a:buClr>
                <a:srgbClr val="FF5A33"/>
              </a:buClr>
              <a:buFont typeface="Wingdings" pitchFamily="2" charset="2"/>
              <a:buChar char="Ø"/>
              <a:defRPr sz="2000" kern="1200">
                <a:solidFill>
                  <a:schemeClr val="tx1"/>
                </a:solidFill>
                <a:latin typeface="Segoe UI" pitchFamily="34" charset="0"/>
                <a:ea typeface="+mn-ea"/>
                <a:cs typeface="Segoe UI" pitchFamily="34" charset="0"/>
              </a:defRPr>
            </a:lvl3pPr>
            <a:lvl4pPr marL="1600200" indent="-228600" algn="l" defTabSz="914400" rtl="0" eaLnBrk="1" latinLnBrk="0" hangingPunct="1">
              <a:spcBef>
                <a:spcPct val="20000"/>
              </a:spcBef>
              <a:buClr>
                <a:srgbClr val="FF5A33"/>
              </a:buClr>
              <a:buFont typeface="Wingdings" pitchFamily="2" charset="2"/>
              <a:buChar char="ü"/>
              <a:defRPr sz="1800" kern="1200">
                <a:solidFill>
                  <a:schemeClr val="tx1"/>
                </a:solidFill>
                <a:latin typeface="Segoe UI" pitchFamily="34" charset="0"/>
                <a:ea typeface="+mn-ea"/>
                <a:cs typeface="Segoe UI" pitchFamily="34" charset="0"/>
              </a:defRPr>
            </a:lvl4pPr>
            <a:lvl5pPr marL="2057400" indent="-228600" algn="l" defTabSz="914400" rtl="0" eaLnBrk="1" latinLnBrk="0" hangingPunct="1">
              <a:spcBef>
                <a:spcPct val="20000"/>
              </a:spcBef>
              <a:buClr>
                <a:srgbClr val="FF5A33"/>
              </a:buClr>
              <a:buFont typeface="Wingdings" pitchFamily="2" charset="2"/>
              <a:buChar char="§"/>
              <a:defRPr sz="1800" kern="1200">
                <a:solidFill>
                  <a:schemeClr val="tx1"/>
                </a:solidFill>
                <a:latin typeface="Segoe UI" pitchFamily="34" charset="0"/>
                <a:ea typeface="+mn-ea"/>
                <a:cs typeface="Segoe UI"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3600" dirty="0"/>
              <a:t>Entity framework </a:t>
            </a:r>
            <a:r>
              <a:rPr lang="en-US" sz="3600" dirty="0" err="1"/>
              <a:t>là</a:t>
            </a:r>
            <a:r>
              <a:rPr lang="en-US" sz="3600" dirty="0"/>
              <a:t> </a:t>
            </a:r>
            <a:r>
              <a:rPr lang="en-US" sz="3600" dirty="0" err="1"/>
              <a:t>rất</a:t>
            </a:r>
            <a:r>
              <a:rPr lang="en-US" sz="3600" dirty="0"/>
              <a:t> </a:t>
            </a:r>
            <a:r>
              <a:rPr lang="en-US" sz="3600" dirty="0" err="1"/>
              <a:t>hữu</a:t>
            </a:r>
            <a:r>
              <a:rPr lang="en-US" sz="3600" dirty="0"/>
              <a:t> </a:t>
            </a:r>
            <a:r>
              <a:rPr lang="en-US" sz="3600" dirty="0" err="1"/>
              <a:t>ích</a:t>
            </a:r>
            <a:r>
              <a:rPr lang="en-US" sz="3600" dirty="0"/>
              <a:t> </a:t>
            </a:r>
            <a:r>
              <a:rPr lang="en-US" sz="3600" dirty="0" err="1"/>
              <a:t>trong</a:t>
            </a:r>
            <a:r>
              <a:rPr lang="en-US" sz="3600" dirty="0"/>
              <a:t> </a:t>
            </a:r>
            <a:r>
              <a:rPr lang="en-US" sz="3600" dirty="0" err="1"/>
              <a:t>ba</a:t>
            </a:r>
            <a:r>
              <a:rPr lang="en-US" sz="3600" dirty="0"/>
              <a:t> </a:t>
            </a:r>
            <a:r>
              <a:rPr lang="en-US" sz="3600" dirty="0" err="1"/>
              <a:t>tình</a:t>
            </a:r>
            <a:r>
              <a:rPr lang="en-US" sz="3600" dirty="0"/>
              <a:t> </a:t>
            </a:r>
            <a:r>
              <a:rPr lang="en-US" sz="3600" dirty="0" err="1"/>
              <a:t>huống</a:t>
            </a:r>
            <a:r>
              <a:rPr lang="en-US" sz="3600" dirty="0"/>
              <a:t>:</a:t>
            </a:r>
          </a:p>
          <a:p>
            <a:pPr lvl="1"/>
            <a:r>
              <a:rPr lang="en-US" sz="3200" dirty="0"/>
              <a:t>N</a:t>
            </a:r>
            <a:r>
              <a:rPr lang="vi-VN" sz="3200" dirty="0"/>
              <a:t>ếu bạn đã có một CSDL hoặc muốn thiết kế CSDL trước khi làm các phần khác của ứng dụng</a:t>
            </a:r>
            <a:endParaRPr lang="en-US" sz="3200" dirty="0"/>
          </a:p>
          <a:p>
            <a:pPr lvl="1"/>
            <a:r>
              <a:rPr lang="en-US" sz="3200" dirty="0" err="1"/>
              <a:t>Muốn</a:t>
            </a:r>
            <a:r>
              <a:rPr lang="en-US" sz="3200" dirty="0"/>
              <a:t> </a:t>
            </a:r>
            <a:r>
              <a:rPr lang="en-US" sz="3200" dirty="0" err="1"/>
              <a:t>tập</a:t>
            </a:r>
            <a:r>
              <a:rPr lang="en-US" sz="3200" dirty="0"/>
              <a:t> </a:t>
            </a:r>
            <a:r>
              <a:rPr lang="en-US" sz="3200" dirty="0" err="1"/>
              <a:t>trung</a:t>
            </a:r>
            <a:r>
              <a:rPr lang="en-US" sz="3200" dirty="0"/>
              <a:t> </a:t>
            </a:r>
            <a:r>
              <a:rPr lang="en-US" sz="3200" dirty="0" err="1"/>
              <a:t>vào</a:t>
            </a:r>
            <a:r>
              <a:rPr lang="en-US" sz="3200" dirty="0"/>
              <a:t> </a:t>
            </a:r>
            <a:r>
              <a:rPr lang="en-US" sz="3200" dirty="0" err="1"/>
              <a:t>các</a:t>
            </a:r>
            <a:r>
              <a:rPr lang="en-US" sz="3200" dirty="0"/>
              <a:t> domain class </a:t>
            </a:r>
            <a:r>
              <a:rPr lang="en-US" sz="3200" dirty="0" err="1"/>
              <a:t>rồi</a:t>
            </a:r>
            <a:r>
              <a:rPr lang="en-US" sz="3200" dirty="0"/>
              <a:t>  </a:t>
            </a:r>
            <a:r>
              <a:rPr lang="en-US" sz="3200" dirty="0" err="1"/>
              <a:t>mới</a:t>
            </a:r>
            <a:r>
              <a:rPr lang="en-US" sz="3200" dirty="0"/>
              <a:t> </a:t>
            </a:r>
            <a:r>
              <a:rPr lang="en-US" sz="3200" dirty="0" err="1"/>
              <a:t>tạo</a:t>
            </a:r>
            <a:r>
              <a:rPr lang="en-US" sz="3200" dirty="0"/>
              <a:t> CSDL </a:t>
            </a:r>
            <a:r>
              <a:rPr lang="en-US" sz="3200" dirty="0" err="1"/>
              <a:t>từ</a:t>
            </a:r>
            <a:r>
              <a:rPr lang="en-US" sz="3200" dirty="0"/>
              <a:t> </a:t>
            </a:r>
            <a:r>
              <a:rPr lang="en-US" sz="3200" dirty="0" err="1"/>
              <a:t>các</a:t>
            </a:r>
            <a:r>
              <a:rPr lang="en-US" sz="3200" dirty="0"/>
              <a:t> domain class </a:t>
            </a:r>
            <a:r>
              <a:rPr lang="en-US" sz="3200" dirty="0" err="1"/>
              <a:t>đó</a:t>
            </a:r>
            <a:r>
              <a:rPr lang="en-US" sz="3200" dirty="0"/>
              <a:t>.</a:t>
            </a:r>
          </a:p>
          <a:p>
            <a:pPr lvl="1"/>
            <a:r>
              <a:rPr lang="en-US" sz="3200" dirty="0"/>
              <a:t> </a:t>
            </a:r>
            <a:r>
              <a:rPr lang="en-US" sz="3200" dirty="0" err="1"/>
              <a:t>Muốn</a:t>
            </a:r>
            <a:r>
              <a:rPr lang="en-US" sz="3200" dirty="0"/>
              <a:t> </a:t>
            </a:r>
            <a:r>
              <a:rPr lang="en-US" sz="3200" dirty="0" err="1"/>
              <a:t>thiết</a:t>
            </a:r>
            <a:r>
              <a:rPr lang="en-US" sz="3200" dirty="0"/>
              <a:t> </a:t>
            </a:r>
            <a:r>
              <a:rPr lang="en-US" sz="3200" dirty="0" err="1"/>
              <a:t>kế</a:t>
            </a:r>
            <a:r>
              <a:rPr lang="en-US" sz="3200" dirty="0"/>
              <a:t> schema </a:t>
            </a:r>
            <a:r>
              <a:rPr lang="en-US" sz="3200" dirty="0" err="1"/>
              <a:t>của</a:t>
            </a:r>
            <a:r>
              <a:rPr lang="en-US" sz="3200" dirty="0"/>
              <a:t> CSDL </a:t>
            </a:r>
            <a:r>
              <a:rPr lang="en-US" sz="3200" dirty="0" err="1"/>
              <a:t>trên</a:t>
            </a:r>
            <a:r>
              <a:rPr lang="en-US" sz="3200" dirty="0"/>
              <a:t> visual designer </a:t>
            </a:r>
            <a:r>
              <a:rPr lang="en-US" sz="3200" dirty="0" err="1"/>
              <a:t>rồi</a:t>
            </a:r>
            <a:r>
              <a:rPr lang="en-US" sz="3200" dirty="0"/>
              <a:t> </a:t>
            </a:r>
            <a:r>
              <a:rPr lang="en-US" sz="3200" dirty="0" err="1"/>
              <a:t>mới</a:t>
            </a:r>
            <a:r>
              <a:rPr lang="en-US" sz="3200" dirty="0"/>
              <a:t> </a:t>
            </a:r>
            <a:r>
              <a:rPr lang="en-US" sz="3200" dirty="0" err="1"/>
              <a:t>tạo</a:t>
            </a:r>
            <a:r>
              <a:rPr lang="en-US" sz="3200" dirty="0"/>
              <a:t> CSDL </a:t>
            </a:r>
            <a:r>
              <a:rPr lang="en-US" sz="3200" dirty="0" err="1"/>
              <a:t>và</a:t>
            </a:r>
            <a:r>
              <a:rPr lang="en-US" sz="3200" dirty="0"/>
              <a:t> </a:t>
            </a:r>
            <a:r>
              <a:rPr lang="en-US" sz="3200" dirty="0" err="1"/>
              <a:t>các</a:t>
            </a:r>
            <a:r>
              <a:rPr lang="en-US" sz="3200" dirty="0"/>
              <a:t> class.</a:t>
            </a:r>
          </a:p>
        </p:txBody>
      </p:sp>
      <p:pic>
        <p:nvPicPr>
          <p:cNvPr id="6" name="Picture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439340" y="0"/>
            <a:ext cx="1828919" cy="1312750"/>
          </a:xfrm>
          <a:prstGeom prst="rect">
            <a:avLst/>
          </a:prstGeom>
        </p:spPr>
      </p:pic>
    </p:spTree>
    <p:extLst>
      <p:ext uri="{BB962C8B-B14F-4D97-AF65-F5344CB8AC3E}">
        <p14:creationId xmlns:p14="http://schemas.microsoft.com/office/powerpoint/2010/main" val="2866858841"/>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42900" y="365125"/>
            <a:ext cx="11614638" cy="593237"/>
          </a:xfrm>
        </p:spPr>
        <p:txBody>
          <a:bodyPr>
            <a:noAutofit/>
          </a:bodyPr>
          <a:lstStyle/>
          <a:p>
            <a:r>
              <a:rPr lang="en-US" sz="4800" b="1" dirty="0" err="1">
                <a:solidFill>
                  <a:srgbClr val="FF0000"/>
                </a:solidFill>
                <a:latin typeface="+mn-lt"/>
              </a:rPr>
              <a:t>Các</a:t>
            </a:r>
            <a:r>
              <a:rPr lang="en-US" sz="4800" b="1" dirty="0">
                <a:solidFill>
                  <a:srgbClr val="FF0000"/>
                </a:solidFill>
                <a:latin typeface="+mn-lt"/>
              </a:rPr>
              <a:t> </a:t>
            </a:r>
            <a:r>
              <a:rPr lang="en-US" sz="4800" b="1" dirty="0" err="1">
                <a:solidFill>
                  <a:srgbClr val="FF0000"/>
                </a:solidFill>
                <a:latin typeface="+mn-lt"/>
              </a:rPr>
              <a:t>tính</a:t>
            </a:r>
            <a:r>
              <a:rPr lang="en-US" sz="4800" b="1" dirty="0">
                <a:solidFill>
                  <a:srgbClr val="FF0000"/>
                </a:solidFill>
                <a:latin typeface="+mn-lt"/>
              </a:rPr>
              <a:t> </a:t>
            </a:r>
            <a:r>
              <a:rPr lang="en-US" sz="4800" b="1" dirty="0" err="1">
                <a:solidFill>
                  <a:srgbClr val="FF0000"/>
                </a:solidFill>
                <a:latin typeface="+mn-lt"/>
              </a:rPr>
              <a:t>năng</a:t>
            </a:r>
            <a:r>
              <a:rPr lang="en-US" sz="4800" b="1" dirty="0">
                <a:solidFill>
                  <a:srgbClr val="FF0000"/>
                </a:solidFill>
                <a:latin typeface="+mn-lt"/>
              </a:rPr>
              <a:t> </a:t>
            </a:r>
            <a:r>
              <a:rPr lang="en-US" sz="4800" b="1" dirty="0" err="1">
                <a:solidFill>
                  <a:srgbClr val="FF0000"/>
                </a:solidFill>
                <a:latin typeface="+mn-lt"/>
              </a:rPr>
              <a:t>chính</a:t>
            </a:r>
            <a:r>
              <a:rPr lang="en-US" sz="4800" b="1" dirty="0">
                <a:solidFill>
                  <a:srgbClr val="FF0000"/>
                </a:solidFill>
                <a:latin typeface="+mn-lt"/>
              </a:rPr>
              <a:t> </a:t>
            </a:r>
            <a:r>
              <a:rPr lang="en-US" sz="4800" b="1" dirty="0" err="1">
                <a:solidFill>
                  <a:srgbClr val="FF0000"/>
                </a:solidFill>
                <a:latin typeface="+mn-lt"/>
              </a:rPr>
              <a:t>của</a:t>
            </a:r>
            <a:r>
              <a:rPr lang="en-US" sz="4800" b="1" dirty="0">
                <a:solidFill>
                  <a:srgbClr val="FF0000"/>
                </a:solidFill>
                <a:latin typeface="+mn-lt"/>
              </a:rPr>
              <a:t> EF Core</a:t>
            </a:r>
            <a:endParaRPr lang="en-US" sz="4800" b="1" dirty="0">
              <a:solidFill>
                <a:srgbClr val="FF0000"/>
              </a:solidFill>
              <a:latin typeface="+mn-lt"/>
              <a:ea typeface="Calibri" panose="020F0502020204030204" pitchFamily="34" charset="0"/>
              <a:cs typeface="Calibri" panose="020F0502020204030204" pitchFamily="34" charset="0"/>
            </a:endParaRPr>
          </a:p>
        </p:txBody>
      </p:sp>
      <p:sp>
        <p:nvSpPr>
          <p:cNvPr id="4" name="Footer Placeholder 3"/>
          <p:cNvSpPr>
            <a:spLocks noGrp="1"/>
          </p:cNvSpPr>
          <p:nvPr>
            <p:ph type="ftr" sz="quarter" idx="11"/>
          </p:nvPr>
        </p:nvSpPr>
        <p:spPr>
          <a:xfrm>
            <a:off x="4038600" y="6433038"/>
            <a:ext cx="4114800" cy="365125"/>
          </a:xfrm>
        </p:spPr>
        <p:txBody>
          <a:bodyPr/>
          <a:lstStyle/>
          <a:p>
            <a:r>
              <a:rPr lang="vi-VN" dirty="0"/>
              <a:t>Lập trình C#3</a:t>
            </a:r>
            <a:endParaRPr lang="en-US" dirty="0"/>
          </a:p>
        </p:txBody>
      </p:sp>
      <p:sp>
        <p:nvSpPr>
          <p:cNvPr id="5" name="Slide Number Placeholder 4"/>
          <p:cNvSpPr>
            <a:spLocks noGrp="1"/>
          </p:cNvSpPr>
          <p:nvPr>
            <p:ph type="sldNum" sz="quarter" idx="12"/>
          </p:nvPr>
        </p:nvSpPr>
        <p:spPr/>
        <p:txBody>
          <a:bodyPr/>
          <a:lstStyle/>
          <a:p>
            <a:fld id="{8AACEE26-D979-411F-B229-D9F26BAEDF07}" type="slidenum">
              <a:rPr lang="en-US" smtClean="0"/>
              <a:t>7</a:t>
            </a:fld>
            <a:endParaRPr lang="en-US" dirty="0"/>
          </a:p>
        </p:txBody>
      </p:sp>
      <p:sp>
        <p:nvSpPr>
          <p:cNvPr id="12" name="Rectangle 3">
            <a:extLst>
              <a:ext uri="{FF2B5EF4-FFF2-40B4-BE49-F238E27FC236}">
                <a16:creationId xmlns:a16="http://schemas.microsoft.com/office/drawing/2014/main" id="{9F5DB8A3-5580-499D-AB0C-169958D57F6D}"/>
              </a:ext>
            </a:extLst>
          </p:cNvPr>
          <p:cNvSpPr txBox="1">
            <a:spLocks noChangeArrowheads="1"/>
          </p:cNvSpPr>
          <p:nvPr/>
        </p:nvSpPr>
        <p:spPr>
          <a:xfrm>
            <a:off x="342900" y="1142512"/>
            <a:ext cx="11711354" cy="5029688"/>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Clr>
                <a:srgbClr val="FF5A33"/>
              </a:buClr>
              <a:buFont typeface="Wingdings" pitchFamily="2" charset="2"/>
              <a:buChar char="q"/>
              <a:defRPr sz="2800" kern="1200">
                <a:solidFill>
                  <a:schemeClr val="tx1"/>
                </a:solidFill>
                <a:latin typeface="Segoe UI" pitchFamily="34" charset="0"/>
                <a:ea typeface="+mn-ea"/>
                <a:cs typeface="Segoe UI" pitchFamily="34" charset="0"/>
              </a:defRPr>
            </a:lvl1pPr>
            <a:lvl2pPr marL="742950" indent="-285750" algn="l" defTabSz="914400" rtl="0" eaLnBrk="1" latinLnBrk="0" hangingPunct="1">
              <a:spcBef>
                <a:spcPct val="20000"/>
              </a:spcBef>
              <a:buClr>
                <a:srgbClr val="FF5A33"/>
              </a:buClr>
              <a:buFont typeface="Wingdings" pitchFamily="2" charset="2"/>
              <a:buChar char="v"/>
              <a:defRPr sz="2400" kern="1200">
                <a:solidFill>
                  <a:schemeClr val="tx1"/>
                </a:solidFill>
                <a:latin typeface="Segoe UI" pitchFamily="34" charset="0"/>
                <a:ea typeface="+mn-ea"/>
                <a:cs typeface="Segoe UI" pitchFamily="34" charset="0"/>
              </a:defRPr>
            </a:lvl2pPr>
            <a:lvl3pPr marL="1143000" indent="-228600" algn="l" defTabSz="914400" rtl="0" eaLnBrk="1" latinLnBrk="0" hangingPunct="1">
              <a:spcBef>
                <a:spcPct val="20000"/>
              </a:spcBef>
              <a:buClr>
                <a:srgbClr val="FF5A33"/>
              </a:buClr>
              <a:buFont typeface="Wingdings" pitchFamily="2" charset="2"/>
              <a:buChar char="Ø"/>
              <a:defRPr sz="2000" kern="1200">
                <a:solidFill>
                  <a:schemeClr val="tx1"/>
                </a:solidFill>
                <a:latin typeface="Segoe UI" pitchFamily="34" charset="0"/>
                <a:ea typeface="+mn-ea"/>
                <a:cs typeface="Segoe UI" pitchFamily="34" charset="0"/>
              </a:defRPr>
            </a:lvl3pPr>
            <a:lvl4pPr marL="1600200" indent="-228600" algn="l" defTabSz="914400" rtl="0" eaLnBrk="1" latinLnBrk="0" hangingPunct="1">
              <a:spcBef>
                <a:spcPct val="20000"/>
              </a:spcBef>
              <a:buClr>
                <a:srgbClr val="FF5A33"/>
              </a:buClr>
              <a:buFont typeface="Wingdings" pitchFamily="2" charset="2"/>
              <a:buChar char="ü"/>
              <a:defRPr sz="1800" kern="1200">
                <a:solidFill>
                  <a:schemeClr val="tx1"/>
                </a:solidFill>
                <a:latin typeface="Segoe UI" pitchFamily="34" charset="0"/>
                <a:ea typeface="+mn-ea"/>
                <a:cs typeface="Segoe UI" pitchFamily="34" charset="0"/>
              </a:defRPr>
            </a:lvl4pPr>
            <a:lvl5pPr marL="2057400" indent="-228600" algn="l" defTabSz="914400" rtl="0" eaLnBrk="1" latinLnBrk="0" hangingPunct="1">
              <a:spcBef>
                <a:spcPct val="20000"/>
              </a:spcBef>
              <a:buClr>
                <a:srgbClr val="FF5A33"/>
              </a:buClr>
              <a:buFont typeface="Wingdings" pitchFamily="2" charset="2"/>
              <a:buChar char="§"/>
              <a:defRPr sz="1800" kern="1200">
                <a:solidFill>
                  <a:schemeClr val="tx1"/>
                </a:solidFill>
                <a:latin typeface="Segoe UI" pitchFamily="34" charset="0"/>
                <a:ea typeface="+mn-ea"/>
                <a:cs typeface="Segoe UI"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dirty="0" err="1">
                <a:solidFill>
                  <a:srgbClr val="2A2A2A"/>
                </a:solidFill>
                <a:highlight>
                  <a:srgbClr val="FFFFFF"/>
                </a:highlight>
                <a:latin typeface="lora" pitchFamily="2" charset="0"/>
              </a:rPr>
              <a:t>DbContext</a:t>
            </a:r>
            <a:r>
              <a:rPr lang="en-US" dirty="0">
                <a:solidFill>
                  <a:srgbClr val="2A2A2A"/>
                </a:solidFill>
                <a:highlight>
                  <a:srgbClr val="FFFFFF"/>
                </a:highlight>
                <a:latin typeface="lora" pitchFamily="2" charset="0"/>
              </a:rPr>
              <a:t> &amp; </a:t>
            </a:r>
            <a:r>
              <a:rPr lang="en-US" dirty="0" err="1">
                <a:solidFill>
                  <a:srgbClr val="2A2A2A"/>
                </a:solidFill>
                <a:highlight>
                  <a:srgbClr val="FFFFFF"/>
                </a:highlight>
                <a:latin typeface="lora" pitchFamily="2" charset="0"/>
              </a:rPr>
              <a:t>DbSet</a:t>
            </a:r>
            <a:r>
              <a:rPr lang="en-US" dirty="0">
                <a:solidFill>
                  <a:srgbClr val="2A2A2A"/>
                </a:solidFill>
                <a:highlight>
                  <a:srgbClr val="FFFFFF"/>
                </a:highlight>
                <a:latin typeface="lora" pitchFamily="2" charset="0"/>
              </a:rPr>
              <a:t> </a:t>
            </a:r>
            <a:r>
              <a:rPr lang="en-US" dirty="0" err="1">
                <a:solidFill>
                  <a:srgbClr val="2A2A2A"/>
                </a:solidFill>
                <a:highlight>
                  <a:srgbClr val="FFFFFF"/>
                </a:highlight>
                <a:latin typeface="lora" pitchFamily="2" charset="0"/>
              </a:rPr>
              <a:t>các</a:t>
            </a:r>
            <a:r>
              <a:rPr lang="en-US" dirty="0">
                <a:solidFill>
                  <a:srgbClr val="2A2A2A"/>
                </a:solidFill>
                <a:highlight>
                  <a:srgbClr val="FFFFFF"/>
                </a:highlight>
                <a:latin typeface="lora" pitchFamily="2" charset="0"/>
              </a:rPr>
              <a:t> </a:t>
            </a:r>
            <a:r>
              <a:rPr lang="en-US" dirty="0" err="1">
                <a:solidFill>
                  <a:srgbClr val="2A2A2A"/>
                </a:solidFill>
                <a:highlight>
                  <a:srgbClr val="FFFFFF"/>
                </a:highlight>
                <a:latin typeface="lora" pitchFamily="2" charset="0"/>
              </a:rPr>
              <a:t>lớp</a:t>
            </a:r>
            <a:r>
              <a:rPr lang="en-US" dirty="0">
                <a:solidFill>
                  <a:srgbClr val="2A2A2A"/>
                </a:solidFill>
                <a:highlight>
                  <a:srgbClr val="FFFFFF"/>
                </a:highlight>
                <a:latin typeface="lora" pitchFamily="2" charset="0"/>
              </a:rPr>
              <a:t> </a:t>
            </a:r>
            <a:r>
              <a:rPr lang="vi-VN" dirty="0"/>
              <a:t>trung tâm trong EF Core, đại diện cho một phiên làm việc với cơ sở dữ liệu</a:t>
            </a:r>
            <a:endParaRPr lang="en-US" dirty="0"/>
          </a:p>
          <a:p>
            <a:r>
              <a:rPr lang="vi-VN" dirty="0"/>
              <a:t>Migrations: Quản lý các thay đổi của cơ sở dữ liệu theo cách dễ dàng. Bạn có thể tạo, cập nhật, và xóa các schema cơ sở dữ liệu.</a:t>
            </a:r>
            <a:endParaRPr lang="en-US" dirty="0"/>
          </a:p>
          <a:p>
            <a:r>
              <a:rPr lang="vi-VN" dirty="0"/>
              <a:t>LINQ Queries: Viết truy vấn dữ liệu bằng ngôn ngữ LINQ, giúp mã nguồn dễ đọc và bảo trì hơn.</a:t>
            </a:r>
            <a:endParaRPr lang="en-US" dirty="0"/>
          </a:p>
          <a:p>
            <a:r>
              <a:rPr lang="en-US" dirty="0"/>
              <a:t>CRUD: </a:t>
            </a:r>
            <a:r>
              <a:rPr lang="en-US" dirty="0" err="1"/>
              <a:t>các</a:t>
            </a:r>
            <a:r>
              <a:rPr lang="en-US" dirty="0"/>
              <a:t> </a:t>
            </a:r>
            <a:r>
              <a:rPr lang="en-US" dirty="0" err="1"/>
              <a:t>thao</a:t>
            </a:r>
            <a:r>
              <a:rPr lang="en-US" dirty="0"/>
              <a:t> </a:t>
            </a:r>
            <a:r>
              <a:rPr lang="en-US" dirty="0" err="1"/>
              <a:t>tác</a:t>
            </a:r>
            <a:r>
              <a:rPr lang="en-US" dirty="0"/>
              <a:t> </a:t>
            </a:r>
            <a:r>
              <a:rPr lang="en-US" dirty="0" err="1"/>
              <a:t>hỗ</a:t>
            </a:r>
            <a:r>
              <a:rPr lang="en-US" dirty="0"/>
              <a:t> </a:t>
            </a:r>
            <a:r>
              <a:rPr lang="en-US" dirty="0" err="1"/>
              <a:t>trợ</a:t>
            </a:r>
            <a:r>
              <a:rPr lang="en-US" dirty="0"/>
              <a:t> </a:t>
            </a:r>
            <a:r>
              <a:rPr lang="en-US" dirty="0" err="1"/>
              <a:t>nhanh</a:t>
            </a:r>
            <a:r>
              <a:rPr lang="en-US" dirty="0"/>
              <a:t>.</a:t>
            </a:r>
          </a:p>
          <a:p>
            <a:r>
              <a:rPr lang="vi-VN" dirty="0"/>
              <a:t>Change Tracking: Theo dõi và lưu trữ các thay đổi đối tượng để có thể cập nhật cơ sở dữ liệu khi cần.</a:t>
            </a:r>
            <a:endParaRPr lang="en-US" dirty="0"/>
          </a:p>
          <a:p>
            <a:r>
              <a:rPr lang="vi-VN" dirty="0"/>
              <a:t>Lazy Loading &amp; Eager Loading: Hỗ trợ các phương pháp tải dữ liệu liên quan theo nhu cầu, giúp tối ưu hóa hiệu suất.</a:t>
            </a:r>
            <a:endParaRPr lang="en-US" dirty="0"/>
          </a:p>
        </p:txBody>
      </p:sp>
      <p:pic>
        <p:nvPicPr>
          <p:cNvPr id="6" name="Picture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439340" y="0"/>
            <a:ext cx="1828919" cy="1312750"/>
          </a:xfrm>
          <a:prstGeom prst="rect">
            <a:avLst/>
          </a:prstGeom>
        </p:spPr>
      </p:pic>
    </p:spTree>
    <p:extLst>
      <p:ext uri="{BB962C8B-B14F-4D97-AF65-F5344CB8AC3E}">
        <p14:creationId xmlns:p14="http://schemas.microsoft.com/office/powerpoint/2010/main" val="2596303050"/>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42900" y="365125"/>
            <a:ext cx="11614638" cy="593237"/>
          </a:xfrm>
        </p:spPr>
        <p:txBody>
          <a:bodyPr>
            <a:noAutofit/>
          </a:bodyPr>
          <a:lstStyle/>
          <a:p>
            <a:r>
              <a:rPr lang="en-US" sz="4800" b="1" dirty="0" err="1">
                <a:solidFill>
                  <a:srgbClr val="FF0000"/>
                </a:solidFill>
                <a:latin typeface="+mn-lt"/>
              </a:rPr>
              <a:t>Cách</a:t>
            </a:r>
            <a:r>
              <a:rPr lang="en-US" sz="4800" b="1" dirty="0">
                <a:solidFill>
                  <a:srgbClr val="FF0000"/>
                </a:solidFill>
                <a:latin typeface="+mn-lt"/>
              </a:rPr>
              <a:t> </a:t>
            </a:r>
            <a:r>
              <a:rPr lang="en-US" sz="4800" b="1" dirty="0" err="1">
                <a:solidFill>
                  <a:srgbClr val="FF0000"/>
                </a:solidFill>
                <a:latin typeface="+mn-lt"/>
              </a:rPr>
              <a:t>dùng</a:t>
            </a:r>
            <a:r>
              <a:rPr lang="en-US" sz="4800" b="1" dirty="0">
                <a:solidFill>
                  <a:srgbClr val="FF0000"/>
                </a:solidFill>
                <a:latin typeface="+mn-lt"/>
              </a:rPr>
              <a:t> Entity Framework core</a:t>
            </a:r>
            <a:endParaRPr lang="en-US" sz="4800" b="1" dirty="0">
              <a:solidFill>
                <a:srgbClr val="FF0000"/>
              </a:solidFill>
              <a:latin typeface="+mn-lt"/>
              <a:ea typeface="Calibri" panose="020F0502020204030204" pitchFamily="34" charset="0"/>
              <a:cs typeface="Calibri" panose="020F0502020204030204" pitchFamily="34" charset="0"/>
            </a:endParaRPr>
          </a:p>
        </p:txBody>
      </p:sp>
      <p:sp>
        <p:nvSpPr>
          <p:cNvPr id="4" name="Footer Placeholder 3"/>
          <p:cNvSpPr>
            <a:spLocks noGrp="1"/>
          </p:cNvSpPr>
          <p:nvPr>
            <p:ph type="ftr" sz="quarter" idx="11"/>
          </p:nvPr>
        </p:nvSpPr>
        <p:spPr>
          <a:xfrm>
            <a:off x="4038600" y="6433038"/>
            <a:ext cx="4114800" cy="365125"/>
          </a:xfrm>
        </p:spPr>
        <p:txBody>
          <a:bodyPr/>
          <a:lstStyle/>
          <a:p>
            <a:r>
              <a:rPr lang="vi-VN" dirty="0"/>
              <a:t>Lập trình C#3</a:t>
            </a:r>
            <a:endParaRPr lang="en-US" dirty="0"/>
          </a:p>
        </p:txBody>
      </p:sp>
      <p:sp>
        <p:nvSpPr>
          <p:cNvPr id="5" name="Slide Number Placeholder 4"/>
          <p:cNvSpPr>
            <a:spLocks noGrp="1"/>
          </p:cNvSpPr>
          <p:nvPr>
            <p:ph type="sldNum" sz="quarter" idx="12"/>
          </p:nvPr>
        </p:nvSpPr>
        <p:spPr/>
        <p:txBody>
          <a:bodyPr/>
          <a:lstStyle/>
          <a:p>
            <a:fld id="{8AACEE26-D979-411F-B229-D9F26BAEDF07}" type="slidenum">
              <a:rPr lang="en-US" smtClean="0"/>
              <a:t>8</a:t>
            </a:fld>
            <a:endParaRPr lang="en-US" dirty="0"/>
          </a:p>
        </p:txBody>
      </p:sp>
      <p:sp>
        <p:nvSpPr>
          <p:cNvPr id="12" name="Rectangle 3">
            <a:extLst>
              <a:ext uri="{FF2B5EF4-FFF2-40B4-BE49-F238E27FC236}">
                <a16:creationId xmlns:a16="http://schemas.microsoft.com/office/drawing/2014/main" id="{9F5DB8A3-5580-499D-AB0C-169958D57F6D}"/>
              </a:ext>
            </a:extLst>
          </p:cNvPr>
          <p:cNvSpPr txBox="1">
            <a:spLocks noChangeArrowheads="1"/>
          </p:cNvSpPr>
          <p:nvPr/>
        </p:nvSpPr>
        <p:spPr>
          <a:xfrm>
            <a:off x="342900" y="1142512"/>
            <a:ext cx="11711354" cy="5029688"/>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Clr>
                <a:srgbClr val="FF5A33"/>
              </a:buClr>
              <a:buFont typeface="Wingdings" pitchFamily="2" charset="2"/>
              <a:buChar char="q"/>
              <a:defRPr sz="2800" kern="1200">
                <a:solidFill>
                  <a:schemeClr val="tx1"/>
                </a:solidFill>
                <a:latin typeface="Segoe UI" pitchFamily="34" charset="0"/>
                <a:ea typeface="+mn-ea"/>
                <a:cs typeface="Segoe UI" pitchFamily="34" charset="0"/>
              </a:defRPr>
            </a:lvl1pPr>
            <a:lvl2pPr marL="742950" indent="-285750" algn="l" defTabSz="914400" rtl="0" eaLnBrk="1" latinLnBrk="0" hangingPunct="1">
              <a:spcBef>
                <a:spcPct val="20000"/>
              </a:spcBef>
              <a:buClr>
                <a:srgbClr val="FF5A33"/>
              </a:buClr>
              <a:buFont typeface="Wingdings" pitchFamily="2" charset="2"/>
              <a:buChar char="v"/>
              <a:defRPr sz="2400" kern="1200">
                <a:solidFill>
                  <a:schemeClr val="tx1"/>
                </a:solidFill>
                <a:latin typeface="Segoe UI" pitchFamily="34" charset="0"/>
                <a:ea typeface="+mn-ea"/>
                <a:cs typeface="Segoe UI" pitchFamily="34" charset="0"/>
              </a:defRPr>
            </a:lvl2pPr>
            <a:lvl3pPr marL="1143000" indent="-228600" algn="l" defTabSz="914400" rtl="0" eaLnBrk="1" latinLnBrk="0" hangingPunct="1">
              <a:spcBef>
                <a:spcPct val="20000"/>
              </a:spcBef>
              <a:buClr>
                <a:srgbClr val="FF5A33"/>
              </a:buClr>
              <a:buFont typeface="Wingdings" pitchFamily="2" charset="2"/>
              <a:buChar char="Ø"/>
              <a:defRPr sz="2000" kern="1200">
                <a:solidFill>
                  <a:schemeClr val="tx1"/>
                </a:solidFill>
                <a:latin typeface="Segoe UI" pitchFamily="34" charset="0"/>
                <a:ea typeface="+mn-ea"/>
                <a:cs typeface="Segoe UI" pitchFamily="34" charset="0"/>
              </a:defRPr>
            </a:lvl3pPr>
            <a:lvl4pPr marL="1600200" indent="-228600" algn="l" defTabSz="914400" rtl="0" eaLnBrk="1" latinLnBrk="0" hangingPunct="1">
              <a:spcBef>
                <a:spcPct val="20000"/>
              </a:spcBef>
              <a:buClr>
                <a:srgbClr val="FF5A33"/>
              </a:buClr>
              <a:buFont typeface="Wingdings" pitchFamily="2" charset="2"/>
              <a:buChar char="ü"/>
              <a:defRPr sz="1800" kern="1200">
                <a:solidFill>
                  <a:schemeClr val="tx1"/>
                </a:solidFill>
                <a:latin typeface="Segoe UI" pitchFamily="34" charset="0"/>
                <a:ea typeface="+mn-ea"/>
                <a:cs typeface="Segoe UI" pitchFamily="34" charset="0"/>
              </a:defRPr>
            </a:lvl4pPr>
            <a:lvl5pPr marL="2057400" indent="-228600" algn="l" defTabSz="914400" rtl="0" eaLnBrk="1" latinLnBrk="0" hangingPunct="1">
              <a:spcBef>
                <a:spcPct val="20000"/>
              </a:spcBef>
              <a:buClr>
                <a:srgbClr val="FF5A33"/>
              </a:buClr>
              <a:buFont typeface="Wingdings" pitchFamily="2" charset="2"/>
              <a:buChar char="§"/>
              <a:defRPr sz="1800" kern="1200">
                <a:solidFill>
                  <a:schemeClr val="tx1"/>
                </a:solidFill>
                <a:latin typeface="Segoe UI" pitchFamily="34" charset="0"/>
                <a:ea typeface="+mn-ea"/>
                <a:cs typeface="Segoe UI"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endParaRPr lang="en-US" dirty="0"/>
          </a:p>
        </p:txBody>
      </p:sp>
      <p:pic>
        <p:nvPicPr>
          <p:cNvPr id="6" name="Picture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439340" y="0"/>
            <a:ext cx="1828919" cy="1312750"/>
          </a:xfrm>
          <a:prstGeom prst="rect">
            <a:avLst/>
          </a:prstGeom>
        </p:spPr>
      </p:pic>
      <p:pic>
        <p:nvPicPr>
          <p:cNvPr id="7" name="Picture 2" descr="Entity Framework overview">
            <a:extLst>
              <a:ext uri="{FF2B5EF4-FFF2-40B4-BE49-F238E27FC236}">
                <a16:creationId xmlns:a16="http://schemas.microsoft.com/office/drawing/2014/main" id="{84CCC5F7-673E-45F0-B0DF-9A2B47162E1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35115" y="1079012"/>
            <a:ext cx="6969369" cy="535402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16457528"/>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42900" y="365125"/>
            <a:ext cx="11614638" cy="593237"/>
          </a:xfrm>
        </p:spPr>
        <p:txBody>
          <a:bodyPr>
            <a:noAutofit/>
          </a:bodyPr>
          <a:lstStyle/>
          <a:p>
            <a:r>
              <a:rPr lang="en-US" sz="4800" b="1" dirty="0" err="1">
                <a:solidFill>
                  <a:srgbClr val="FF0000"/>
                </a:solidFill>
                <a:latin typeface="+mn-lt"/>
              </a:rPr>
              <a:t>Cách</a:t>
            </a:r>
            <a:r>
              <a:rPr lang="en-US" sz="4800" b="1" dirty="0">
                <a:solidFill>
                  <a:srgbClr val="FF0000"/>
                </a:solidFill>
                <a:latin typeface="+mn-lt"/>
              </a:rPr>
              <a:t> </a:t>
            </a:r>
            <a:r>
              <a:rPr lang="en-US" sz="4800" b="1" dirty="0" err="1">
                <a:solidFill>
                  <a:srgbClr val="FF0000"/>
                </a:solidFill>
                <a:latin typeface="+mn-lt"/>
              </a:rPr>
              <a:t>dùng</a:t>
            </a:r>
            <a:r>
              <a:rPr lang="en-US" sz="4800" b="1" dirty="0">
                <a:solidFill>
                  <a:srgbClr val="FF0000"/>
                </a:solidFill>
                <a:latin typeface="+mn-lt"/>
              </a:rPr>
              <a:t> Entity Framework core</a:t>
            </a:r>
            <a:endParaRPr lang="en-US" sz="4800" b="1" dirty="0">
              <a:solidFill>
                <a:srgbClr val="FF0000"/>
              </a:solidFill>
              <a:latin typeface="+mn-lt"/>
              <a:ea typeface="Calibri" panose="020F0502020204030204" pitchFamily="34" charset="0"/>
              <a:cs typeface="Calibri" panose="020F0502020204030204" pitchFamily="34" charset="0"/>
            </a:endParaRPr>
          </a:p>
        </p:txBody>
      </p:sp>
      <p:sp>
        <p:nvSpPr>
          <p:cNvPr id="4" name="Footer Placeholder 3"/>
          <p:cNvSpPr>
            <a:spLocks noGrp="1"/>
          </p:cNvSpPr>
          <p:nvPr>
            <p:ph type="ftr" sz="quarter" idx="11"/>
          </p:nvPr>
        </p:nvSpPr>
        <p:spPr>
          <a:xfrm>
            <a:off x="4038600" y="6433038"/>
            <a:ext cx="4114800" cy="365125"/>
          </a:xfrm>
        </p:spPr>
        <p:txBody>
          <a:bodyPr/>
          <a:lstStyle/>
          <a:p>
            <a:r>
              <a:rPr lang="vi-VN" dirty="0"/>
              <a:t>Lập trình C#3</a:t>
            </a:r>
            <a:endParaRPr lang="en-US" dirty="0"/>
          </a:p>
        </p:txBody>
      </p:sp>
      <p:sp>
        <p:nvSpPr>
          <p:cNvPr id="5" name="Slide Number Placeholder 4"/>
          <p:cNvSpPr>
            <a:spLocks noGrp="1"/>
          </p:cNvSpPr>
          <p:nvPr>
            <p:ph type="sldNum" sz="quarter" idx="12"/>
          </p:nvPr>
        </p:nvSpPr>
        <p:spPr/>
        <p:txBody>
          <a:bodyPr/>
          <a:lstStyle/>
          <a:p>
            <a:fld id="{8AACEE26-D979-411F-B229-D9F26BAEDF07}" type="slidenum">
              <a:rPr lang="en-US" smtClean="0"/>
              <a:t>9</a:t>
            </a:fld>
            <a:endParaRPr lang="en-US" dirty="0"/>
          </a:p>
        </p:txBody>
      </p:sp>
      <p:sp>
        <p:nvSpPr>
          <p:cNvPr id="12" name="Rectangle 3">
            <a:extLst>
              <a:ext uri="{FF2B5EF4-FFF2-40B4-BE49-F238E27FC236}">
                <a16:creationId xmlns:a16="http://schemas.microsoft.com/office/drawing/2014/main" id="{9F5DB8A3-5580-499D-AB0C-169958D57F6D}"/>
              </a:ext>
            </a:extLst>
          </p:cNvPr>
          <p:cNvSpPr txBox="1">
            <a:spLocks noChangeArrowheads="1"/>
          </p:cNvSpPr>
          <p:nvPr/>
        </p:nvSpPr>
        <p:spPr>
          <a:xfrm>
            <a:off x="342900" y="1142512"/>
            <a:ext cx="11711354" cy="5029688"/>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Clr>
                <a:srgbClr val="FF5A33"/>
              </a:buClr>
              <a:buFont typeface="Wingdings" pitchFamily="2" charset="2"/>
              <a:buChar char="q"/>
              <a:defRPr sz="2800" kern="1200">
                <a:solidFill>
                  <a:schemeClr val="tx1"/>
                </a:solidFill>
                <a:latin typeface="Segoe UI" pitchFamily="34" charset="0"/>
                <a:ea typeface="+mn-ea"/>
                <a:cs typeface="Segoe UI" pitchFamily="34" charset="0"/>
              </a:defRPr>
            </a:lvl1pPr>
            <a:lvl2pPr marL="742950" indent="-285750" algn="l" defTabSz="914400" rtl="0" eaLnBrk="1" latinLnBrk="0" hangingPunct="1">
              <a:spcBef>
                <a:spcPct val="20000"/>
              </a:spcBef>
              <a:buClr>
                <a:srgbClr val="FF5A33"/>
              </a:buClr>
              <a:buFont typeface="Wingdings" pitchFamily="2" charset="2"/>
              <a:buChar char="v"/>
              <a:defRPr sz="2400" kern="1200">
                <a:solidFill>
                  <a:schemeClr val="tx1"/>
                </a:solidFill>
                <a:latin typeface="Segoe UI" pitchFamily="34" charset="0"/>
                <a:ea typeface="+mn-ea"/>
                <a:cs typeface="Segoe UI" pitchFamily="34" charset="0"/>
              </a:defRPr>
            </a:lvl2pPr>
            <a:lvl3pPr marL="1143000" indent="-228600" algn="l" defTabSz="914400" rtl="0" eaLnBrk="1" latinLnBrk="0" hangingPunct="1">
              <a:spcBef>
                <a:spcPct val="20000"/>
              </a:spcBef>
              <a:buClr>
                <a:srgbClr val="FF5A33"/>
              </a:buClr>
              <a:buFont typeface="Wingdings" pitchFamily="2" charset="2"/>
              <a:buChar char="Ø"/>
              <a:defRPr sz="2000" kern="1200">
                <a:solidFill>
                  <a:schemeClr val="tx1"/>
                </a:solidFill>
                <a:latin typeface="Segoe UI" pitchFamily="34" charset="0"/>
                <a:ea typeface="+mn-ea"/>
                <a:cs typeface="Segoe UI" pitchFamily="34" charset="0"/>
              </a:defRPr>
            </a:lvl3pPr>
            <a:lvl4pPr marL="1600200" indent="-228600" algn="l" defTabSz="914400" rtl="0" eaLnBrk="1" latinLnBrk="0" hangingPunct="1">
              <a:spcBef>
                <a:spcPct val="20000"/>
              </a:spcBef>
              <a:buClr>
                <a:srgbClr val="FF5A33"/>
              </a:buClr>
              <a:buFont typeface="Wingdings" pitchFamily="2" charset="2"/>
              <a:buChar char="ü"/>
              <a:defRPr sz="1800" kern="1200">
                <a:solidFill>
                  <a:schemeClr val="tx1"/>
                </a:solidFill>
                <a:latin typeface="Segoe UI" pitchFamily="34" charset="0"/>
                <a:ea typeface="+mn-ea"/>
                <a:cs typeface="Segoe UI" pitchFamily="34" charset="0"/>
              </a:defRPr>
            </a:lvl4pPr>
            <a:lvl5pPr marL="2057400" indent="-228600" algn="l" defTabSz="914400" rtl="0" eaLnBrk="1" latinLnBrk="0" hangingPunct="1">
              <a:spcBef>
                <a:spcPct val="20000"/>
              </a:spcBef>
              <a:buClr>
                <a:srgbClr val="FF5A33"/>
              </a:buClr>
              <a:buFont typeface="Wingdings" pitchFamily="2" charset="2"/>
              <a:buChar char="§"/>
              <a:defRPr sz="1800" kern="1200">
                <a:solidFill>
                  <a:schemeClr val="tx1"/>
                </a:solidFill>
                <a:latin typeface="Segoe UI" pitchFamily="34" charset="0"/>
                <a:ea typeface="+mn-ea"/>
                <a:cs typeface="Segoe UI"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dirty="0"/>
              <a:t>Database-First: EF Core API </a:t>
            </a:r>
            <a:r>
              <a:rPr lang="en-US" dirty="0" err="1"/>
              <a:t>tạo</a:t>
            </a:r>
            <a:r>
              <a:rPr lang="en-US" dirty="0"/>
              <a:t> </a:t>
            </a:r>
            <a:r>
              <a:rPr lang="en-US" dirty="0" err="1"/>
              <a:t>các</a:t>
            </a:r>
            <a:r>
              <a:rPr lang="en-US" dirty="0"/>
              <a:t> </a:t>
            </a:r>
            <a:r>
              <a:rPr lang="en-US" dirty="0" err="1"/>
              <a:t>lớp</a:t>
            </a:r>
            <a:r>
              <a:rPr lang="en-US" dirty="0"/>
              <a:t> </a:t>
            </a:r>
            <a:r>
              <a:rPr lang="en-US" dirty="0" err="1"/>
              <a:t>mô</a:t>
            </a:r>
            <a:r>
              <a:rPr lang="en-US" dirty="0"/>
              <a:t> </a:t>
            </a:r>
            <a:r>
              <a:rPr lang="en-US" dirty="0" err="1"/>
              <a:t>hình</a:t>
            </a:r>
            <a:r>
              <a:rPr lang="en-US" dirty="0"/>
              <a:t> </a:t>
            </a:r>
            <a:r>
              <a:rPr lang="en-US" dirty="0" err="1"/>
              <a:t>đối</a:t>
            </a:r>
            <a:r>
              <a:rPr lang="en-US" dirty="0"/>
              <a:t> t</a:t>
            </a:r>
            <a:r>
              <a:rPr lang="vi-VN" dirty="0"/>
              <a:t>ư</a:t>
            </a:r>
            <a:r>
              <a:rPr lang="en-US" dirty="0" err="1"/>
              <a:t>ợng</a:t>
            </a:r>
            <a:r>
              <a:rPr lang="en-US" dirty="0"/>
              <a:t> </a:t>
            </a:r>
            <a:r>
              <a:rPr lang="en-US" dirty="0" err="1"/>
              <a:t>dựa</a:t>
            </a:r>
            <a:r>
              <a:rPr lang="en-US" dirty="0"/>
              <a:t> </a:t>
            </a:r>
            <a:r>
              <a:rPr lang="en-US" dirty="0" err="1"/>
              <a:t>trên</a:t>
            </a:r>
            <a:r>
              <a:rPr lang="en-US" dirty="0"/>
              <a:t> database </a:t>
            </a:r>
            <a:r>
              <a:rPr lang="en-US" dirty="0" err="1"/>
              <a:t>thiết</a:t>
            </a:r>
            <a:r>
              <a:rPr lang="en-US" dirty="0"/>
              <a:t> </a:t>
            </a:r>
            <a:r>
              <a:rPr lang="en-US" dirty="0" err="1"/>
              <a:t>kế</a:t>
            </a:r>
            <a:r>
              <a:rPr lang="en-US" dirty="0"/>
              <a:t> </a:t>
            </a:r>
            <a:r>
              <a:rPr lang="en-US" dirty="0" err="1"/>
              <a:t>tr</a:t>
            </a:r>
            <a:r>
              <a:rPr lang="vi-VN" dirty="0"/>
              <a:t>ư</a:t>
            </a:r>
            <a:r>
              <a:rPr lang="en-US" dirty="0" err="1"/>
              <a:t>ớc</a:t>
            </a:r>
            <a:r>
              <a:rPr lang="en-US" dirty="0"/>
              <a:t>.</a:t>
            </a:r>
          </a:p>
          <a:p>
            <a:r>
              <a:rPr lang="vi-VN" dirty="0">
                <a:solidFill>
                  <a:srgbClr val="252525"/>
                </a:solidFill>
                <a:highlight>
                  <a:srgbClr val="FFFFFF"/>
                </a:highlight>
                <a:latin typeface="Roboto" panose="02000000000000000000" pitchFamily="2" charset="0"/>
              </a:rPr>
              <a:t>EF Core tạo các lớp DBContext và Domain dựa trên lược đồ cơ sở dữ liệu hiện có</a:t>
            </a:r>
            <a:endParaRPr lang="en-US" dirty="0"/>
          </a:p>
          <a:p>
            <a:endParaRPr lang="en-US" dirty="0"/>
          </a:p>
        </p:txBody>
      </p:sp>
      <p:pic>
        <p:nvPicPr>
          <p:cNvPr id="6" name="Picture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439340" y="0"/>
            <a:ext cx="1828919" cy="1312750"/>
          </a:xfrm>
          <a:prstGeom prst="rect">
            <a:avLst/>
          </a:prstGeom>
        </p:spPr>
      </p:pic>
      <p:pic>
        <p:nvPicPr>
          <p:cNvPr id="7" name="Picture 6">
            <a:extLst>
              <a:ext uri="{FF2B5EF4-FFF2-40B4-BE49-F238E27FC236}">
                <a16:creationId xmlns:a16="http://schemas.microsoft.com/office/drawing/2014/main" id="{2466D6DE-6C52-AFDC-431F-1DD8DFDD7F61}"/>
              </a:ext>
            </a:extLst>
          </p:cNvPr>
          <p:cNvPicPr>
            <a:picLocks noChangeAspect="1"/>
          </p:cNvPicPr>
          <p:nvPr/>
        </p:nvPicPr>
        <p:blipFill>
          <a:blip r:embed="rId3"/>
          <a:stretch>
            <a:fillRect/>
          </a:stretch>
        </p:blipFill>
        <p:spPr>
          <a:xfrm>
            <a:off x="2640623" y="3657356"/>
            <a:ext cx="6567488" cy="1876425"/>
          </a:xfrm>
          <a:prstGeom prst="rect">
            <a:avLst/>
          </a:prstGeom>
        </p:spPr>
      </p:pic>
    </p:spTree>
    <p:extLst>
      <p:ext uri="{BB962C8B-B14F-4D97-AF65-F5344CB8AC3E}">
        <p14:creationId xmlns:p14="http://schemas.microsoft.com/office/powerpoint/2010/main" val="3092425138"/>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42900" y="365125"/>
            <a:ext cx="11614638" cy="593237"/>
          </a:xfrm>
        </p:spPr>
        <p:txBody>
          <a:bodyPr>
            <a:noAutofit/>
          </a:bodyPr>
          <a:lstStyle/>
          <a:p>
            <a:r>
              <a:rPr lang="en-US" sz="4800" b="1" dirty="0" err="1">
                <a:solidFill>
                  <a:srgbClr val="FF0000"/>
                </a:solidFill>
                <a:latin typeface="+mn-lt"/>
              </a:rPr>
              <a:t>Cách</a:t>
            </a:r>
            <a:r>
              <a:rPr lang="en-US" sz="4800" b="1" dirty="0">
                <a:solidFill>
                  <a:srgbClr val="FF0000"/>
                </a:solidFill>
                <a:latin typeface="+mn-lt"/>
              </a:rPr>
              <a:t> </a:t>
            </a:r>
            <a:r>
              <a:rPr lang="en-US" sz="4800" b="1" dirty="0" err="1">
                <a:solidFill>
                  <a:srgbClr val="FF0000"/>
                </a:solidFill>
                <a:latin typeface="+mn-lt"/>
              </a:rPr>
              <a:t>dùng</a:t>
            </a:r>
            <a:r>
              <a:rPr lang="en-US" sz="4800" b="1" dirty="0">
                <a:solidFill>
                  <a:srgbClr val="FF0000"/>
                </a:solidFill>
                <a:latin typeface="+mn-lt"/>
              </a:rPr>
              <a:t> Entity Framework core</a:t>
            </a:r>
            <a:endParaRPr lang="en-US" sz="4800" b="1" dirty="0">
              <a:solidFill>
                <a:srgbClr val="FF0000"/>
              </a:solidFill>
              <a:latin typeface="+mn-lt"/>
              <a:ea typeface="Calibri" panose="020F0502020204030204" pitchFamily="34" charset="0"/>
              <a:cs typeface="Calibri" panose="020F0502020204030204" pitchFamily="34" charset="0"/>
            </a:endParaRPr>
          </a:p>
        </p:txBody>
      </p:sp>
      <p:sp>
        <p:nvSpPr>
          <p:cNvPr id="4" name="Footer Placeholder 3"/>
          <p:cNvSpPr>
            <a:spLocks noGrp="1"/>
          </p:cNvSpPr>
          <p:nvPr>
            <p:ph type="ftr" sz="quarter" idx="11"/>
          </p:nvPr>
        </p:nvSpPr>
        <p:spPr>
          <a:xfrm>
            <a:off x="4038600" y="6433038"/>
            <a:ext cx="4114800" cy="365125"/>
          </a:xfrm>
        </p:spPr>
        <p:txBody>
          <a:bodyPr/>
          <a:lstStyle/>
          <a:p>
            <a:r>
              <a:rPr lang="vi-VN" dirty="0"/>
              <a:t>Lập trình C#3</a:t>
            </a:r>
            <a:endParaRPr lang="en-US" dirty="0"/>
          </a:p>
        </p:txBody>
      </p:sp>
      <p:sp>
        <p:nvSpPr>
          <p:cNvPr id="5" name="Slide Number Placeholder 4"/>
          <p:cNvSpPr>
            <a:spLocks noGrp="1"/>
          </p:cNvSpPr>
          <p:nvPr>
            <p:ph type="sldNum" sz="quarter" idx="12"/>
          </p:nvPr>
        </p:nvSpPr>
        <p:spPr/>
        <p:txBody>
          <a:bodyPr/>
          <a:lstStyle/>
          <a:p>
            <a:fld id="{8AACEE26-D979-411F-B229-D9F26BAEDF07}" type="slidenum">
              <a:rPr lang="en-US" smtClean="0"/>
              <a:t>10</a:t>
            </a:fld>
            <a:endParaRPr lang="en-US" dirty="0"/>
          </a:p>
        </p:txBody>
      </p:sp>
      <p:sp>
        <p:nvSpPr>
          <p:cNvPr id="12" name="Rectangle 3">
            <a:extLst>
              <a:ext uri="{FF2B5EF4-FFF2-40B4-BE49-F238E27FC236}">
                <a16:creationId xmlns:a16="http://schemas.microsoft.com/office/drawing/2014/main" id="{9F5DB8A3-5580-499D-AB0C-169958D57F6D}"/>
              </a:ext>
            </a:extLst>
          </p:cNvPr>
          <p:cNvSpPr txBox="1">
            <a:spLocks noChangeArrowheads="1"/>
          </p:cNvSpPr>
          <p:nvPr/>
        </p:nvSpPr>
        <p:spPr>
          <a:xfrm>
            <a:off x="342900" y="1142512"/>
            <a:ext cx="11711354" cy="5029688"/>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Clr>
                <a:srgbClr val="FF5A33"/>
              </a:buClr>
              <a:buFont typeface="Wingdings" pitchFamily="2" charset="2"/>
              <a:buChar char="q"/>
              <a:defRPr sz="2800" kern="1200">
                <a:solidFill>
                  <a:schemeClr val="tx1"/>
                </a:solidFill>
                <a:latin typeface="Segoe UI" pitchFamily="34" charset="0"/>
                <a:ea typeface="+mn-ea"/>
                <a:cs typeface="Segoe UI" pitchFamily="34" charset="0"/>
              </a:defRPr>
            </a:lvl1pPr>
            <a:lvl2pPr marL="742950" indent="-285750" algn="l" defTabSz="914400" rtl="0" eaLnBrk="1" latinLnBrk="0" hangingPunct="1">
              <a:spcBef>
                <a:spcPct val="20000"/>
              </a:spcBef>
              <a:buClr>
                <a:srgbClr val="FF5A33"/>
              </a:buClr>
              <a:buFont typeface="Wingdings" pitchFamily="2" charset="2"/>
              <a:buChar char="v"/>
              <a:defRPr sz="2400" kern="1200">
                <a:solidFill>
                  <a:schemeClr val="tx1"/>
                </a:solidFill>
                <a:latin typeface="Segoe UI" pitchFamily="34" charset="0"/>
                <a:ea typeface="+mn-ea"/>
                <a:cs typeface="Segoe UI" pitchFamily="34" charset="0"/>
              </a:defRPr>
            </a:lvl2pPr>
            <a:lvl3pPr marL="1143000" indent="-228600" algn="l" defTabSz="914400" rtl="0" eaLnBrk="1" latinLnBrk="0" hangingPunct="1">
              <a:spcBef>
                <a:spcPct val="20000"/>
              </a:spcBef>
              <a:buClr>
                <a:srgbClr val="FF5A33"/>
              </a:buClr>
              <a:buFont typeface="Wingdings" pitchFamily="2" charset="2"/>
              <a:buChar char="Ø"/>
              <a:defRPr sz="2000" kern="1200">
                <a:solidFill>
                  <a:schemeClr val="tx1"/>
                </a:solidFill>
                <a:latin typeface="Segoe UI" pitchFamily="34" charset="0"/>
                <a:ea typeface="+mn-ea"/>
                <a:cs typeface="Segoe UI" pitchFamily="34" charset="0"/>
              </a:defRPr>
            </a:lvl3pPr>
            <a:lvl4pPr marL="1600200" indent="-228600" algn="l" defTabSz="914400" rtl="0" eaLnBrk="1" latinLnBrk="0" hangingPunct="1">
              <a:spcBef>
                <a:spcPct val="20000"/>
              </a:spcBef>
              <a:buClr>
                <a:srgbClr val="FF5A33"/>
              </a:buClr>
              <a:buFont typeface="Wingdings" pitchFamily="2" charset="2"/>
              <a:buChar char="ü"/>
              <a:defRPr sz="1800" kern="1200">
                <a:solidFill>
                  <a:schemeClr val="tx1"/>
                </a:solidFill>
                <a:latin typeface="Segoe UI" pitchFamily="34" charset="0"/>
                <a:ea typeface="+mn-ea"/>
                <a:cs typeface="Segoe UI" pitchFamily="34" charset="0"/>
              </a:defRPr>
            </a:lvl4pPr>
            <a:lvl5pPr marL="2057400" indent="-228600" algn="l" defTabSz="914400" rtl="0" eaLnBrk="1" latinLnBrk="0" hangingPunct="1">
              <a:spcBef>
                <a:spcPct val="20000"/>
              </a:spcBef>
              <a:buClr>
                <a:srgbClr val="FF5A33"/>
              </a:buClr>
              <a:buFont typeface="Wingdings" pitchFamily="2" charset="2"/>
              <a:buChar char="§"/>
              <a:defRPr sz="1800" kern="1200">
                <a:solidFill>
                  <a:schemeClr val="tx1"/>
                </a:solidFill>
                <a:latin typeface="Segoe UI" pitchFamily="34" charset="0"/>
                <a:ea typeface="+mn-ea"/>
                <a:cs typeface="Segoe UI"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dirty="0"/>
              <a:t>Code-First: EF Core API </a:t>
            </a:r>
            <a:r>
              <a:rPr lang="en-US" dirty="0" err="1"/>
              <a:t>tạo</a:t>
            </a:r>
            <a:r>
              <a:rPr lang="en-US" dirty="0"/>
              <a:t> database </a:t>
            </a:r>
            <a:r>
              <a:rPr lang="en-US" dirty="0" err="1"/>
              <a:t>dựa</a:t>
            </a:r>
            <a:r>
              <a:rPr lang="en-US" dirty="0"/>
              <a:t> </a:t>
            </a:r>
            <a:r>
              <a:rPr lang="en-US" dirty="0" err="1"/>
              <a:t>trên</a:t>
            </a:r>
            <a:r>
              <a:rPr lang="en-US" dirty="0"/>
              <a:t> </a:t>
            </a:r>
            <a:r>
              <a:rPr lang="en-US" dirty="0" err="1"/>
              <a:t>các</a:t>
            </a:r>
            <a:r>
              <a:rPr lang="en-US" dirty="0"/>
              <a:t> </a:t>
            </a:r>
            <a:r>
              <a:rPr lang="en-US" dirty="0" err="1"/>
              <a:t>lớp</a:t>
            </a:r>
            <a:r>
              <a:rPr lang="en-US" dirty="0"/>
              <a:t> </a:t>
            </a:r>
            <a:r>
              <a:rPr lang="en-US" dirty="0" err="1"/>
              <a:t>mô</a:t>
            </a:r>
            <a:r>
              <a:rPr lang="en-US" dirty="0"/>
              <a:t> </a:t>
            </a:r>
            <a:r>
              <a:rPr lang="en-US" dirty="0" err="1"/>
              <a:t>hình</a:t>
            </a:r>
            <a:r>
              <a:rPr lang="en-US" dirty="0"/>
              <a:t> </a:t>
            </a:r>
            <a:r>
              <a:rPr lang="en-US" dirty="0" err="1"/>
              <a:t>đối</a:t>
            </a:r>
            <a:r>
              <a:rPr lang="en-US" dirty="0"/>
              <a:t> t</a:t>
            </a:r>
            <a:r>
              <a:rPr lang="vi-VN" dirty="0"/>
              <a:t>ư</a:t>
            </a:r>
            <a:r>
              <a:rPr lang="en-US" dirty="0" err="1"/>
              <a:t>ợng</a:t>
            </a:r>
            <a:r>
              <a:rPr lang="en-US" dirty="0"/>
              <a:t> </a:t>
            </a:r>
            <a:r>
              <a:rPr lang="en-US" dirty="0" err="1"/>
              <a:t>thiết</a:t>
            </a:r>
            <a:r>
              <a:rPr lang="en-US" dirty="0"/>
              <a:t> </a:t>
            </a:r>
            <a:r>
              <a:rPr lang="en-US" dirty="0" err="1"/>
              <a:t>kế</a:t>
            </a:r>
            <a:r>
              <a:rPr lang="en-US" dirty="0"/>
              <a:t> </a:t>
            </a:r>
            <a:r>
              <a:rPr lang="en-US" dirty="0" err="1"/>
              <a:t>tr</a:t>
            </a:r>
            <a:r>
              <a:rPr lang="vi-VN" dirty="0"/>
              <a:t>ư</a:t>
            </a:r>
            <a:r>
              <a:rPr lang="en-US" dirty="0" err="1"/>
              <a:t>ớc</a:t>
            </a:r>
            <a:r>
              <a:rPr lang="en-US" dirty="0"/>
              <a:t>.</a:t>
            </a:r>
          </a:p>
          <a:p>
            <a:r>
              <a:rPr lang="en-US" dirty="0" err="1">
                <a:solidFill>
                  <a:srgbClr val="000000"/>
                </a:solidFill>
                <a:highlight>
                  <a:srgbClr val="FFFFFF"/>
                </a:highlight>
                <a:latin typeface="arial" panose="020B0604020202020204" pitchFamily="34" charset="0"/>
              </a:rPr>
              <a:t>Có</a:t>
            </a:r>
            <a:r>
              <a:rPr lang="en-US" dirty="0">
                <a:solidFill>
                  <a:srgbClr val="000000"/>
                </a:solidFill>
                <a:highlight>
                  <a:srgbClr val="FFFFFF"/>
                </a:highlight>
                <a:latin typeface="arial" panose="020B0604020202020204" pitchFamily="34" charset="0"/>
              </a:rPr>
              <a:t> </a:t>
            </a:r>
            <a:r>
              <a:rPr lang="en-US" dirty="0" err="1">
                <a:solidFill>
                  <a:srgbClr val="000000"/>
                </a:solidFill>
                <a:highlight>
                  <a:srgbClr val="FFFFFF"/>
                </a:highlight>
                <a:latin typeface="arial" panose="020B0604020202020204" pitchFamily="34" charset="0"/>
              </a:rPr>
              <a:t>thể</a:t>
            </a:r>
            <a:r>
              <a:rPr lang="en-US" dirty="0">
                <a:solidFill>
                  <a:srgbClr val="000000"/>
                </a:solidFill>
                <a:highlight>
                  <a:srgbClr val="FFFFFF"/>
                </a:highlight>
                <a:latin typeface="arial" panose="020B0604020202020204" pitchFamily="34" charset="0"/>
              </a:rPr>
              <a:t> </a:t>
            </a:r>
            <a:r>
              <a:rPr lang="en-US" dirty="0" err="1">
                <a:solidFill>
                  <a:srgbClr val="000000"/>
                </a:solidFill>
                <a:highlight>
                  <a:srgbClr val="FFFFFF"/>
                </a:highlight>
                <a:latin typeface="arial" panose="020B0604020202020204" pitchFamily="34" charset="0"/>
              </a:rPr>
              <a:t>thiết</a:t>
            </a:r>
            <a:r>
              <a:rPr lang="en-US" dirty="0">
                <a:solidFill>
                  <a:srgbClr val="000000"/>
                </a:solidFill>
                <a:highlight>
                  <a:srgbClr val="FFFFFF"/>
                </a:highlight>
                <a:latin typeface="arial" panose="020B0604020202020204" pitchFamily="34" charset="0"/>
              </a:rPr>
              <a:t> </a:t>
            </a:r>
            <a:r>
              <a:rPr lang="en-US" dirty="0" err="1">
                <a:solidFill>
                  <a:srgbClr val="000000"/>
                </a:solidFill>
                <a:highlight>
                  <a:srgbClr val="FFFFFF"/>
                </a:highlight>
                <a:latin typeface="arial" panose="020B0604020202020204" pitchFamily="34" charset="0"/>
              </a:rPr>
              <a:t>lập</a:t>
            </a:r>
            <a:r>
              <a:rPr lang="en-US" dirty="0">
                <a:solidFill>
                  <a:srgbClr val="000000"/>
                </a:solidFill>
                <a:highlight>
                  <a:srgbClr val="FFFFFF"/>
                </a:highlight>
                <a:latin typeface="arial" panose="020B0604020202020204" pitchFamily="34" charset="0"/>
              </a:rPr>
              <a:t> relationships, constraints </a:t>
            </a:r>
            <a:r>
              <a:rPr lang="en-US" dirty="0" err="1">
                <a:solidFill>
                  <a:srgbClr val="000000"/>
                </a:solidFill>
                <a:highlight>
                  <a:srgbClr val="FFFFFF"/>
                </a:highlight>
                <a:latin typeface="arial" panose="020B0604020202020204" pitchFamily="34" charset="0"/>
              </a:rPr>
              <a:t>và</a:t>
            </a:r>
            <a:r>
              <a:rPr lang="en-US" dirty="0">
                <a:solidFill>
                  <a:srgbClr val="000000"/>
                </a:solidFill>
                <a:highlight>
                  <a:srgbClr val="FFFFFF"/>
                </a:highlight>
                <a:latin typeface="arial" panose="020B0604020202020204" pitchFamily="34" charset="0"/>
              </a:rPr>
              <a:t> database mappings </a:t>
            </a:r>
            <a:r>
              <a:rPr lang="en-US" dirty="0" err="1">
                <a:solidFill>
                  <a:srgbClr val="000000"/>
                </a:solidFill>
                <a:highlight>
                  <a:srgbClr val="FFFFFF"/>
                </a:highlight>
                <a:latin typeface="arial" panose="020B0604020202020204" pitchFamily="34" charset="0"/>
              </a:rPr>
              <a:t>bằng</a:t>
            </a:r>
            <a:r>
              <a:rPr lang="en-US" dirty="0">
                <a:solidFill>
                  <a:srgbClr val="000000"/>
                </a:solidFill>
                <a:highlight>
                  <a:srgbClr val="FFFFFF"/>
                </a:highlight>
                <a:latin typeface="arial" panose="020B0604020202020204" pitchFamily="34" charset="0"/>
              </a:rPr>
              <a:t> Data Annotations and Fluent API.</a:t>
            </a:r>
            <a:endParaRPr lang="en-US" dirty="0"/>
          </a:p>
        </p:txBody>
      </p:sp>
      <p:pic>
        <p:nvPicPr>
          <p:cNvPr id="6" name="Picture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439340" y="0"/>
            <a:ext cx="1828919" cy="1312750"/>
          </a:xfrm>
          <a:prstGeom prst="rect">
            <a:avLst/>
          </a:prstGeom>
        </p:spPr>
      </p:pic>
      <p:pic>
        <p:nvPicPr>
          <p:cNvPr id="8" name="Picture 7">
            <a:extLst>
              <a:ext uri="{FF2B5EF4-FFF2-40B4-BE49-F238E27FC236}">
                <a16:creationId xmlns:a16="http://schemas.microsoft.com/office/drawing/2014/main" id="{0A24735C-EB36-546E-0DF6-3EC2CC771EF4}"/>
              </a:ext>
            </a:extLst>
          </p:cNvPr>
          <p:cNvPicPr>
            <a:picLocks noChangeAspect="1"/>
          </p:cNvPicPr>
          <p:nvPr/>
        </p:nvPicPr>
        <p:blipFill>
          <a:blip r:embed="rId3"/>
          <a:stretch>
            <a:fillRect/>
          </a:stretch>
        </p:blipFill>
        <p:spPr>
          <a:xfrm>
            <a:off x="2743200" y="3581400"/>
            <a:ext cx="7177904" cy="2038350"/>
          </a:xfrm>
          <a:prstGeom prst="rect">
            <a:avLst/>
          </a:prstGeom>
        </p:spPr>
      </p:pic>
    </p:spTree>
    <p:extLst>
      <p:ext uri="{BB962C8B-B14F-4D97-AF65-F5344CB8AC3E}">
        <p14:creationId xmlns:p14="http://schemas.microsoft.com/office/powerpoint/2010/main" val="1474641518"/>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42900" y="365125"/>
            <a:ext cx="11614638" cy="593237"/>
          </a:xfrm>
        </p:spPr>
        <p:txBody>
          <a:bodyPr>
            <a:noAutofit/>
          </a:bodyPr>
          <a:lstStyle/>
          <a:p>
            <a:r>
              <a:rPr lang="en-US" sz="4800" b="1" dirty="0">
                <a:solidFill>
                  <a:srgbClr val="FF0000"/>
                </a:solidFill>
                <a:latin typeface="+mn-lt"/>
              </a:rPr>
              <a:t>EF Core Migrations </a:t>
            </a:r>
            <a:r>
              <a:rPr lang="en-US" sz="4800" b="1" dirty="0" err="1">
                <a:solidFill>
                  <a:srgbClr val="FF0000"/>
                </a:solidFill>
                <a:latin typeface="+mn-lt"/>
              </a:rPr>
              <a:t>trong</a:t>
            </a:r>
            <a:r>
              <a:rPr lang="en-US" sz="4800" b="1" dirty="0">
                <a:solidFill>
                  <a:srgbClr val="FF0000"/>
                </a:solidFill>
                <a:latin typeface="+mn-lt"/>
              </a:rPr>
              <a:t> ASP .NET Core</a:t>
            </a:r>
            <a:endParaRPr lang="en-US" sz="4800" b="1" dirty="0">
              <a:solidFill>
                <a:srgbClr val="FF0000"/>
              </a:solidFill>
              <a:latin typeface="+mn-lt"/>
              <a:ea typeface="Calibri" panose="020F0502020204030204" pitchFamily="34" charset="0"/>
              <a:cs typeface="Calibri" panose="020F0502020204030204" pitchFamily="34" charset="0"/>
            </a:endParaRPr>
          </a:p>
        </p:txBody>
      </p:sp>
      <p:sp>
        <p:nvSpPr>
          <p:cNvPr id="4" name="Footer Placeholder 3"/>
          <p:cNvSpPr>
            <a:spLocks noGrp="1"/>
          </p:cNvSpPr>
          <p:nvPr>
            <p:ph type="ftr" sz="quarter" idx="11"/>
          </p:nvPr>
        </p:nvSpPr>
        <p:spPr>
          <a:xfrm>
            <a:off x="4038600" y="6433038"/>
            <a:ext cx="4114800" cy="365125"/>
          </a:xfrm>
        </p:spPr>
        <p:txBody>
          <a:bodyPr/>
          <a:lstStyle/>
          <a:p>
            <a:r>
              <a:rPr lang="vi-VN" dirty="0"/>
              <a:t>Lập trình C#3</a:t>
            </a:r>
            <a:endParaRPr lang="en-US" dirty="0"/>
          </a:p>
        </p:txBody>
      </p:sp>
      <p:sp>
        <p:nvSpPr>
          <p:cNvPr id="5" name="Slide Number Placeholder 4"/>
          <p:cNvSpPr>
            <a:spLocks noGrp="1"/>
          </p:cNvSpPr>
          <p:nvPr>
            <p:ph type="sldNum" sz="quarter" idx="12"/>
          </p:nvPr>
        </p:nvSpPr>
        <p:spPr/>
        <p:txBody>
          <a:bodyPr/>
          <a:lstStyle/>
          <a:p>
            <a:fld id="{8AACEE26-D979-411F-B229-D9F26BAEDF07}" type="slidenum">
              <a:rPr lang="en-US" smtClean="0"/>
              <a:t>11</a:t>
            </a:fld>
            <a:endParaRPr lang="en-US" dirty="0"/>
          </a:p>
        </p:txBody>
      </p:sp>
      <p:sp>
        <p:nvSpPr>
          <p:cNvPr id="12" name="Rectangle 3">
            <a:extLst>
              <a:ext uri="{FF2B5EF4-FFF2-40B4-BE49-F238E27FC236}">
                <a16:creationId xmlns:a16="http://schemas.microsoft.com/office/drawing/2014/main" id="{9F5DB8A3-5580-499D-AB0C-169958D57F6D}"/>
              </a:ext>
            </a:extLst>
          </p:cNvPr>
          <p:cNvSpPr txBox="1">
            <a:spLocks noChangeArrowheads="1"/>
          </p:cNvSpPr>
          <p:nvPr/>
        </p:nvSpPr>
        <p:spPr>
          <a:xfrm>
            <a:off x="342900" y="1142512"/>
            <a:ext cx="11711354" cy="5029688"/>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Clr>
                <a:srgbClr val="FF5A33"/>
              </a:buClr>
              <a:buFont typeface="Wingdings" pitchFamily="2" charset="2"/>
              <a:buChar char="q"/>
              <a:defRPr sz="2800" kern="1200">
                <a:solidFill>
                  <a:schemeClr val="tx1"/>
                </a:solidFill>
                <a:latin typeface="Segoe UI" pitchFamily="34" charset="0"/>
                <a:ea typeface="+mn-ea"/>
                <a:cs typeface="Segoe UI" pitchFamily="34" charset="0"/>
              </a:defRPr>
            </a:lvl1pPr>
            <a:lvl2pPr marL="742950" indent="-285750" algn="l" defTabSz="914400" rtl="0" eaLnBrk="1" latinLnBrk="0" hangingPunct="1">
              <a:spcBef>
                <a:spcPct val="20000"/>
              </a:spcBef>
              <a:buClr>
                <a:srgbClr val="FF5A33"/>
              </a:buClr>
              <a:buFont typeface="Wingdings" pitchFamily="2" charset="2"/>
              <a:buChar char="v"/>
              <a:defRPr sz="2400" kern="1200">
                <a:solidFill>
                  <a:schemeClr val="tx1"/>
                </a:solidFill>
                <a:latin typeface="Segoe UI" pitchFamily="34" charset="0"/>
                <a:ea typeface="+mn-ea"/>
                <a:cs typeface="Segoe UI" pitchFamily="34" charset="0"/>
              </a:defRPr>
            </a:lvl2pPr>
            <a:lvl3pPr marL="1143000" indent="-228600" algn="l" defTabSz="914400" rtl="0" eaLnBrk="1" latinLnBrk="0" hangingPunct="1">
              <a:spcBef>
                <a:spcPct val="20000"/>
              </a:spcBef>
              <a:buClr>
                <a:srgbClr val="FF5A33"/>
              </a:buClr>
              <a:buFont typeface="Wingdings" pitchFamily="2" charset="2"/>
              <a:buChar char="Ø"/>
              <a:defRPr sz="2000" kern="1200">
                <a:solidFill>
                  <a:schemeClr val="tx1"/>
                </a:solidFill>
                <a:latin typeface="Segoe UI" pitchFamily="34" charset="0"/>
                <a:ea typeface="+mn-ea"/>
                <a:cs typeface="Segoe UI" pitchFamily="34" charset="0"/>
              </a:defRPr>
            </a:lvl3pPr>
            <a:lvl4pPr marL="1600200" indent="-228600" algn="l" defTabSz="914400" rtl="0" eaLnBrk="1" latinLnBrk="0" hangingPunct="1">
              <a:spcBef>
                <a:spcPct val="20000"/>
              </a:spcBef>
              <a:buClr>
                <a:srgbClr val="FF5A33"/>
              </a:buClr>
              <a:buFont typeface="Wingdings" pitchFamily="2" charset="2"/>
              <a:buChar char="ü"/>
              <a:defRPr sz="1800" kern="1200">
                <a:solidFill>
                  <a:schemeClr val="tx1"/>
                </a:solidFill>
                <a:latin typeface="Segoe UI" pitchFamily="34" charset="0"/>
                <a:ea typeface="+mn-ea"/>
                <a:cs typeface="Segoe UI" pitchFamily="34" charset="0"/>
              </a:defRPr>
            </a:lvl4pPr>
            <a:lvl5pPr marL="2057400" indent="-228600" algn="l" defTabSz="914400" rtl="0" eaLnBrk="1" latinLnBrk="0" hangingPunct="1">
              <a:spcBef>
                <a:spcPct val="20000"/>
              </a:spcBef>
              <a:buClr>
                <a:srgbClr val="FF5A33"/>
              </a:buClr>
              <a:buFont typeface="Wingdings" pitchFamily="2" charset="2"/>
              <a:buChar char="§"/>
              <a:defRPr sz="1800" kern="1200">
                <a:solidFill>
                  <a:schemeClr val="tx1"/>
                </a:solidFill>
                <a:latin typeface="Segoe UI" pitchFamily="34" charset="0"/>
                <a:ea typeface="+mn-ea"/>
                <a:cs typeface="Segoe UI"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dirty="0"/>
              <a:t>S</a:t>
            </a:r>
            <a:r>
              <a:rPr lang="vi-VN" dirty="0"/>
              <a:t>ử dụng</a:t>
            </a:r>
            <a:r>
              <a:rPr lang="en-US" dirty="0"/>
              <a:t> EF Core Migrations </a:t>
            </a:r>
            <a:r>
              <a:rPr lang="vi-VN" dirty="0"/>
              <a:t>có thể thêm và thao tác các đối tượng cơ sở dữ liệu, xác định mối quan hệ giữa các thực thể</a:t>
            </a:r>
            <a:r>
              <a:rPr lang="en-US" dirty="0"/>
              <a:t>, </a:t>
            </a:r>
            <a:r>
              <a:rPr lang="en-US" dirty="0" err="1"/>
              <a:t>đồng</a:t>
            </a:r>
            <a:r>
              <a:rPr lang="en-US" dirty="0"/>
              <a:t> </a:t>
            </a:r>
            <a:r>
              <a:rPr lang="en-US" dirty="0" err="1"/>
              <a:t>bộ</a:t>
            </a:r>
            <a:r>
              <a:rPr lang="en-US" dirty="0"/>
              <a:t> </a:t>
            </a:r>
            <a:r>
              <a:rPr lang="en-US" dirty="0" err="1"/>
              <a:t>các</a:t>
            </a:r>
            <a:r>
              <a:rPr lang="en-US" dirty="0"/>
              <a:t> </a:t>
            </a:r>
            <a:r>
              <a:rPr lang="en-US" dirty="0" err="1"/>
              <a:t>phiên</a:t>
            </a:r>
            <a:r>
              <a:rPr lang="en-US" dirty="0"/>
              <a:t> </a:t>
            </a:r>
            <a:r>
              <a:rPr lang="en-US" dirty="0" err="1"/>
              <a:t>bản</a:t>
            </a:r>
            <a:r>
              <a:rPr lang="en-US" dirty="0"/>
              <a:t> </a:t>
            </a:r>
            <a:r>
              <a:rPr lang="en-US" dirty="0" err="1"/>
              <a:t>csdl</a:t>
            </a:r>
            <a:endParaRPr lang="en-US" dirty="0"/>
          </a:p>
          <a:p>
            <a:endParaRPr lang="en-US" dirty="0"/>
          </a:p>
          <a:p>
            <a:endParaRPr lang="en-US" dirty="0"/>
          </a:p>
          <a:p>
            <a:endParaRPr lang="en-US" dirty="0"/>
          </a:p>
          <a:p>
            <a:endParaRPr lang="en-US" dirty="0"/>
          </a:p>
          <a:p>
            <a:endParaRPr lang="en-US" dirty="0"/>
          </a:p>
          <a:p>
            <a:endParaRPr lang="en-US" dirty="0"/>
          </a:p>
          <a:p>
            <a:r>
              <a:rPr lang="en-US" dirty="0" err="1"/>
              <a:t>Một</a:t>
            </a:r>
            <a:r>
              <a:rPr lang="en-US" dirty="0"/>
              <a:t> </a:t>
            </a:r>
            <a:r>
              <a:rPr lang="en-US" dirty="0" err="1"/>
              <a:t>số</a:t>
            </a:r>
            <a:r>
              <a:rPr lang="en-US" dirty="0"/>
              <a:t> </a:t>
            </a:r>
            <a:r>
              <a:rPr lang="en-US" dirty="0" err="1"/>
              <a:t>lệnh</a:t>
            </a:r>
            <a:r>
              <a:rPr lang="en-US" dirty="0"/>
              <a:t> Migrations </a:t>
            </a:r>
            <a:r>
              <a:rPr lang="en-US" dirty="0" err="1"/>
              <a:t>thông</a:t>
            </a:r>
            <a:r>
              <a:rPr lang="en-US" dirty="0"/>
              <a:t> </a:t>
            </a:r>
            <a:r>
              <a:rPr lang="en-US" dirty="0" err="1"/>
              <a:t>dụng</a:t>
            </a:r>
            <a:r>
              <a:rPr lang="en-US" dirty="0"/>
              <a:t>: Add-Migration &lt;migration-name&gt;, Update-Database…</a:t>
            </a:r>
          </a:p>
        </p:txBody>
      </p:sp>
      <p:pic>
        <p:nvPicPr>
          <p:cNvPr id="6" name="Picture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439340" y="0"/>
            <a:ext cx="1828919" cy="1312750"/>
          </a:xfrm>
          <a:prstGeom prst="rect">
            <a:avLst/>
          </a:prstGeom>
        </p:spPr>
      </p:pic>
      <p:pic>
        <p:nvPicPr>
          <p:cNvPr id="9" name="Picture 8">
            <a:extLst>
              <a:ext uri="{FF2B5EF4-FFF2-40B4-BE49-F238E27FC236}">
                <a16:creationId xmlns:a16="http://schemas.microsoft.com/office/drawing/2014/main" id="{85FC957E-D42D-4376-AB4F-E33DAEDB2CD1}"/>
              </a:ext>
            </a:extLst>
          </p:cNvPr>
          <p:cNvPicPr>
            <a:picLocks noChangeAspect="1"/>
          </p:cNvPicPr>
          <p:nvPr/>
        </p:nvPicPr>
        <p:blipFill>
          <a:blip r:embed="rId3"/>
          <a:stretch>
            <a:fillRect/>
          </a:stretch>
        </p:blipFill>
        <p:spPr>
          <a:xfrm>
            <a:off x="3276112" y="2284825"/>
            <a:ext cx="4591050" cy="2924175"/>
          </a:xfrm>
          <a:prstGeom prst="rect">
            <a:avLst/>
          </a:prstGeom>
        </p:spPr>
      </p:pic>
    </p:spTree>
    <p:extLst>
      <p:ext uri="{BB962C8B-B14F-4D97-AF65-F5344CB8AC3E}">
        <p14:creationId xmlns:p14="http://schemas.microsoft.com/office/powerpoint/2010/main" val="848128613"/>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42900" y="365125"/>
            <a:ext cx="11614638" cy="593237"/>
          </a:xfrm>
        </p:spPr>
        <p:txBody>
          <a:bodyPr>
            <a:noAutofit/>
          </a:bodyPr>
          <a:lstStyle/>
          <a:p>
            <a:r>
              <a:rPr lang="en-US" sz="4800" b="1" dirty="0" err="1">
                <a:solidFill>
                  <a:srgbClr val="FF0000"/>
                </a:solidFill>
                <a:latin typeface="+mn-lt"/>
              </a:rPr>
              <a:t>Cài</a:t>
            </a:r>
            <a:r>
              <a:rPr lang="en-US" sz="4800" b="1" dirty="0">
                <a:solidFill>
                  <a:srgbClr val="FF0000"/>
                </a:solidFill>
                <a:latin typeface="+mn-lt"/>
              </a:rPr>
              <a:t> </a:t>
            </a:r>
            <a:r>
              <a:rPr lang="en-US" sz="4800" b="1" dirty="0" err="1">
                <a:solidFill>
                  <a:srgbClr val="FF0000"/>
                </a:solidFill>
                <a:latin typeface="+mn-lt"/>
              </a:rPr>
              <a:t>đ</a:t>
            </a:r>
            <a:r>
              <a:rPr lang="en-US" sz="4800" b="1" dirty="0" err="1" smtClean="0">
                <a:solidFill>
                  <a:srgbClr val="FF0000"/>
                </a:solidFill>
                <a:latin typeface="+mn-lt"/>
              </a:rPr>
              <a:t>ặt</a:t>
            </a:r>
            <a:r>
              <a:rPr lang="en-US" sz="4800" b="1" dirty="0" smtClean="0">
                <a:solidFill>
                  <a:srgbClr val="FF0000"/>
                </a:solidFill>
                <a:latin typeface="+mn-lt"/>
              </a:rPr>
              <a:t> </a:t>
            </a:r>
            <a:r>
              <a:rPr lang="en-US" sz="4800" b="1" dirty="0">
                <a:solidFill>
                  <a:srgbClr val="FF0000"/>
                </a:solidFill>
                <a:latin typeface="+mn-lt"/>
              </a:rPr>
              <a:t>EF Core </a:t>
            </a:r>
            <a:r>
              <a:rPr lang="en-US" sz="4800" b="1" dirty="0" err="1">
                <a:solidFill>
                  <a:srgbClr val="FF0000"/>
                </a:solidFill>
                <a:latin typeface="+mn-lt"/>
              </a:rPr>
              <a:t>cho</a:t>
            </a:r>
            <a:r>
              <a:rPr lang="en-US" sz="4800" b="1" dirty="0">
                <a:solidFill>
                  <a:srgbClr val="FF0000"/>
                </a:solidFill>
                <a:latin typeface="+mn-lt"/>
              </a:rPr>
              <a:t> Asp core project</a:t>
            </a:r>
            <a:endParaRPr lang="en-US" sz="4800" b="1" dirty="0">
              <a:solidFill>
                <a:srgbClr val="FF0000"/>
              </a:solidFill>
              <a:latin typeface="+mn-lt"/>
              <a:ea typeface="Calibri" panose="020F0502020204030204" pitchFamily="34" charset="0"/>
              <a:cs typeface="Calibri" panose="020F0502020204030204" pitchFamily="34" charset="0"/>
            </a:endParaRPr>
          </a:p>
        </p:txBody>
      </p:sp>
      <p:sp>
        <p:nvSpPr>
          <p:cNvPr id="4" name="Footer Placeholder 3"/>
          <p:cNvSpPr>
            <a:spLocks noGrp="1"/>
          </p:cNvSpPr>
          <p:nvPr>
            <p:ph type="ftr" sz="quarter" idx="11"/>
          </p:nvPr>
        </p:nvSpPr>
        <p:spPr>
          <a:xfrm>
            <a:off x="4038600" y="6433038"/>
            <a:ext cx="4114800" cy="365125"/>
          </a:xfrm>
        </p:spPr>
        <p:txBody>
          <a:bodyPr/>
          <a:lstStyle/>
          <a:p>
            <a:r>
              <a:rPr lang="vi-VN" dirty="0"/>
              <a:t>Lập trình C#3</a:t>
            </a:r>
            <a:endParaRPr lang="en-US" dirty="0"/>
          </a:p>
        </p:txBody>
      </p:sp>
      <p:sp>
        <p:nvSpPr>
          <p:cNvPr id="5" name="Slide Number Placeholder 4"/>
          <p:cNvSpPr>
            <a:spLocks noGrp="1"/>
          </p:cNvSpPr>
          <p:nvPr>
            <p:ph type="sldNum" sz="quarter" idx="12"/>
          </p:nvPr>
        </p:nvSpPr>
        <p:spPr/>
        <p:txBody>
          <a:bodyPr/>
          <a:lstStyle/>
          <a:p>
            <a:fld id="{8AACEE26-D979-411F-B229-D9F26BAEDF07}" type="slidenum">
              <a:rPr lang="en-US" smtClean="0"/>
              <a:t>12</a:t>
            </a:fld>
            <a:endParaRPr lang="en-US" dirty="0"/>
          </a:p>
        </p:txBody>
      </p:sp>
      <p:sp>
        <p:nvSpPr>
          <p:cNvPr id="12" name="Rectangle 3">
            <a:extLst>
              <a:ext uri="{FF2B5EF4-FFF2-40B4-BE49-F238E27FC236}">
                <a16:creationId xmlns:a16="http://schemas.microsoft.com/office/drawing/2014/main" id="{9F5DB8A3-5580-499D-AB0C-169958D57F6D}"/>
              </a:ext>
            </a:extLst>
          </p:cNvPr>
          <p:cNvSpPr txBox="1">
            <a:spLocks noChangeArrowheads="1"/>
          </p:cNvSpPr>
          <p:nvPr/>
        </p:nvSpPr>
        <p:spPr>
          <a:xfrm>
            <a:off x="342900" y="1142512"/>
            <a:ext cx="11711354" cy="5029688"/>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Clr>
                <a:srgbClr val="FF5A33"/>
              </a:buClr>
              <a:buFont typeface="Wingdings" pitchFamily="2" charset="2"/>
              <a:buChar char="q"/>
              <a:defRPr sz="2800" kern="1200">
                <a:solidFill>
                  <a:schemeClr val="tx1"/>
                </a:solidFill>
                <a:latin typeface="Segoe UI" pitchFamily="34" charset="0"/>
                <a:ea typeface="+mn-ea"/>
                <a:cs typeface="Segoe UI" pitchFamily="34" charset="0"/>
              </a:defRPr>
            </a:lvl1pPr>
            <a:lvl2pPr marL="742950" indent="-285750" algn="l" defTabSz="914400" rtl="0" eaLnBrk="1" latinLnBrk="0" hangingPunct="1">
              <a:spcBef>
                <a:spcPct val="20000"/>
              </a:spcBef>
              <a:buClr>
                <a:srgbClr val="FF5A33"/>
              </a:buClr>
              <a:buFont typeface="Wingdings" pitchFamily="2" charset="2"/>
              <a:buChar char="v"/>
              <a:defRPr sz="2400" kern="1200">
                <a:solidFill>
                  <a:schemeClr val="tx1"/>
                </a:solidFill>
                <a:latin typeface="Segoe UI" pitchFamily="34" charset="0"/>
                <a:ea typeface="+mn-ea"/>
                <a:cs typeface="Segoe UI" pitchFamily="34" charset="0"/>
              </a:defRPr>
            </a:lvl2pPr>
            <a:lvl3pPr marL="1143000" indent="-228600" algn="l" defTabSz="914400" rtl="0" eaLnBrk="1" latinLnBrk="0" hangingPunct="1">
              <a:spcBef>
                <a:spcPct val="20000"/>
              </a:spcBef>
              <a:buClr>
                <a:srgbClr val="FF5A33"/>
              </a:buClr>
              <a:buFont typeface="Wingdings" pitchFamily="2" charset="2"/>
              <a:buChar char="Ø"/>
              <a:defRPr sz="2000" kern="1200">
                <a:solidFill>
                  <a:schemeClr val="tx1"/>
                </a:solidFill>
                <a:latin typeface="Segoe UI" pitchFamily="34" charset="0"/>
                <a:ea typeface="+mn-ea"/>
                <a:cs typeface="Segoe UI" pitchFamily="34" charset="0"/>
              </a:defRPr>
            </a:lvl3pPr>
            <a:lvl4pPr marL="1600200" indent="-228600" algn="l" defTabSz="914400" rtl="0" eaLnBrk="1" latinLnBrk="0" hangingPunct="1">
              <a:spcBef>
                <a:spcPct val="20000"/>
              </a:spcBef>
              <a:buClr>
                <a:srgbClr val="FF5A33"/>
              </a:buClr>
              <a:buFont typeface="Wingdings" pitchFamily="2" charset="2"/>
              <a:buChar char="ü"/>
              <a:defRPr sz="1800" kern="1200">
                <a:solidFill>
                  <a:schemeClr val="tx1"/>
                </a:solidFill>
                <a:latin typeface="Segoe UI" pitchFamily="34" charset="0"/>
                <a:ea typeface="+mn-ea"/>
                <a:cs typeface="Segoe UI" pitchFamily="34" charset="0"/>
              </a:defRPr>
            </a:lvl4pPr>
            <a:lvl5pPr marL="2057400" indent="-228600" algn="l" defTabSz="914400" rtl="0" eaLnBrk="1" latinLnBrk="0" hangingPunct="1">
              <a:spcBef>
                <a:spcPct val="20000"/>
              </a:spcBef>
              <a:buClr>
                <a:srgbClr val="FF5A33"/>
              </a:buClr>
              <a:buFont typeface="Wingdings" pitchFamily="2" charset="2"/>
              <a:buChar char="§"/>
              <a:defRPr sz="1800" kern="1200">
                <a:solidFill>
                  <a:schemeClr val="tx1"/>
                </a:solidFill>
                <a:latin typeface="Segoe UI" pitchFamily="34" charset="0"/>
                <a:ea typeface="+mn-ea"/>
                <a:cs typeface="Segoe UI"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dirty="0"/>
              <a:t>EF Core t</a:t>
            </a:r>
            <a:r>
              <a:rPr lang="vi-VN" dirty="0"/>
              <a:t>ư</a:t>
            </a:r>
            <a:r>
              <a:rPr lang="en-US" dirty="0" err="1"/>
              <a:t>ơng</a:t>
            </a:r>
            <a:r>
              <a:rPr lang="en-US" dirty="0"/>
              <a:t> </a:t>
            </a:r>
            <a:r>
              <a:rPr lang="en-US" dirty="0" err="1"/>
              <a:t>tác</a:t>
            </a:r>
            <a:r>
              <a:rPr lang="en-US" dirty="0"/>
              <a:t> </a:t>
            </a:r>
            <a:r>
              <a:rPr lang="en-US" dirty="0" err="1"/>
              <a:t>với</a:t>
            </a:r>
            <a:r>
              <a:rPr lang="en-US" dirty="0"/>
              <a:t> </a:t>
            </a:r>
            <a:r>
              <a:rPr lang="en-US" dirty="0" err="1"/>
              <a:t>nhiều</a:t>
            </a:r>
            <a:r>
              <a:rPr lang="en-US" dirty="0"/>
              <a:t> </a:t>
            </a:r>
            <a:r>
              <a:rPr lang="en-US" dirty="0" err="1"/>
              <a:t>loại</a:t>
            </a:r>
            <a:r>
              <a:rPr lang="en-US" dirty="0"/>
              <a:t> database </a:t>
            </a:r>
            <a:r>
              <a:rPr lang="en-US" dirty="0" err="1"/>
              <a:t>thông</a:t>
            </a:r>
            <a:r>
              <a:rPr lang="en-US" dirty="0"/>
              <a:t> qua </a:t>
            </a:r>
            <a:r>
              <a:rPr lang="en-US" dirty="0" err="1"/>
              <a:t>các</a:t>
            </a:r>
            <a:r>
              <a:rPr lang="en-US" dirty="0"/>
              <a:t> provider </a:t>
            </a:r>
            <a:r>
              <a:rPr lang="en-US" dirty="0">
                <a:sym typeface="Wingdings" panose="05000000000000000000" pitchFamily="2" charset="2"/>
              </a:rPr>
              <a:t></a:t>
            </a:r>
            <a:r>
              <a:rPr lang="en-US" dirty="0" err="1">
                <a:sym typeface="Wingdings" panose="05000000000000000000" pitchFamily="2" charset="2"/>
              </a:rPr>
              <a:t>cài</a:t>
            </a:r>
            <a:r>
              <a:rPr lang="en-US" dirty="0">
                <a:sym typeface="Wingdings" panose="05000000000000000000" pitchFamily="2" charset="2"/>
              </a:rPr>
              <a:t> </a:t>
            </a:r>
            <a:r>
              <a:rPr lang="en-US" dirty="0"/>
              <a:t>EF Core DB Provider, </a:t>
            </a:r>
            <a:r>
              <a:rPr lang="en-US" dirty="0" err="1"/>
              <a:t>giả</a:t>
            </a:r>
            <a:r>
              <a:rPr lang="en-US" dirty="0"/>
              <a:t> </a:t>
            </a:r>
            <a:r>
              <a:rPr lang="en-US" dirty="0" err="1"/>
              <a:t>sử</a:t>
            </a:r>
            <a:r>
              <a:rPr lang="en-US" dirty="0"/>
              <a:t> t</a:t>
            </a:r>
            <a:r>
              <a:rPr lang="vi-VN" dirty="0"/>
              <a:t>ư</a:t>
            </a:r>
            <a:r>
              <a:rPr lang="en-US" dirty="0" err="1"/>
              <a:t>ơng</a:t>
            </a:r>
            <a:r>
              <a:rPr lang="en-US" dirty="0"/>
              <a:t> </a:t>
            </a:r>
            <a:r>
              <a:rPr lang="en-US" dirty="0" err="1"/>
              <a:t>tác</a:t>
            </a:r>
            <a:r>
              <a:rPr lang="en-US" dirty="0"/>
              <a:t> </a:t>
            </a:r>
            <a:r>
              <a:rPr lang="en-US" dirty="0" err="1"/>
              <a:t>với</a:t>
            </a:r>
            <a:r>
              <a:rPr lang="en-US" dirty="0"/>
              <a:t> MS SQL Server </a:t>
            </a:r>
            <a:r>
              <a:rPr lang="en-US" dirty="0" err="1"/>
              <a:t>database</a:t>
            </a:r>
            <a:r>
              <a:rPr lang="en-US" dirty="0" err="1">
                <a:sym typeface="Wingdings" panose="05000000000000000000" pitchFamily="2" charset="2"/>
              </a:rPr>
              <a:t>cài</a:t>
            </a:r>
            <a:r>
              <a:rPr lang="en-US" dirty="0">
                <a:sym typeface="Wingdings" panose="05000000000000000000" pitchFamily="2" charset="2"/>
              </a:rPr>
              <a:t> </a:t>
            </a:r>
            <a:r>
              <a:rPr lang="en-US" dirty="0" err="1"/>
              <a:t>Microsoft.EntityFrameworkCore.SqlServer</a:t>
            </a:r>
            <a:r>
              <a:rPr lang="en-US" dirty="0"/>
              <a:t>, </a:t>
            </a:r>
            <a:r>
              <a:rPr lang="en-US" dirty="0" err="1"/>
              <a:t>có</a:t>
            </a:r>
            <a:r>
              <a:rPr lang="en-US" dirty="0"/>
              <a:t> 2 </a:t>
            </a:r>
            <a:r>
              <a:rPr lang="en-US" dirty="0" err="1"/>
              <a:t>cách</a:t>
            </a:r>
            <a:r>
              <a:rPr lang="en-US" dirty="0"/>
              <a:t> </a:t>
            </a:r>
            <a:r>
              <a:rPr lang="en-US" dirty="0" err="1"/>
              <a:t>cài</a:t>
            </a:r>
            <a:r>
              <a:rPr lang="en-US" dirty="0"/>
              <a:t>:</a:t>
            </a:r>
          </a:p>
          <a:p>
            <a:pPr lvl="1"/>
            <a:r>
              <a:rPr lang="en-US" dirty="0" err="1"/>
              <a:t>Dùng</a:t>
            </a:r>
            <a:r>
              <a:rPr lang="en-US" dirty="0"/>
              <a:t> </a:t>
            </a:r>
            <a:r>
              <a:rPr lang="en-US" dirty="0" err="1"/>
              <a:t>NuGet</a:t>
            </a:r>
            <a:r>
              <a:rPr lang="en-US" dirty="0"/>
              <a:t> Packages:</a:t>
            </a:r>
          </a:p>
          <a:p>
            <a:endParaRPr lang="en-US" dirty="0"/>
          </a:p>
          <a:p>
            <a:pPr marL="0" indent="0">
              <a:buNone/>
            </a:pPr>
            <a:endParaRPr lang="en-US" dirty="0"/>
          </a:p>
        </p:txBody>
      </p:sp>
      <p:pic>
        <p:nvPicPr>
          <p:cNvPr id="6" name="Picture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439340" y="0"/>
            <a:ext cx="1828919" cy="1312750"/>
          </a:xfrm>
          <a:prstGeom prst="rect">
            <a:avLst/>
          </a:prstGeom>
        </p:spPr>
      </p:pic>
      <p:pic>
        <p:nvPicPr>
          <p:cNvPr id="8" name="Picture 2">
            <a:extLst>
              <a:ext uri="{FF2B5EF4-FFF2-40B4-BE49-F238E27FC236}">
                <a16:creationId xmlns:a16="http://schemas.microsoft.com/office/drawing/2014/main" id="{68C06E89-12D1-4680-A259-D7768A8D058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014546" y="2519887"/>
            <a:ext cx="4967654" cy="40190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74594858"/>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42900" y="365125"/>
            <a:ext cx="11614638" cy="593237"/>
          </a:xfrm>
        </p:spPr>
        <p:txBody>
          <a:bodyPr>
            <a:noAutofit/>
          </a:bodyPr>
          <a:lstStyle/>
          <a:p>
            <a:r>
              <a:rPr lang="en-US" sz="4800" b="1" dirty="0" err="1">
                <a:solidFill>
                  <a:srgbClr val="FF0000"/>
                </a:solidFill>
                <a:latin typeface="+mn-lt"/>
              </a:rPr>
              <a:t>Cài</a:t>
            </a:r>
            <a:r>
              <a:rPr lang="en-US" sz="4800" b="1" dirty="0">
                <a:solidFill>
                  <a:srgbClr val="FF0000"/>
                </a:solidFill>
                <a:latin typeface="+mn-lt"/>
              </a:rPr>
              <a:t> </a:t>
            </a:r>
            <a:r>
              <a:rPr lang="en-US" sz="4800" b="1" dirty="0" err="1">
                <a:solidFill>
                  <a:srgbClr val="FF0000"/>
                </a:solidFill>
                <a:latin typeface="+mn-lt"/>
              </a:rPr>
              <a:t>đ</a:t>
            </a:r>
            <a:r>
              <a:rPr lang="en-US" sz="4800" b="1" dirty="0" err="1" smtClean="0">
                <a:solidFill>
                  <a:srgbClr val="FF0000"/>
                </a:solidFill>
                <a:latin typeface="+mn-lt"/>
              </a:rPr>
              <a:t>ặt</a:t>
            </a:r>
            <a:r>
              <a:rPr lang="en-US" sz="4800" b="1" dirty="0" smtClean="0">
                <a:solidFill>
                  <a:srgbClr val="FF0000"/>
                </a:solidFill>
                <a:latin typeface="+mn-lt"/>
              </a:rPr>
              <a:t> </a:t>
            </a:r>
            <a:r>
              <a:rPr lang="en-US" sz="4800" b="1" dirty="0">
                <a:solidFill>
                  <a:srgbClr val="FF0000"/>
                </a:solidFill>
                <a:latin typeface="+mn-lt"/>
              </a:rPr>
              <a:t>EF Core </a:t>
            </a:r>
            <a:r>
              <a:rPr lang="en-US" sz="4800" b="1" dirty="0" err="1">
                <a:solidFill>
                  <a:srgbClr val="FF0000"/>
                </a:solidFill>
                <a:latin typeface="+mn-lt"/>
              </a:rPr>
              <a:t>cho</a:t>
            </a:r>
            <a:r>
              <a:rPr lang="en-US" sz="4800" b="1" dirty="0">
                <a:solidFill>
                  <a:srgbClr val="FF0000"/>
                </a:solidFill>
                <a:latin typeface="+mn-lt"/>
              </a:rPr>
              <a:t> Asp core project</a:t>
            </a:r>
            <a:endParaRPr lang="en-US" sz="4800" b="1" dirty="0">
              <a:solidFill>
                <a:srgbClr val="FF0000"/>
              </a:solidFill>
              <a:latin typeface="+mn-lt"/>
              <a:ea typeface="Calibri" panose="020F0502020204030204" pitchFamily="34" charset="0"/>
              <a:cs typeface="Calibri" panose="020F0502020204030204" pitchFamily="34" charset="0"/>
            </a:endParaRPr>
          </a:p>
        </p:txBody>
      </p:sp>
      <p:sp>
        <p:nvSpPr>
          <p:cNvPr id="4" name="Footer Placeholder 3"/>
          <p:cNvSpPr>
            <a:spLocks noGrp="1"/>
          </p:cNvSpPr>
          <p:nvPr>
            <p:ph type="ftr" sz="quarter" idx="11"/>
          </p:nvPr>
        </p:nvSpPr>
        <p:spPr>
          <a:xfrm>
            <a:off x="4038600" y="6433038"/>
            <a:ext cx="4114800" cy="365125"/>
          </a:xfrm>
        </p:spPr>
        <p:txBody>
          <a:bodyPr/>
          <a:lstStyle/>
          <a:p>
            <a:r>
              <a:rPr lang="vi-VN" dirty="0"/>
              <a:t>Lập trình C#3</a:t>
            </a:r>
            <a:endParaRPr lang="en-US" dirty="0"/>
          </a:p>
        </p:txBody>
      </p:sp>
      <p:sp>
        <p:nvSpPr>
          <p:cNvPr id="5" name="Slide Number Placeholder 4"/>
          <p:cNvSpPr>
            <a:spLocks noGrp="1"/>
          </p:cNvSpPr>
          <p:nvPr>
            <p:ph type="sldNum" sz="quarter" idx="12"/>
          </p:nvPr>
        </p:nvSpPr>
        <p:spPr/>
        <p:txBody>
          <a:bodyPr/>
          <a:lstStyle/>
          <a:p>
            <a:fld id="{8AACEE26-D979-411F-B229-D9F26BAEDF07}" type="slidenum">
              <a:rPr lang="en-US" smtClean="0"/>
              <a:t>13</a:t>
            </a:fld>
            <a:endParaRPr lang="en-US" dirty="0"/>
          </a:p>
        </p:txBody>
      </p:sp>
      <p:sp>
        <p:nvSpPr>
          <p:cNvPr id="12" name="Rectangle 3">
            <a:extLst>
              <a:ext uri="{FF2B5EF4-FFF2-40B4-BE49-F238E27FC236}">
                <a16:creationId xmlns:a16="http://schemas.microsoft.com/office/drawing/2014/main" id="{9F5DB8A3-5580-499D-AB0C-169958D57F6D}"/>
              </a:ext>
            </a:extLst>
          </p:cNvPr>
          <p:cNvSpPr txBox="1">
            <a:spLocks noChangeArrowheads="1"/>
          </p:cNvSpPr>
          <p:nvPr/>
        </p:nvSpPr>
        <p:spPr>
          <a:xfrm>
            <a:off x="342900" y="1142512"/>
            <a:ext cx="11711354" cy="5029688"/>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Clr>
                <a:srgbClr val="FF5A33"/>
              </a:buClr>
              <a:buFont typeface="Wingdings" pitchFamily="2" charset="2"/>
              <a:buChar char="q"/>
              <a:defRPr sz="2800" kern="1200">
                <a:solidFill>
                  <a:schemeClr val="tx1"/>
                </a:solidFill>
                <a:latin typeface="Segoe UI" pitchFamily="34" charset="0"/>
                <a:ea typeface="+mn-ea"/>
                <a:cs typeface="Segoe UI" pitchFamily="34" charset="0"/>
              </a:defRPr>
            </a:lvl1pPr>
            <a:lvl2pPr marL="742950" indent="-285750" algn="l" defTabSz="914400" rtl="0" eaLnBrk="1" latinLnBrk="0" hangingPunct="1">
              <a:spcBef>
                <a:spcPct val="20000"/>
              </a:spcBef>
              <a:buClr>
                <a:srgbClr val="FF5A33"/>
              </a:buClr>
              <a:buFont typeface="Wingdings" pitchFamily="2" charset="2"/>
              <a:buChar char="v"/>
              <a:defRPr sz="2400" kern="1200">
                <a:solidFill>
                  <a:schemeClr val="tx1"/>
                </a:solidFill>
                <a:latin typeface="Segoe UI" pitchFamily="34" charset="0"/>
                <a:ea typeface="+mn-ea"/>
                <a:cs typeface="Segoe UI" pitchFamily="34" charset="0"/>
              </a:defRPr>
            </a:lvl2pPr>
            <a:lvl3pPr marL="1143000" indent="-228600" algn="l" defTabSz="914400" rtl="0" eaLnBrk="1" latinLnBrk="0" hangingPunct="1">
              <a:spcBef>
                <a:spcPct val="20000"/>
              </a:spcBef>
              <a:buClr>
                <a:srgbClr val="FF5A33"/>
              </a:buClr>
              <a:buFont typeface="Wingdings" pitchFamily="2" charset="2"/>
              <a:buChar char="Ø"/>
              <a:defRPr sz="2000" kern="1200">
                <a:solidFill>
                  <a:schemeClr val="tx1"/>
                </a:solidFill>
                <a:latin typeface="Segoe UI" pitchFamily="34" charset="0"/>
                <a:ea typeface="+mn-ea"/>
                <a:cs typeface="Segoe UI" pitchFamily="34" charset="0"/>
              </a:defRPr>
            </a:lvl3pPr>
            <a:lvl4pPr marL="1600200" indent="-228600" algn="l" defTabSz="914400" rtl="0" eaLnBrk="1" latinLnBrk="0" hangingPunct="1">
              <a:spcBef>
                <a:spcPct val="20000"/>
              </a:spcBef>
              <a:buClr>
                <a:srgbClr val="FF5A33"/>
              </a:buClr>
              <a:buFont typeface="Wingdings" pitchFamily="2" charset="2"/>
              <a:buChar char="ü"/>
              <a:defRPr sz="1800" kern="1200">
                <a:solidFill>
                  <a:schemeClr val="tx1"/>
                </a:solidFill>
                <a:latin typeface="Segoe UI" pitchFamily="34" charset="0"/>
                <a:ea typeface="+mn-ea"/>
                <a:cs typeface="Segoe UI" pitchFamily="34" charset="0"/>
              </a:defRPr>
            </a:lvl4pPr>
            <a:lvl5pPr marL="2057400" indent="-228600" algn="l" defTabSz="914400" rtl="0" eaLnBrk="1" latinLnBrk="0" hangingPunct="1">
              <a:spcBef>
                <a:spcPct val="20000"/>
              </a:spcBef>
              <a:buClr>
                <a:srgbClr val="FF5A33"/>
              </a:buClr>
              <a:buFont typeface="Wingdings" pitchFamily="2" charset="2"/>
              <a:buChar char="§"/>
              <a:defRPr sz="1800" kern="1200">
                <a:solidFill>
                  <a:schemeClr val="tx1"/>
                </a:solidFill>
                <a:latin typeface="Segoe UI" pitchFamily="34" charset="0"/>
                <a:ea typeface="+mn-ea"/>
                <a:cs typeface="Segoe UI"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dirty="0" err="1"/>
              <a:t>Dùng</a:t>
            </a:r>
            <a:r>
              <a:rPr lang="en-US" dirty="0"/>
              <a:t> </a:t>
            </a:r>
            <a:r>
              <a:rPr lang="en-US" dirty="0" err="1"/>
              <a:t>NuGet</a:t>
            </a:r>
            <a:r>
              <a:rPr lang="en-US" dirty="0"/>
              <a:t> Packages</a:t>
            </a:r>
          </a:p>
          <a:p>
            <a:endParaRPr lang="en-US" dirty="0"/>
          </a:p>
          <a:p>
            <a:endParaRPr lang="en-US" dirty="0"/>
          </a:p>
          <a:p>
            <a:endParaRPr lang="en-US" dirty="0"/>
          </a:p>
          <a:p>
            <a:pPr marL="0" indent="0">
              <a:buNone/>
            </a:pPr>
            <a:endParaRPr lang="en-US" dirty="0"/>
          </a:p>
        </p:txBody>
      </p:sp>
      <p:pic>
        <p:nvPicPr>
          <p:cNvPr id="6" name="Picture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439340" y="0"/>
            <a:ext cx="1828919" cy="1312750"/>
          </a:xfrm>
          <a:prstGeom prst="rect">
            <a:avLst/>
          </a:prstGeom>
        </p:spPr>
      </p:pic>
      <p:pic>
        <p:nvPicPr>
          <p:cNvPr id="9" name="Picture 8">
            <a:extLst>
              <a:ext uri="{FF2B5EF4-FFF2-40B4-BE49-F238E27FC236}">
                <a16:creationId xmlns:a16="http://schemas.microsoft.com/office/drawing/2014/main" id="{9616D974-F982-2C3A-2822-C115D4D1D72E}"/>
              </a:ext>
            </a:extLst>
          </p:cNvPr>
          <p:cNvPicPr>
            <a:picLocks noChangeAspect="1"/>
          </p:cNvPicPr>
          <p:nvPr/>
        </p:nvPicPr>
        <p:blipFill>
          <a:blip r:embed="rId3"/>
          <a:stretch>
            <a:fillRect/>
          </a:stretch>
        </p:blipFill>
        <p:spPr>
          <a:xfrm>
            <a:off x="650630" y="1633293"/>
            <a:ext cx="10703169" cy="4905619"/>
          </a:xfrm>
          <a:prstGeom prst="rect">
            <a:avLst/>
          </a:prstGeom>
        </p:spPr>
      </p:pic>
    </p:spTree>
    <p:extLst>
      <p:ext uri="{BB962C8B-B14F-4D97-AF65-F5344CB8AC3E}">
        <p14:creationId xmlns:p14="http://schemas.microsoft.com/office/powerpoint/2010/main" val="3171358037"/>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42900" y="365125"/>
            <a:ext cx="11614638" cy="593237"/>
          </a:xfrm>
        </p:spPr>
        <p:txBody>
          <a:bodyPr>
            <a:noAutofit/>
          </a:bodyPr>
          <a:lstStyle/>
          <a:p>
            <a:r>
              <a:rPr lang="en-US" sz="4800" b="1" dirty="0" err="1">
                <a:solidFill>
                  <a:srgbClr val="FF0000"/>
                </a:solidFill>
                <a:latin typeface="+mn-lt"/>
              </a:rPr>
              <a:t>Cài</a:t>
            </a:r>
            <a:r>
              <a:rPr lang="en-US" sz="4800" b="1" dirty="0">
                <a:solidFill>
                  <a:srgbClr val="FF0000"/>
                </a:solidFill>
                <a:latin typeface="+mn-lt"/>
              </a:rPr>
              <a:t> </a:t>
            </a:r>
            <a:r>
              <a:rPr lang="en-US" sz="4800" b="1" dirty="0" err="1">
                <a:solidFill>
                  <a:srgbClr val="FF0000"/>
                </a:solidFill>
                <a:latin typeface="+mn-lt"/>
              </a:rPr>
              <a:t>đ</a:t>
            </a:r>
            <a:r>
              <a:rPr lang="en-US" sz="4800" b="1" dirty="0" err="1" smtClean="0">
                <a:solidFill>
                  <a:srgbClr val="FF0000"/>
                </a:solidFill>
                <a:latin typeface="+mn-lt"/>
              </a:rPr>
              <a:t>ặt</a:t>
            </a:r>
            <a:r>
              <a:rPr lang="en-US" sz="4800" b="1" dirty="0" smtClean="0">
                <a:solidFill>
                  <a:srgbClr val="FF0000"/>
                </a:solidFill>
                <a:latin typeface="+mn-lt"/>
              </a:rPr>
              <a:t> </a:t>
            </a:r>
            <a:r>
              <a:rPr lang="en-US" sz="4800" b="1" dirty="0">
                <a:solidFill>
                  <a:srgbClr val="FF0000"/>
                </a:solidFill>
                <a:latin typeface="+mn-lt"/>
              </a:rPr>
              <a:t>EF Core </a:t>
            </a:r>
            <a:r>
              <a:rPr lang="en-US" sz="4800" b="1" dirty="0" err="1">
                <a:solidFill>
                  <a:srgbClr val="FF0000"/>
                </a:solidFill>
                <a:latin typeface="+mn-lt"/>
              </a:rPr>
              <a:t>cho</a:t>
            </a:r>
            <a:r>
              <a:rPr lang="en-US" sz="4800" b="1" dirty="0">
                <a:solidFill>
                  <a:srgbClr val="FF0000"/>
                </a:solidFill>
                <a:latin typeface="+mn-lt"/>
              </a:rPr>
              <a:t> Asp core project</a:t>
            </a:r>
            <a:endParaRPr lang="en-US" sz="4800" b="1" dirty="0">
              <a:solidFill>
                <a:srgbClr val="FF0000"/>
              </a:solidFill>
              <a:latin typeface="+mn-lt"/>
              <a:ea typeface="Calibri" panose="020F0502020204030204" pitchFamily="34" charset="0"/>
              <a:cs typeface="Calibri" panose="020F0502020204030204" pitchFamily="34" charset="0"/>
            </a:endParaRPr>
          </a:p>
        </p:txBody>
      </p:sp>
      <p:sp>
        <p:nvSpPr>
          <p:cNvPr id="4" name="Footer Placeholder 3"/>
          <p:cNvSpPr>
            <a:spLocks noGrp="1"/>
          </p:cNvSpPr>
          <p:nvPr>
            <p:ph type="ftr" sz="quarter" idx="11"/>
          </p:nvPr>
        </p:nvSpPr>
        <p:spPr>
          <a:xfrm>
            <a:off x="4038600" y="6433038"/>
            <a:ext cx="4114800" cy="365125"/>
          </a:xfrm>
        </p:spPr>
        <p:txBody>
          <a:bodyPr/>
          <a:lstStyle/>
          <a:p>
            <a:r>
              <a:rPr lang="vi-VN" dirty="0"/>
              <a:t>Lập trình C#3</a:t>
            </a:r>
            <a:endParaRPr lang="en-US" dirty="0"/>
          </a:p>
        </p:txBody>
      </p:sp>
      <p:sp>
        <p:nvSpPr>
          <p:cNvPr id="5" name="Slide Number Placeholder 4"/>
          <p:cNvSpPr>
            <a:spLocks noGrp="1"/>
          </p:cNvSpPr>
          <p:nvPr>
            <p:ph type="sldNum" sz="quarter" idx="12"/>
          </p:nvPr>
        </p:nvSpPr>
        <p:spPr/>
        <p:txBody>
          <a:bodyPr/>
          <a:lstStyle/>
          <a:p>
            <a:fld id="{8AACEE26-D979-411F-B229-D9F26BAEDF07}" type="slidenum">
              <a:rPr lang="en-US" smtClean="0"/>
              <a:t>14</a:t>
            </a:fld>
            <a:endParaRPr lang="en-US" dirty="0"/>
          </a:p>
        </p:txBody>
      </p:sp>
      <p:sp>
        <p:nvSpPr>
          <p:cNvPr id="12" name="Rectangle 3">
            <a:extLst>
              <a:ext uri="{FF2B5EF4-FFF2-40B4-BE49-F238E27FC236}">
                <a16:creationId xmlns:a16="http://schemas.microsoft.com/office/drawing/2014/main" id="{9F5DB8A3-5580-499D-AB0C-169958D57F6D}"/>
              </a:ext>
            </a:extLst>
          </p:cNvPr>
          <p:cNvSpPr txBox="1">
            <a:spLocks noChangeArrowheads="1"/>
          </p:cNvSpPr>
          <p:nvPr/>
        </p:nvSpPr>
        <p:spPr>
          <a:xfrm>
            <a:off x="342900" y="1142512"/>
            <a:ext cx="11711354" cy="5029688"/>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Clr>
                <a:srgbClr val="FF5A33"/>
              </a:buClr>
              <a:buFont typeface="Wingdings" pitchFamily="2" charset="2"/>
              <a:buChar char="q"/>
              <a:defRPr sz="2800" kern="1200">
                <a:solidFill>
                  <a:schemeClr val="tx1"/>
                </a:solidFill>
                <a:latin typeface="Segoe UI" pitchFamily="34" charset="0"/>
                <a:ea typeface="+mn-ea"/>
                <a:cs typeface="Segoe UI" pitchFamily="34" charset="0"/>
              </a:defRPr>
            </a:lvl1pPr>
            <a:lvl2pPr marL="742950" indent="-285750" algn="l" defTabSz="914400" rtl="0" eaLnBrk="1" latinLnBrk="0" hangingPunct="1">
              <a:spcBef>
                <a:spcPct val="20000"/>
              </a:spcBef>
              <a:buClr>
                <a:srgbClr val="FF5A33"/>
              </a:buClr>
              <a:buFont typeface="Wingdings" pitchFamily="2" charset="2"/>
              <a:buChar char="v"/>
              <a:defRPr sz="2400" kern="1200">
                <a:solidFill>
                  <a:schemeClr val="tx1"/>
                </a:solidFill>
                <a:latin typeface="Segoe UI" pitchFamily="34" charset="0"/>
                <a:ea typeface="+mn-ea"/>
                <a:cs typeface="Segoe UI" pitchFamily="34" charset="0"/>
              </a:defRPr>
            </a:lvl2pPr>
            <a:lvl3pPr marL="1143000" indent="-228600" algn="l" defTabSz="914400" rtl="0" eaLnBrk="1" latinLnBrk="0" hangingPunct="1">
              <a:spcBef>
                <a:spcPct val="20000"/>
              </a:spcBef>
              <a:buClr>
                <a:srgbClr val="FF5A33"/>
              </a:buClr>
              <a:buFont typeface="Wingdings" pitchFamily="2" charset="2"/>
              <a:buChar char="Ø"/>
              <a:defRPr sz="2000" kern="1200">
                <a:solidFill>
                  <a:schemeClr val="tx1"/>
                </a:solidFill>
                <a:latin typeface="Segoe UI" pitchFamily="34" charset="0"/>
                <a:ea typeface="+mn-ea"/>
                <a:cs typeface="Segoe UI" pitchFamily="34" charset="0"/>
              </a:defRPr>
            </a:lvl3pPr>
            <a:lvl4pPr marL="1600200" indent="-228600" algn="l" defTabSz="914400" rtl="0" eaLnBrk="1" latinLnBrk="0" hangingPunct="1">
              <a:spcBef>
                <a:spcPct val="20000"/>
              </a:spcBef>
              <a:buClr>
                <a:srgbClr val="FF5A33"/>
              </a:buClr>
              <a:buFont typeface="Wingdings" pitchFamily="2" charset="2"/>
              <a:buChar char="ü"/>
              <a:defRPr sz="1800" kern="1200">
                <a:solidFill>
                  <a:schemeClr val="tx1"/>
                </a:solidFill>
                <a:latin typeface="Segoe UI" pitchFamily="34" charset="0"/>
                <a:ea typeface="+mn-ea"/>
                <a:cs typeface="Segoe UI" pitchFamily="34" charset="0"/>
              </a:defRPr>
            </a:lvl4pPr>
            <a:lvl5pPr marL="2057400" indent="-228600" algn="l" defTabSz="914400" rtl="0" eaLnBrk="1" latinLnBrk="0" hangingPunct="1">
              <a:spcBef>
                <a:spcPct val="20000"/>
              </a:spcBef>
              <a:buClr>
                <a:srgbClr val="FF5A33"/>
              </a:buClr>
              <a:buFont typeface="Wingdings" pitchFamily="2" charset="2"/>
              <a:buChar char="§"/>
              <a:defRPr sz="1800" kern="1200">
                <a:solidFill>
                  <a:schemeClr val="tx1"/>
                </a:solidFill>
                <a:latin typeface="Segoe UI" pitchFamily="34" charset="0"/>
                <a:ea typeface="+mn-ea"/>
                <a:cs typeface="Segoe UI"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dirty="0"/>
              <a:t>Entity Framework Core DB Provider</a:t>
            </a:r>
          </a:p>
          <a:p>
            <a:pPr lvl="1"/>
            <a:r>
              <a:rPr lang="en-US" dirty="0"/>
              <a:t>Microsoft SQL Server: </a:t>
            </a:r>
            <a:r>
              <a:rPr lang="en-US" dirty="0" err="1"/>
              <a:t>Microsoft.EntityFrameworkCore.SqlServer</a:t>
            </a:r>
            <a:endParaRPr lang="en-US" dirty="0"/>
          </a:p>
          <a:p>
            <a:pPr lvl="1"/>
            <a:r>
              <a:rPr lang="en-US" dirty="0"/>
              <a:t>SQLite: </a:t>
            </a:r>
            <a:r>
              <a:rPr lang="en-US" dirty="0" err="1"/>
              <a:t>Microsoft.EntityFrameworkCore.Sqlite</a:t>
            </a:r>
            <a:endParaRPr lang="en-US" dirty="0"/>
          </a:p>
          <a:p>
            <a:pPr lvl="1"/>
            <a:r>
              <a:rPr lang="en-US" dirty="0"/>
              <a:t>MySQL: </a:t>
            </a:r>
            <a:r>
              <a:rPr lang="en-US" dirty="0" err="1"/>
              <a:t>Pomelo.EntityFrameworkCore.MySql</a:t>
            </a:r>
            <a:endParaRPr lang="en-US" dirty="0"/>
          </a:p>
          <a:p>
            <a:pPr lvl="1"/>
            <a:r>
              <a:rPr lang="en-US" dirty="0"/>
              <a:t>PostgreSQL: </a:t>
            </a:r>
            <a:r>
              <a:rPr lang="en-US" dirty="0" err="1"/>
              <a:t>Npgsql.EntityFrameworkCore.PostgreSQL</a:t>
            </a:r>
            <a:endParaRPr lang="en-US" dirty="0"/>
          </a:p>
          <a:p>
            <a:pPr lvl="1"/>
            <a:r>
              <a:rPr lang="en-US" dirty="0" err="1"/>
              <a:t>InMemory</a:t>
            </a:r>
            <a:r>
              <a:rPr lang="en-US" dirty="0"/>
              <a:t>: </a:t>
            </a:r>
            <a:r>
              <a:rPr lang="en-US" dirty="0" err="1"/>
              <a:t>Microsoft.EntityFrameworkCore.InMemory</a:t>
            </a:r>
            <a:r>
              <a:rPr lang="en-US" dirty="0"/>
              <a:t>.</a:t>
            </a:r>
          </a:p>
          <a:p>
            <a:pPr lvl="1"/>
            <a:r>
              <a:rPr lang="en-US" dirty="0"/>
              <a:t>Oracle: </a:t>
            </a:r>
            <a:r>
              <a:rPr lang="en-US" dirty="0" err="1"/>
              <a:t>Oracle.EntityFrameworkCore</a:t>
            </a:r>
            <a:endParaRPr lang="en-US" dirty="0"/>
          </a:p>
          <a:p>
            <a:pPr lvl="1"/>
            <a:r>
              <a:rPr lang="en-US" dirty="0"/>
              <a:t>MongoDB: </a:t>
            </a:r>
            <a:r>
              <a:rPr lang="en-US" dirty="0" err="1"/>
              <a:t>MongoDB.EntityFrameworkCore</a:t>
            </a:r>
            <a:endParaRPr lang="en-US" dirty="0"/>
          </a:p>
          <a:p>
            <a:pPr>
              <a:defRPr/>
            </a:pPr>
            <a:r>
              <a:rPr lang="en-US" dirty="0" err="1"/>
              <a:t>Dùng</a:t>
            </a:r>
            <a:r>
              <a:rPr lang="en-US" dirty="0"/>
              <a:t> Package Manager Console: Tools -&gt; </a:t>
            </a:r>
            <a:r>
              <a:rPr lang="en-US" dirty="0" err="1"/>
              <a:t>NuGet</a:t>
            </a:r>
            <a:r>
              <a:rPr lang="en-US" dirty="0"/>
              <a:t> Package Manager -&gt; Package Manager Console</a:t>
            </a:r>
          </a:p>
        </p:txBody>
      </p:sp>
      <p:pic>
        <p:nvPicPr>
          <p:cNvPr id="6" name="Picture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439340" y="0"/>
            <a:ext cx="1828919" cy="1312750"/>
          </a:xfrm>
          <a:prstGeom prst="rect">
            <a:avLst/>
          </a:prstGeom>
        </p:spPr>
      </p:pic>
      <p:pic>
        <p:nvPicPr>
          <p:cNvPr id="8" name="Picture 7">
            <a:extLst>
              <a:ext uri="{FF2B5EF4-FFF2-40B4-BE49-F238E27FC236}">
                <a16:creationId xmlns:a16="http://schemas.microsoft.com/office/drawing/2014/main" id="{95B7215E-E7F6-4D01-2460-97E028F25565}"/>
              </a:ext>
            </a:extLst>
          </p:cNvPr>
          <p:cNvPicPr>
            <a:picLocks noChangeAspect="1"/>
          </p:cNvPicPr>
          <p:nvPr/>
        </p:nvPicPr>
        <p:blipFill>
          <a:blip r:embed="rId3"/>
          <a:stretch>
            <a:fillRect/>
          </a:stretch>
        </p:blipFill>
        <p:spPr>
          <a:xfrm>
            <a:off x="3224398" y="5833186"/>
            <a:ext cx="6206266" cy="469433"/>
          </a:xfrm>
          <a:prstGeom prst="rect">
            <a:avLst/>
          </a:prstGeom>
        </p:spPr>
      </p:pic>
    </p:spTree>
    <p:extLst>
      <p:ext uri="{BB962C8B-B14F-4D97-AF65-F5344CB8AC3E}">
        <p14:creationId xmlns:p14="http://schemas.microsoft.com/office/powerpoint/2010/main" val="1020735037"/>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42900" y="365125"/>
            <a:ext cx="11614638" cy="593237"/>
          </a:xfrm>
        </p:spPr>
        <p:txBody>
          <a:bodyPr>
            <a:noAutofit/>
          </a:bodyPr>
          <a:lstStyle/>
          <a:p>
            <a:r>
              <a:rPr lang="en-US" sz="4800" b="1" dirty="0" err="1">
                <a:solidFill>
                  <a:srgbClr val="FF0000"/>
                </a:solidFill>
                <a:latin typeface="+mn-lt"/>
              </a:rPr>
              <a:t>Cài</a:t>
            </a:r>
            <a:r>
              <a:rPr lang="en-US" sz="4800" b="1" dirty="0">
                <a:solidFill>
                  <a:srgbClr val="FF0000"/>
                </a:solidFill>
                <a:latin typeface="+mn-lt"/>
              </a:rPr>
              <a:t> </a:t>
            </a:r>
            <a:r>
              <a:rPr lang="en-US" sz="4800" b="1" dirty="0" err="1">
                <a:solidFill>
                  <a:srgbClr val="FF0000"/>
                </a:solidFill>
                <a:latin typeface="+mn-lt"/>
              </a:rPr>
              <a:t>đ</a:t>
            </a:r>
            <a:r>
              <a:rPr lang="en-US" sz="4800" b="1" dirty="0" err="1" smtClean="0">
                <a:solidFill>
                  <a:srgbClr val="FF0000"/>
                </a:solidFill>
                <a:latin typeface="+mn-lt"/>
              </a:rPr>
              <a:t>ặt</a:t>
            </a:r>
            <a:r>
              <a:rPr lang="en-US" sz="4800" b="1" dirty="0" smtClean="0">
                <a:solidFill>
                  <a:srgbClr val="FF0000"/>
                </a:solidFill>
                <a:latin typeface="+mn-lt"/>
              </a:rPr>
              <a:t> </a:t>
            </a:r>
            <a:r>
              <a:rPr lang="en-US" sz="4800" b="1" dirty="0">
                <a:solidFill>
                  <a:srgbClr val="FF0000"/>
                </a:solidFill>
                <a:latin typeface="+mn-lt"/>
              </a:rPr>
              <a:t>EF Core </a:t>
            </a:r>
            <a:r>
              <a:rPr lang="en-US" sz="4800" b="1" dirty="0" err="1">
                <a:solidFill>
                  <a:srgbClr val="FF0000"/>
                </a:solidFill>
                <a:latin typeface="+mn-lt"/>
              </a:rPr>
              <a:t>cho</a:t>
            </a:r>
            <a:r>
              <a:rPr lang="en-US" sz="4800" b="1" dirty="0">
                <a:solidFill>
                  <a:srgbClr val="FF0000"/>
                </a:solidFill>
                <a:latin typeface="+mn-lt"/>
              </a:rPr>
              <a:t> Asp core project</a:t>
            </a:r>
            <a:endParaRPr lang="en-US" sz="4800" b="1" dirty="0">
              <a:solidFill>
                <a:srgbClr val="FF0000"/>
              </a:solidFill>
              <a:latin typeface="+mn-lt"/>
              <a:ea typeface="Calibri" panose="020F0502020204030204" pitchFamily="34" charset="0"/>
              <a:cs typeface="Calibri" panose="020F0502020204030204" pitchFamily="34" charset="0"/>
            </a:endParaRPr>
          </a:p>
        </p:txBody>
      </p:sp>
      <p:sp>
        <p:nvSpPr>
          <p:cNvPr id="4" name="Footer Placeholder 3"/>
          <p:cNvSpPr>
            <a:spLocks noGrp="1"/>
          </p:cNvSpPr>
          <p:nvPr>
            <p:ph type="ftr" sz="quarter" idx="11"/>
          </p:nvPr>
        </p:nvSpPr>
        <p:spPr>
          <a:xfrm>
            <a:off x="4038600" y="6433038"/>
            <a:ext cx="4114800" cy="365125"/>
          </a:xfrm>
        </p:spPr>
        <p:txBody>
          <a:bodyPr/>
          <a:lstStyle/>
          <a:p>
            <a:r>
              <a:rPr lang="vi-VN" dirty="0"/>
              <a:t>Lập trình C#3</a:t>
            </a:r>
            <a:endParaRPr lang="en-US" dirty="0"/>
          </a:p>
        </p:txBody>
      </p:sp>
      <p:sp>
        <p:nvSpPr>
          <p:cNvPr id="5" name="Slide Number Placeholder 4"/>
          <p:cNvSpPr>
            <a:spLocks noGrp="1"/>
          </p:cNvSpPr>
          <p:nvPr>
            <p:ph type="sldNum" sz="quarter" idx="12"/>
          </p:nvPr>
        </p:nvSpPr>
        <p:spPr/>
        <p:txBody>
          <a:bodyPr/>
          <a:lstStyle/>
          <a:p>
            <a:fld id="{8AACEE26-D979-411F-B229-D9F26BAEDF07}" type="slidenum">
              <a:rPr lang="en-US" smtClean="0"/>
              <a:t>15</a:t>
            </a:fld>
            <a:endParaRPr lang="en-US" dirty="0"/>
          </a:p>
        </p:txBody>
      </p:sp>
      <p:sp>
        <p:nvSpPr>
          <p:cNvPr id="12" name="Rectangle 3">
            <a:extLst>
              <a:ext uri="{FF2B5EF4-FFF2-40B4-BE49-F238E27FC236}">
                <a16:creationId xmlns:a16="http://schemas.microsoft.com/office/drawing/2014/main" id="{9F5DB8A3-5580-499D-AB0C-169958D57F6D}"/>
              </a:ext>
            </a:extLst>
          </p:cNvPr>
          <p:cNvSpPr txBox="1">
            <a:spLocks noChangeArrowheads="1"/>
          </p:cNvSpPr>
          <p:nvPr/>
        </p:nvSpPr>
        <p:spPr>
          <a:xfrm>
            <a:off x="342900" y="1142512"/>
            <a:ext cx="11711354" cy="5029688"/>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Clr>
                <a:srgbClr val="FF5A33"/>
              </a:buClr>
              <a:buFont typeface="Wingdings" pitchFamily="2" charset="2"/>
              <a:buChar char="q"/>
              <a:defRPr sz="2800" kern="1200">
                <a:solidFill>
                  <a:schemeClr val="tx1"/>
                </a:solidFill>
                <a:latin typeface="Segoe UI" pitchFamily="34" charset="0"/>
                <a:ea typeface="+mn-ea"/>
                <a:cs typeface="Segoe UI" pitchFamily="34" charset="0"/>
              </a:defRPr>
            </a:lvl1pPr>
            <a:lvl2pPr marL="742950" indent="-285750" algn="l" defTabSz="914400" rtl="0" eaLnBrk="1" latinLnBrk="0" hangingPunct="1">
              <a:spcBef>
                <a:spcPct val="20000"/>
              </a:spcBef>
              <a:buClr>
                <a:srgbClr val="FF5A33"/>
              </a:buClr>
              <a:buFont typeface="Wingdings" pitchFamily="2" charset="2"/>
              <a:buChar char="v"/>
              <a:defRPr sz="2400" kern="1200">
                <a:solidFill>
                  <a:schemeClr val="tx1"/>
                </a:solidFill>
                <a:latin typeface="Segoe UI" pitchFamily="34" charset="0"/>
                <a:ea typeface="+mn-ea"/>
                <a:cs typeface="Segoe UI" pitchFamily="34" charset="0"/>
              </a:defRPr>
            </a:lvl2pPr>
            <a:lvl3pPr marL="1143000" indent="-228600" algn="l" defTabSz="914400" rtl="0" eaLnBrk="1" latinLnBrk="0" hangingPunct="1">
              <a:spcBef>
                <a:spcPct val="20000"/>
              </a:spcBef>
              <a:buClr>
                <a:srgbClr val="FF5A33"/>
              </a:buClr>
              <a:buFont typeface="Wingdings" pitchFamily="2" charset="2"/>
              <a:buChar char="Ø"/>
              <a:defRPr sz="2000" kern="1200">
                <a:solidFill>
                  <a:schemeClr val="tx1"/>
                </a:solidFill>
                <a:latin typeface="Segoe UI" pitchFamily="34" charset="0"/>
                <a:ea typeface="+mn-ea"/>
                <a:cs typeface="Segoe UI" pitchFamily="34" charset="0"/>
              </a:defRPr>
            </a:lvl3pPr>
            <a:lvl4pPr marL="1600200" indent="-228600" algn="l" defTabSz="914400" rtl="0" eaLnBrk="1" latinLnBrk="0" hangingPunct="1">
              <a:spcBef>
                <a:spcPct val="20000"/>
              </a:spcBef>
              <a:buClr>
                <a:srgbClr val="FF5A33"/>
              </a:buClr>
              <a:buFont typeface="Wingdings" pitchFamily="2" charset="2"/>
              <a:buChar char="ü"/>
              <a:defRPr sz="1800" kern="1200">
                <a:solidFill>
                  <a:schemeClr val="tx1"/>
                </a:solidFill>
                <a:latin typeface="Segoe UI" pitchFamily="34" charset="0"/>
                <a:ea typeface="+mn-ea"/>
                <a:cs typeface="Segoe UI" pitchFamily="34" charset="0"/>
              </a:defRPr>
            </a:lvl4pPr>
            <a:lvl5pPr marL="2057400" indent="-228600" algn="l" defTabSz="914400" rtl="0" eaLnBrk="1" latinLnBrk="0" hangingPunct="1">
              <a:spcBef>
                <a:spcPct val="20000"/>
              </a:spcBef>
              <a:buClr>
                <a:srgbClr val="FF5A33"/>
              </a:buClr>
              <a:buFont typeface="Wingdings" pitchFamily="2" charset="2"/>
              <a:buChar char="§"/>
              <a:defRPr sz="1800" kern="1200">
                <a:solidFill>
                  <a:schemeClr val="tx1"/>
                </a:solidFill>
                <a:latin typeface="Segoe UI" pitchFamily="34" charset="0"/>
                <a:ea typeface="+mn-ea"/>
                <a:cs typeface="Segoe UI"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dirty="0"/>
              <a:t>EF Core </a:t>
            </a:r>
            <a:r>
              <a:rPr lang="en-US" dirty="0" err="1"/>
              <a:t>hỗ</a:t>
            </a:r>
            <a:r>
              <a:rPr lang="en-US" dirty="0"/>
              <a:t> </a:t>
            </a:r>
            <a:r>
              <a:rPr lang="en-US" dirty="0" err="1"/>
              <a:t>trợ</a:t>
            </a:r>
            <a:r>
              <a:rPr lang="en-US" dirty="0"/>
              <a:t> </a:t>
            </a:r>
            <a:r>
              <a:rPr lang="en-US" dirty="0" err="1"/>
              <a:t>mạnh</a:t>
            </a:r>
            <a:r>
              <a:rPr lang="en-US" dirty="0"/>
              <a:t> </a:t>
            </a:r>
            <a:r>
              <a:rPr lang="en-US" dirty="0" err="1"/>
              <a:t>giao</a:t>
            </a:r>
            <a:r>
              <a:rPr lang="en-US" dirty="0"/>
              <a:t> </a:t>
            </a:r>
            <a:r>
              <a:rPr lang="en-US" dirty="0" err="1"/>
              <a:t>diện</a:t>
            </a:r>
            <a:r>
              <a:rPr lang="en-US" dirty="0"/>
              <a:t> </a:t>
            </a:r>
            <a:r>
              <a:rPr lang="en-US" dirty="0" err="1"/>
              <a:t>dòng</a:t>
            </a:r>
            <a:r>
              <a:rPr lang="en-US" dirty="0"/>
              <a:t> </a:t>
            </a:r>
            <a:r>
              <a:rPr lang="en-US" dirty="0" err="1"/>
              <a:t>lệnh</a:t>
            </a:r>
            <a:r>
              <a:rPr lang="en-US" dirty="0"/>
              <a:t>: migrations, </a:t>
            </a:r>
            <a:r>
              <a:rPr lang="en-US" dirty="0" err="1"/>
              <a:t>tạo</a:t>
            </a:r>
            <a:r>
              <a:rPr lang="en-US" dirty="0"/>
              <a:t> entity </a:t>
            </a:r>
            <a:r>
              <a:rPr lang="en-US" dirty="0" err="1"/>
              <a:t>từ</a:t>
            </a:r>
            <a:r>
              <a:rPr lang="en-US" dirty="0"/>
              <a:t> database…=&gt; Install EF Core Tools </a:t>
            </a:r>
            <a:r>
              <a:rPr lang="en-US" dirty="0" err="1"/>
              <a:t>cho</a:t>
            </a:r>
            <a:r>
              <a:rPr lang="en-US" dirty="0"/>
              <a:t>:</a:t>
            </a:r>
          </a:p>
          <a:p>
            <a:pPr lvl="1"/>
            <a:r>
              <a:rPr lang="en-US" dirty="0"/>
              <a:t>Package Manager Console (PMC)</a:t>
            </a:r>
          </a:p>
        </p:txBody>
      </p:sp>
      <p:pic>
        <p:nvPicPr>
          <p:cNvPr id="6" name="Picture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439340" y="0"/>
            <a:ext cx="1828919" cy="1312750"/>
          </a:xfrm>
          <a:prstGeom prst="rect">
            <a:avLst/>
          </a:prstGeom>
        </p:spPr>
      </p:pic>
      <p:pic>
        <p:nvPicPr>
          <p:cNvPr id="9" name="Picture 8">
            <a:extLst>
              <a:ext uri="{FF2B5EF4-FFF2-40B4-BE49-F238E27FC236}">
                <a16:creationId xmlns:a16="http://schemas.microsoft.com/office/drawing/2014/main" id="{BC25B6AA-ECEB-FA6D-8BD9-EB4EF58D86F0}"/>
              </a:ext>
            </a:extLst>
          </p:cNvPr>
          <p:cNvPicPr>
            <a:picLocks noChangeAspect="1"/>
          </p:cNvPicPr>
          <p:nvPr/>
        </p:nvPicPr>
        <p:blipFill>
          <a:blip r:embed="rId3"/>
          <a:stretch>
            <a:fillRect/>
          </a:stretch>
        </p:blipFill>
        <p:spPr>
          <a:xfrm>
            <a:off x="1869976" y="2761527"/>
            <a:ext cx="8263898" cy="3502751"/>
          </a:xfrm>
          <a:prstGeom prst="rect">
            <a:avLst/>
          </a:prstGeom>
        </p:spPr>
      </p:pic>
    </p:spTree>
    <p:extLst>
      <p:ext uri="{BB962C8B-B14F-4D97-AF65-F5344CB8AC3E}">
        <p14:creationId xmlns:p14="http://schemas.microsoft.com/office/powerpoint/2010/main" val="372912527"/>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42900" y="365125"/>
            <a:ext cx="11614638" cy="593237"/>
          </a:xfrm>
        </p:spPr>
        <p:txBody>
          <a:bodyPr>
            <a:noAutofit/>
          </a:bodyPr>
          <a:lstStyle/>
          <a:p>
            <a:r>
              <a:rPr lang="en-US" sz="4800" b="1" dirty="0" err="1">
                <a:solidFill>
                  <a:srgbClr val="FF0000"/>
                </a:solidFill>
                <a:latin typeface="+mn-lt"/>
              </a:rPr>
              <a:t>Cài</a:t>
            </a:r>
            <a:r>
              <a:rPr lang="en-US" sz="4800" b="1" dirty="0">
                <a:solidFill>
                  <a:srgbClr val="FF0000"/>
                </a:solidFill>
                <a:latin typeface="+mn-lt"/>
              </a:rPr>
              <a:t> </a:t>
            </a:r>
            <a:r>
              <a:rPr lang="en-US" sz="4800" b="1" dirty="0" err="1">
                <a:solidFill>
                  <a:srgbClr val="FF0000"/>
                </a:solidFill>
                <a:latin typeface="+mn-lt"/>
              </a:rPr>
              <a:t>đ</a:t>
            </a:r>
            <a:r>
              <a:rPr lang="en-US" sz="4800" b="1" dirty="0" err="1" smtClean="0">
                <a:solidFill>
                  <a:srgbClr val="FF0000"/>
                </a:solidFill>
                <a:latin typeface="+mn-lt"/>
              </a:rPr>
              <a:t>ặt</a:t>
            </a:r>
            <a:r>
              <a:rPr lang="en-US" sz="4800" b="1" dirty="0" smtClean="0">
                <a:solidFill>
                  <a:srgbClr val="FF0000"/>
                </a:solidFill>
                <a:latin typeface="+mn-lt"/>
              </a:rPr>
              <a:t> </a:t>
            </a:r>
            <a:r>
              <a:rPr lang="en-US" sz="4800" b="1" dirty="0">
                <a:solidFill>
                  <a:srgbClr val="FF0000"/>
                </a:solidFill>
                <a:latin typeface="+mn-lt"/>
              </a:rPr>
              <a:t>EF Core </a:t>
            </a:r>
            <a:r>
              <a:rPr lang="en-US" sz="4800" b="1" dirty="0" err="1">
                <a:solidFill>
                  <a:srgbClr val="FF0000"/>
                </a:solidFill>
                <a:latin typeface="+mn-lt"/>
              </a:rPr>
              <a:t>cho</a:t>
            </a:r>
            <a:r>
              <a:rPr lang="en-US" sz="4800" b="1" dirty="0">
                <a:solidFill>
                  <a:srgbClr val="FF0000"/>
                </a:solidFill>
                <a:latin typeface="+mn-lt"/>
              </a:rPr>
              <a:t> Asp core project</a:t>
            </a:r>
            <a:endParaRPr lang="en-US" sz="4800" b="1" dirty="0">
              <a:solidFill>
                <a:srgbClr val="FF0000"/>
              </a:solidFill>
              <a:latin typeface="+mn-lt"/>
              <a:ea typeface="Calibri" panose="020F0502020204030204" pitchFamily="34" charset="0"/>
              <a:cs typeface="Calibri" panose="020F0502020204030204" pitchFamily="34" charset="0"/>
            </a:endParaRPr>
          </a:p>
        </p:txBody>
      </p:sp>
      <p:sp>
        <p:nvSpPr>
          <p:cNvPr id="4" name="Footer Placeholder 3"/>
          <p:cNvSpPr>
            <a:spLocks noGrp="1"/>
          </p:cNvSpPr>
          <p:nvPr>
            <p:ph type="ftr" sz="quarter" idx="11"/>
          </p:nvPr>
        </p:nvSpPr>
        <p:spPr>
          <a:xfrm>
            <a:off x="4038600" y="6433038"/>
            <a:ext cx="4114800" cy="365125"/>
          </a:xfrm>
        </p:spPr>
        <p:txBody>
          <a:bodyPr/>
          <a:lstStyle/>
          <a:p>
            <a:r>
              <a:rPr lang="vi-VN" dirty="0"/>
              <a:t>Lập trình C#3</a:t>
            </a:r>
            <a:endParaRPr lang="en-US" dirty="0"/>
          </a:p>
        </p:txBody>
      </p:sp>
      <p:sp>
        <p:nvSpPr>
          <p:cNvPr id="5" name="Slide Number Placeholder 4"/>
          <p:cNvSpPr>
            <a:spLocks noGrp="1"/>
          </p:cNvSpPr>
          <p:nvPr>
            <p:ph type="sldNum" sz="quarter" idx="12"/>
          </p:nvPr>
        </p:nvSpPr>
        <p:spPr/>
        <p:txBody>
          <a:bodyPr/>
          <a:lstStyle/>
          <a:p>
            <a:fld id="{8AACEE26-D979-411F-B229-D9F26BAEDF07}" type="slidenum">
              <a:rPr lang="en-US" smtClean="0"/>
              <a:t>16</a:t>
            </a:fld>
            <a:endParaRPr lang="en-US" dirty="0"/>
          </a:p>
        </p:txBody>
      </p:sp>
      <p:sp>
        <p:nvSpPr>
          <p:cNvPr id="12" name="Rectangle 3">
            <a:extLst>
              <a:ext uri="{FF2B5EF4-FFF2-40B4-BE49-F238E27FC236}">
                <a16:creationId xmlns:a16="http://schemas.microsoft.com/office/drawing/2014/main" id="{9F5DB8A3-5580-499D-AB0C-169958D57F6D}"/>
              </a:ext>
            </a:extLst>
          </p:cNvPr>
          <p:cNvSpPr txBox="1">
            <a:spLocks noChangeArrowheads="1"/>
          </p:cNvSpPr>
          <p:nvPr/>
        </p:nvSpPr>
        <p:spPr>
          <a:xfrm>
            <a:off x="342900" y="1142512"/>
            <a:ext cx="11711354" cy="5029688"/>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Clr>
                <a:srgbClr val="FF5A33"/>
              </a:buClr>
              <a:buFont typeface="Wingdings" pitchFamily="2" charset="2"/>
              <a:buChar char="q"/>
              <a:defRPr sz="2800" kern="1200">
                <a:solidFill>
                  <a:schemeClr val="tx1"/>
                </a:solidFill>
                <a:latin typeface="Segoe UI" pitchFamily="34" charset="0"/>
                <a:ea typeface="+mn-ea"/>
                <a:cs typeface="Segoe UI" pitchFamily="34" charset="0"/>
              </a:defRPr>
            </a:lvl1pPr>
            <a:lvl2pPr marL="742950" indent="-285750" algn="l" defTabSz="914400" rtl="0" eaLnBrk="1" latinLnBrk="0" hangingPunct="1">
              <a:spcBef>
                <a:spcPct val="20000"/>
              </a:spcBef>
              <a:buClr>
                <a:srgbClr val="FF5A33"/>
              </a:buClr>
              <a:buFont typeface="Wingdings" pitchFamily="2" charset="2"/>
              <a:buChar char="v"/>
              <a:defRPr sz="2400" kern="1200">
                <a:solidFill>
                  <a:schemeClr val="tx1"/>
                </a:solidFill>
                <a:latin typeface="Segoe UI" pitchFamily="34" charset="0"/>
                <a:ea typeface="+mn-ea"/>
                <a:cs typeface="Segoe UI" pitchFamily="34" charset="0"/>
              </a:defRPr>
            </a:lvl2pPr>
            <a:lvl3pPr marL="1143000" indent="-228600" algn="l" defTabSz="914400" rtl="0" eaLnBrk="1" latinLnBrk="0" hangingPunct="1">
              <a:spcBef>
                <a:spcPct val="20000"/>
              </a:spcBef>
              <a:buClr>
                <a:srgbClr val="FF5A33"/>
              </a:buClr>
              <a:buFont typeface="Wingdings" pitchFamily="2" charset="2"/>
              <a:buChar char="Ø"/>
              <a:defRPr sz="2000" kern="1200">
                <a:solidFill>
                  <a:schemeClr val="tx1"/>
                </a:solidFill>
                <a:latin typeface="Segoe UI" pitchFamily="34" charset="0"/>
                <a:ea typeface="+mn-ea"/>
                <a:cs typeface="Segoe UI" pitchFamily="34" charset="0"/>
              </a:defRPr>
            </a:lvl3pPr>
            <a:lvl4pPr marL="1600200" indent="-228600" algn="l" defTabSz="914400" rtl="0" eaLnBrk="1" latinLnBrk="0" hangingPunct="1">
              <a:spcBef>
                <a:spcPct val="20000"/>
              </a:spcBef>
              <a:buClr>
                <a:srgbClr val="FF5A33"/>
              </a:buClr>
              <a:buFont typeface="Wingdings" pitchFamily="2" charset="2"/>
              <a:buChar char="ü"/>
              <a:defRPr sz="1800" kern="1200">
                <a:solidFill>
                  <a:schemeClr val="tx1"/>
                </a:solidFill>
                <a:latin typeface="Segoe UI" pitchFamily="34" charset="0"/>
                <a:ea typeface="+mn-ea"/>
                <a:cs typeface="Segoe UI" pitchFamily="34" charset="0"/>
              </a:defRPr>
            </a:lvl4pPr>
            <a:lvl5pPr marL="2057400" indent="-228600" algn="l" defTabSz="914400" rtl="0" eaLnBrk="1" latinLnBrk="0" hangingPunct="1">
              <a:spcBef>
                <a:spcPct val="20000"/>
              </a:spcBef>
              <a:buClr>
                <a:srgbClr val="FF5A33"/>
              </a:buClr>
              <a:buFont typeface="Wingdings" pitchFamily="2" charset="2"/>
              <a:buChar char="§"/>
              <a:defRPr sz="1800" kern="1200">
                <a:solidFill>
                  <a:schemeClr val="tx1"/>
                </a:solidFill>
                <a:latin typeface="Segoe UI" pitchFamily="34" charset="0"/>
                <a:ea typeface="+mn-ea"/>
                <a:cs typeface="Segoe UI"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dirty="0"/>
              <a:t>Install EF Core Tools </a:t>
            </a:r>
            <a:r>
              <a:rPr lang="en-US" dirty="0" err="1"/>
              <a:t>cho</a:t>
            </a:r>
            <a:r>
              <a:rPr lang="en-US" dirty="0"/>
              <a:t> </a:t>
            </a:r>
            <a:r>
              <a:rPr lang="en-US" dirty="0" err="1"/>
              <a:t>dotnet</a:t>
            </a:r>
            <a:r>
              <a:rPr lang="en-US" dirty="0"/>
              <a:t> CLI (Command Line Interface) </a:t>
            </a:r>
            <a:r>
              <a:rPr lang="en-US" dirty="0" err="1"/>
              <a:t>với</a:t>
            </a:r>
            <a:r>
              <a:rPr lang="en-US" dirty="0"/>
              <a:t> </a:t>
            </a:r>
            <a:r>
              <a:rPr lang="en-US" dirty="0" err="1"/>
              <a:t>lệnh</a:t>
            </a:r>
            <a:r>
              <a:rPr lang="en-US" dirty="0"/>
              <a:t>: </a:t>
            </a:r>
            <a:r>
              <a:rPr lang="en-US" dirty="0" err="1">
                <a:solidFill>
                  <a:srgbClr val="00B050"/>
                </a:solidFill>
              </a:rPr>
              <a:t>dotnet</a:t>
            </a:r>
            <a:r>
              <a:rPr lang="en-US" dirty="0">
                <a:solidFill>
                  <a:srgbClr val="00B050"/>
                </a:solidFill>
              </a:rPr>
              <a:t> tool install --global </a:t>
            </a:r>
            <a:r>
              <a:rPr lang="en-US" dirty="0" err="1" smtClean="0">
                <a:solidFill>
                  <a:srgbClr val="00B050"/>
                </a:solidFill>
              </a:rPr>
              <a:t>dotnet-ef</a:t>
            </a:r>
            <a:endParaRPr lang="en-US" dirty="0" smtClean="0">
              <a:solidFill>
                <a:srgbClr val="00B050"/>
              </a:solidFill>
            </a:endParaRPr>
          </a:p>
          <a:p>
            <a:endParaRPr lang="en-US" dirty="0">
              <a:solidFill>
                <a:srgbClr val="00B050"/>
              </a:solidFill>
            </a:endParaRPr>
          </a:p>
          <a:p>
            <a:endParaRPr lang="en-US" dirty="0" smtClean="0"/>
          </a:p>
          <a:p>
            <a:r>
              <a:rPr lang="en-US" dirty="0" err="1" smtClean="0"/>
              <a:t>Kiểm</a:t>
            </a:r>
            <a:r>
              <a:rPr lang="en-US" dirty="0" smtClean="0"/>
              <a:t> </a:t>
            </a:r>
            <a:r>
              <a:rPr lang="en-US" dirty="0" err="1"/>
              <a:t>tra</a:t>
            </a:r>
            <a:r>
              <a:rPr lang="en-US" dirty="0"/>
              <a:t> </a:t>
            </a:r>
            <a:r>
              <a:rPr lang="en-US" dirty="0" err="1"/>
              <a:t>cài</a:t>
            </a:r>
            <a:r>
              <a:rPr lang="en-US" dirty="0"/>
              <a:t> </a:t>
            </a:r>
            <a:r>
              <a:rPr lang="en-US" dirty="0" err="1"/>
              <a:t>đặt</a:t>
            </a:r>
            <a:r>
              <a:rPr lang="en-US" dirty="0"/>
              <a:t> </a:t>
            </a:r>
            <a:r>
              <a:rPr lang="en-US" dirty="0" err="1"/>
              <a:t>bằng</a:t>
            </a:r>
            <a:r>
              <a:rPr lang="en-US" dirty="0"/>
              <a:t> </a:t>
            </a:r>
            <a:r>
              <a:rPr lang="en-US" dirty="0" err="1"/>
              <a:t>lệnh</a:t>
            </a:r>
            <a:r>
              <a:rPr lang="en-US" dirty="0"/>
              <a:t> </a:t>
            </a:r>
            <a:r>
              <a:rPr lang="en-US" dirty="0" err="1">
                <a:solidFill>
                  <a:srgbClr val="00B050"/>
                </a:solidFill>
              </a:rPr>
              <a:t>dotnet</a:t>
            </a:r>
            <a:r>
              <a:rPr lang="en-US" dirty="0">
                <a:solidFill>
                  <a:srgbClr val="00B050"/>
                </a:solidFill>
              </a:rPr>
              <a:t> </a:t>
            </a:r>
            <a:r>
              <a:rPr lang="en-US" dirty="0" err="1">
                <a:solidFill>
                  <a:srgbClr val="00B050"/>
                </a:solidFill>
              </a:rPr>
              <a:t>ef</a:t>
            </a:r>
            <a:endParaRPr lang="en-US" dirty="0">
              <a:solidFill>
                <a:srgbClr val="00B050"/>
              </a:solidFill>
            </a:endParaRPr>
          </a:p>
        </p:txBody>
      </p:sp>
      <p:pic>
        <p:nvPicPr>
          <p:cNvPr id="6" name="Picture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439340" y="0"/>
            <a:ext cx="1828919" cy="1312750"/>
          </a:xfrm>
          <a:prstGeom prst="rect">
            <a:avLst/>
          </a:prstGeom>
        </p:spPr>
      </p:pic>
      <p:pic>
        <p:nvPicPr>
          <p:cNvPr id="3" name="Picture 2"/>
          <p:cNvPicPr>
            <a:picLocks noChangeAspect="1"/>
          </p:cNvPicPr>
          <p:nvPr/>
        </p:nvPicPr>
        <p:blipFill>
          <a:blip r:embed="rId3"/>
          <a:stretch>
            <a:fillRect/>
          </a:stretch>
        </p:blipFill>
        <p:spPr>
          <a:xfrm>
            <a:off x="6588817" y="3044336"/>
            <a:ext cx="5603183" cy="3753827"/>
          </a:xfrm>
          <a:prstGeom prst="rect">
            <a:avLst/>
          </a:prstGeom>
        </p:spPr>
      </p:pic>
      <p:pic>
        <p:nvPicPr>
          <p:cNvPr id="7" name="Picture 6"/>
          <p:cNvPicPr>
            <a:picLocks noChangeAspect="1"/>
          </p:cNvPicPr>
          <p:nvPr/>
        </p:nvPicPr>
        <p:blipFill>
          <a:blip r:embed="rId4"/>
          <a:stretch>
            <a:fillRect/>
          </a:stretch>
        </p:blipFill>
        <p:spPr>
          <a:xfrm>
            <a:off x="480823" y="2042513"/>
            <a:ext cx="11476715" cy="861135"/>
          </a:xfrm>
          <a:prstGeom prst="rect">
            <a:avLst/>
          </a:prstGeom>
        </p:spPr>
      </p:pic>
    </p:spTree>
    <p:extLst>
      <p:ext uri="{BB962C8B-B14F-4D97-AF65-F5344CB8AC3E}">
        <p14:creationId xmlns:p14="http://schemas.microsoft.com/office/powerpoint/2010/main" val="875563838"/>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42900" y="365125"/>
            <a:ext cx="11614638" cy="593237"/>
          </a:xfrm>
        </p:spPr>
        <p:txBody>
          <a:bodyPr>
            <a:noAutofit/>
          </a:bodyPr>
          <a:lstStyle/>
          <a:p>
            <a:r>
              <a:rPr lang="en-US" sz="4800" b="1" dirty="0" err="1">
                <a:solidFill>
                  <a:srgbClr val="FF0000"/>
                </a:solidFill>
                <a:latin typeface="+mn-lt"/>
              </a:rPr>
              <a:t>DbContext</a:t>
            </a:r>
            <a:r>
              <a:rPr lang="en-US" sz="4800" b="1" dirty="0">
                <a:solidFill>
                  <a:srgbClr val="FF0000"/>
                </a:solidFill>
                <a:latin typeface="+mn-lt"/>
              </a:rPr>
              <a:t> </a:t>
            </a:r>
            <a:r>
              <a:rPr lang="en-US" sz="4800" b="1" dirty="0" err="1">
                <a:solidFill>
                  <a:srgbClr val="FF0000"/>
                </a:solidFill>
                <a:latin typeface="+mn-lt"/>
              </a:rPr>
              <a:t>trong</a:t>
            </a:r>
            <a:r>
              <a:rPr lang="en-US" sz="4800" b="1" dirty="0">
                <a:solidFill>
                  <a:srgbClr val="FF0000"/>
                </a:solidFill>
                <a:latin typeface="+mn-lt"/>
              </a:rPr>
              <a:t> Entity Framework Core</a:t>
            </a:r>
            <a:endParaRPr lang="en-US" sz="4800" b="1" dirty="0">
              <a:solidFill>
                <a:srgbClr val="FF0000"/>
              </a:solidFill>
              <a:latin typeface="+mn-lt"/>
              <a:ea typeface="Calibri" panose="020F0502020204030204" pitchFamily="34" charset="0"/>
              <a:cs typeface="Calibri" panose="020F0502020204030204" pitchFamily="34" charset="0"/>
            </a:endParaRPr>
          </a:p>
        </p:txBody>
      </p:sp>
      <p:sp>
        <p:nvSpPr>
          <p:cNvPr id="4" name="Footer Placeholder 3"/>
          <p:cNvSpPr>
            <a:spLocks noGrp="1"/>
          </p:cNvSpPr>
          <p:nvPr>
            <p:ph type="ftr" sz="quarter" idx="11"/>
          </p:nvPr>
        </p:nvSpPr>
        <p:spPr>
          <a:xfrm>
            <a:off x="4038600" y="6433038"/>
            <a:ext cx="4114800" cy="365125"/>
          </a:xfrm>
        </p:spPr>
        <p:txBody>
          <a:bodyPr/>
          <a:lstStyle/>
          <a:p>
            <a:r>
              <a:rPr lang="vi-VN" dirty="0"/>
              <a:t>Lập trình C#3</a:t>
            </a:r>
            <a:endParaRPr lang="en-US" dirty="0"/>
          </a:p>
        </p:txBody>
      </p:sp>
      <p:sp>
        <p:nvSpPr>
          <p:cNvPr id="5" name="Slide Number Placeholder 4"/>
          <p:cNvSpPr>
            <a:spLocks noGrp="1"/>
          </p:cNvSpPr>
          <p:nvPr>
            <p:ph type="sldNum" sz="quarter" idx="12"/>
          </p:nvPr>
        </p:nvSpPr>
        <p:spPr/>
        <p:txBody>
          <a:bodyPr/>
          <a:lstStyle/>
          <a:p>
            <a:fld id="{8AACEE26-D979-411F-B229-D9F26BAEDF07}" type="slidenum">
              <a:rPr lang="en-US" smtClean="0"/>
              <a:t>17</a:t>
            </a:fld>
            <a:endParaRPr lang="en-US" dirty="0"/>
          </a:p>
        </p:txBody>
      </p:sp>
      <p:sp>
        <p:nvSpPr>
          <p:cNvPr id="12" name="Rectangle 3">
            <a:extLst>
              <a:ext uri="{FF2B5EF4-FFF2-40B4-BE49-F238E27FC236}">
                <a16:creationId xmlns:a16="http://schemas.microsoft.com/office/drawing/2014/main" id="{9F5DB8A3-5580-499D-AB0C-169958D57F6D}"/>
              </a:ext>
            </a:extLst>
          </p:cNvPr>
          <p:cNvSpPr txBox="1">
            <a:spLocks noChangeArrowheads="1"/>
          </p:cNvSpPr>
          <p:nvPr/>
        </p:nvSpPr>
        <p:spPr>
          <a:xfrm>
            <a:off x="342900" y="1142512"/>
            <a:ext cx="11711354" cy="5029688"/>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Clr>
                <a:srgbClr val="FF5A33"/>
              </a:buClr>
              <a:buFont typeface="Wingdings" pitchFamily="2" charset="2"/>
              <a:buChar char="q"/>
              <a:defRPr sz="2800" kern="1200">
                <a:solidFill>
                  <a:schemeClr val="tx1"/>
                </a:solidFill>
                <a:latin typeface="Segoe UI" pitchFamily="34" charset="0"/>
                <a:ea typeface="+mn-ea"/>
                <a:cs typeface="Segoe UI" pitchFamily="34" charset="0"/>
              </a:defRPr>
            </a:lvl1pPr>
            <a:lvl2pPr marL="742950" indent="-285750" algn="l" defTabSz="914400" rtl="0" eaLnBrk="1" latinLnBrk="0" hangingPunct="1">
              <a:spcBef>
                <a:spcPct val="20000"/>
              </a:spcBef>
              <a:buClr>
                <a:srgbClr val="FF5A33"/>
              </a:buClr>
              <a:buFont typeface="Wingdings" pitchFamily="2" charset="2"/>
              <a:buChar char="v"/>
              <a:defRPr sz="2400" kern="1200">
                <a:solidFill>
                  <a:schemeClr val="tx1"/>
                </a:solidFill>
                <a:latin typeface="Segoe UI" pitchFamily="34" charset="0"/>
                <a:ea typeface="+mn-ea"/>
                <a:cs typeface="Segoe UI" pitchFamily="34" charset="0"/>
              </a:defRPr>
            </a:lvl2pPr>
            <a:lvl3pPr marL="1143000" indent="-228600" algn="l" defTabSz="914400" rtl="0" eaLnBrk="1" latinLnBrk="0" hangingPunct="1">
              <a:spcBef>
                <a:spcPct val="20000"/>
              </a:spcBef>
              <a:buClr>
                <a:srgbClr val="FF5A33"/>
              </a:buClr>
              <a:buFont typeface="Wingdings" pitchFamily="2" charset="2"/>
              <a:buChar char="Ø"/>
              <a:defRPr sz="2000" kern="1200">
                <a:solidFill>
                  <a:schemeClr val="tx1"/>
                </a:solidFill>
                <a:latin typeface="Segoe UI" pitchFamily="34" charset="0"/>
                <a:ea typeface="+mn-ea"/>
                <a:cs typeface="Segoe UI" pitchFamily="34" charset="0"/>
              </a:defRPr>
            </a:lvl3pPr>
            <a:lvl4pPr marL="1600200" indent="-228600" algn="l" defTabSz="914400" rtl="0" eaLnBrk="1" latinLnBrk="0" hangingPunct="1">
              <a:spcBef>
                <a:spcPct val="20000"/>
              </a:spcBef>
              <a:buClr>
                <a:srgbClr val="FF5A33"/>
              </a:buClr>
              <a:buFont typeface="Wingdings" pitchFamily="2" charset="2"/>
              <a:buChar char="ü"/>
              <a:defRPr sz="1800" kern="1200">
                <a:solidFill>
                  <a:schemeClr val="tx1"/>
                </a:solidFill>
                <a:latin typeface="Segoe UI" pitchFamily="34" charset="0"/>
                <a:ea typeface="+mn-ea"/>
                <a:cs typeface="Segoe UI" pitchFamily="34" charset="0"/>
              </a:defRPr>
            </a:lvl4pPr>
            <a:lvl5pPr marL="2057400" indent="-228600" algn="l" defTabSz="914400" rtl="0" eaLnBrk="1" latinLnBrk="0" hangingPunct="1">
              <a:spcBef>
                <a:spcPct val="20000"/>
              </a:spcBef>
              <a:buClr>
                <a:srgbClr val="FF5A33"/>
              </a:buClr>
              <a:buFont typeface="Wingdings" pitchFamily="2" charset="2"/>
              <a:buChar char="§"/>
              <a:defRPr sz="1800" kern="1200">
                <a:solidFill>
                  <a:schemeClr val="tx1"/>
                </a:solidFill>
                <a:latin typeface="Segoe UI" pitchFamily="34" charset="0"/>
                <a:ea typeface="+mn-ea"/>
                <a:cs typeface="Segoe UI"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dirty="0">
                <a:solidFill>
                  <a:prstClr val="black"/>
                </a:solidFill>
              </a:rPr>
              <a:t>EF core Entity </a:t>
            </a:r>
            <a:r>
              <a:rPr lang="en-US" dirty="0" err="1">
                <a:solidFill>
                  <a:prstClr val="black"/>
                </a:solidFill>
              </a:rPr>
              <a:t>có</a:t>
            </a:r>
            <a:r>
              <a:rPr lang="en-US" dirty="0">
                <a:solidFill>
                  <a:prstClr val="black"/>
                </a:solidFill>
              </a:rPr>
              <a:t> </a:t>
            </a:r>
            <a:r>
              <a:rPr lang="en-US" dirty="0" err="1">
                <a:solidFill>
                  <a:prstClr val="black"/>
                </a:solidFill>
              </a:rPr>
              <a:t>thể</a:t>
            </a:r>
            <a:r>
              <a:rPr lang="en-US" dirty="0">
                <a:solidFill>
                  <a:prstClr val="black"/>
                </a:solidFill>
              </a:rPr>
              <a:t> query, insert, update ,delete </a:t>
            </a:r>
            <a:r>
              <a:rPr lang="en-US" dirty="0" err="1">
                <a:solidFill>
                  <a:prstClr val="black"/>
                </a:solidFill>
              </a:rPr>
              <a:t>dữ</a:t>
            </a:r>
            <a:r>
              <a:rPr lang="en-US" dirty="0">
                <a:solidFill>
                  <a:prstClr val="black"/>
                </a:solidFill>
              </a:rPr>
              <a:t> </a:t>
            </a:r>
            <a:r>
              <a:rPr lang="en-US" dirty="0" err="1">
                <a:solidFill>
                  <a:prstClr val="black"/>
                </a:solidFill>
              </a:rPr>
              <a:t>liệu</a:t>
            </a:r>
            <a:r>
              <a:rPr lang="en-US" dirty="0">
                <a:solidFill>
                  <a:prstClr val="black"/>
                </a:solidFill>
              </a:rPr>
              <a:t> </a:t>
            </a:r>
            <a:r>
              <a:rPr lang="en-US" dirty="0" err="1">
                <a:solidFill>
                  <a:prstClr val="black"/>
                </a:solidFill>
              </a:rPr>
              <a:t>thông</a:t>
            </a:r>
            <a:r>
              <a:rPr lang="en-US" dirty="0">
                <a:solidFill>
                  <a:prstClr val="black"/>
                </a:solidFill>
              </a:rPr>
              <a:t> qua </a:t>
            </a:r>
            <a:r>
              <a:rPr lang="en-US" dirty="0" err="1">
                <a:solidFill>
                  <a:prstClr val="black"/>
                </a:solidFill>
              </a:rPr>
              <a:t>DbContext</a:t>
            </a:r>
            <a:endParaRPr lang="en-US" dirty="0">
              <a:solidFill>
                <a:prstClr val="black"/>
              </a:solidFill>
            </a:endParaRPr>
          </a:p>
          <a:p>
            <a:r>
              <a:rPr lang="en-US" dirty="0" err="1">
                <a:solidFill>
                  <a:prstClr val="black"/>
                </a:solidFill>
              </a:rPr>
              <a:t>Là</a:t>
            </a:r>
            <a:r>
              <a:rPr lang="en-US" dirty="0">
                <a:solidFill>
                  <a:prstClr val="black"/>
                </a:solidFill>
              </a:rPr>
              <a:t> </a:t>
            </a:r>
            <a:r>
              <a:rPr lang="en-US" dirty="0" err="1">
                <a:solidFill>
                  <a:prstClr val="black"/>
                </a:solidFill>
              </a:rPr>
              <a:t>một</a:t>
            </a:r>
            <a:r>
              <a:rPr lang="en-US" dirty="0">
                <a:solidFill>
                  <a:prstClr val="black"/>
                </a:solidFill>
              </a:rPr>
              <a:t> </a:t>
            </a:r>
            <a:r>
              <a:rPr lang="en-US" dirty="0" err="1">
                <a:solidFill>
                  <a:prstClr val="black"/>
                </a:solidFill>
              </a:rPr>
              <a:t>cầu</a:t>
            </a:r>
            <a:r>
              <a:rPr lang="en-US" dirty="0">
                <a:solidFill>
                  <a:prstClr val="black"/>
                </a:solidFill>
              </a:rPr>
              <a:t> </a:t>
            </a:r>
            <a:r>
              <a:rPr lang="en-US" dirty="0" err="1">
                <a:solidFill>
                  <a:prstClr val="black"/>
                </a:solidFill>
              </a:rPr>
              <a:t>nối</a:t>
            </a:r>
            <a:r>
              <a:rPr lang="en-US" dirty="0">
                <a:solidFill>
                  <a:prstClr val="black"/>
                </a:solidFill>
              </a:rPr>
              <a:t> </a:t>
            </a:r>
            <a:r>
              <a:rPr lang="en-US" dirty="0" err="1">
                <a:solidFill>
                  <a:prstClr val="black"/>
                </a:solidFill>
              </a:rPr>
              <a:t>giữa</a:t>
            </a:r>
            <a:r>
              <a:rPr lang="en-US" dirty="0">
                <a:solidFill>
                  <a:prstClr val="black"/>
                </a:solidFill>
              </a:rPr>
              <a:t> </a:t>
            </a:r>
            <a:r>
              <a:rPr lang="en-US" dirty="0" err="1">
                <a:solidFill>
                  <a:prstClr val="black"/>
                </a:solidFill>
              </a:rPr>
              <a:t>lớp</a:t>
            </a:r>
            <a:r>
              <a:rPr lang="en-US" dirty="0">
                <a:solidFill>
                  <a:prstClr val="black"/>
                </a:solidFill>
              </a:rPr>
              <a:t> domain </a:t>
            </a:r>
            <a:r>
              <a:rPr lang="en-US" dirty="0" err="1">
                <a:solidFill>
                  <a:prstClr val="black"/>
                </a:solidFill>
              </a:rPr>
              <a:t>hoặc</a:t>
            </a:r>
            <a:r>
              <a:rPr lang="en-US" dirty="0">
                <a:solidFill>
                  <a:prstClr val="black"/>
                </a:solidFill>
              </a:rPr>
              <a:t> </a:t>
            </a:r>
            <a:r>
              <a:rPr lang="en-US" dirty="0" err="1">
                <a:solidFill>
                  <a:prstClr val="black"/>
                </a:solidFill>
              </a:rPr>
              <a:t>thực</a:t>
            </a:r>
            <a:r>
              <a:rPr lang="en-US" dirty="0">
                <a:solidFill>
                  <a:prstClr val="black"/>
                </a:solidFill>
              </a:rPr>
              <a:t> </a:t>
            </a:r>
            <a:r>
              <a:rPr lang="en-US" dirty="0" err="1">
                <a:solidFill>
                  <a:prstClr val="black"/>
                </a:solidFill>
              </a:rPr>
              <a:t>thể</a:t>
            </a:r>
            <a:r>
              <a:rPr lang="en-US" dirty="0">
                <a:solidFill>
                  <a:prstClr val="black"/>
                </a:solidFill>
              </a:rPr>
              <a:t> (Entities)</a:t>
            </a:r>
            <a:r>
              <a:rPr lang="en-US" dirty="0" err="1">
                <a:solidFill>
                  <a:prstClr val="black"/>
                </a:solidFill>
              </a:rPr>
              <a:t>và</a:t>
            </a:r>
            <a:r>
              <a:rPr lang="en-US" dirty="0">
                <a:solidFill>
                  <a:prstClr val="black"/>
                </a:solidFill>
              </a:rPr>
              <a:t> CSDL </a:t>
            </a:r>
          </a:p>
        </p:txBody>
      </p:sp>
      <p:pic>
        <p:nvPicPr>
          <p:cNvPr id="6" name="Picture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439340" y="0"/>
            <a:ext cx="1828919" cy="1312750"/>
          </a:xfrm>
          <a:prstGeom prst="rect">
            <a:avLst/>
          </a:prstGeom>
        </p:spPr>
      </p:pic>
      <p:pic>
        <p:nvPicPr>
          <p:cNvPr id="9" name="Picture 2">
            <a:extLst>
              <a:ext uri="{FF2B5EF4-FFF2-40B4-BE49-F238E27FC236}">
                <a16:creationId xmlns:a16="http://schemas.microsoft.com/office/drawing/2014/main" id="{52E9AEA2-3F67-4470-B162-1AC2A24AA25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93186" y="2605804"/>
            <a:ext cx="7921252" cy="391451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63471107"/>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42900" y="365125"/>
            <a:ext cx="11614638" cy="593237"/>
          </a:xfrm>
        </p:spPr>
        <p:txBody>
          <a:bodyPr>
            <a:noAutofit/>
          </a:bodyPr>
          <a:lstStyle/>
          <a:p>
            <a:r>
              <a:rPr lang="en-US" sz="4800" b="1" dirty="0" err="1">
                <a:solidFill>
                  <a:srgbClr val="FF0000"/>
                </a:solidFill>
                <a:latin typeface="+mn-lt"/>
              </a:rPr>
              <a:t>DbContext</a:t>
            </a:r>
            <a:r>
              <a:rPr lang="en-US" sz="4800" b="1" dirty="0">
                <a:solidFill>
                  <a:srgbClr val="FF0000"/>
                </a:solidFill>
                <a:latin typeface="+mn-lt"/>
              </a:rPr>
              <a:t> </a:t>
            </a:r>
            <a:r>
              <a:rPr lang="en-US" sz="4800" b="1" dirty="0" err="1">
                <a:solidFill>
                  <a:srgbClr val="FF0000"/>
                </a:solidFill>
                <a:latin typeface="+mn-lt"/>
              </a:rPr>
              <a:t>trong</a:t>
            </a:r>
            <a:r>
              <a:rPr lang="en-US" sz="4800" b="1" dirty="0">
                <a:solidFill>
                  <a:srgbClr val="FF0000"/>
                </a:solidFill>
                <a:latin typeface="+mn-lt"/>
              </a:rPr>
              <a:t> Entity Framework Core</a:t>
            </a:r>
            <a:endParaRPr lang="en-US" sz="4800" b="1" dirty="0">
              <a:solidFill>
                <a:srgbClr val="FF0000"/>
              </a:solidFill>
              <a:latin typeface="+mn-lt"/>
              <a:ea typeface="Calibri" panose="020F0502020204030204" pitchFamily="34" charset="0"/>
              <a:cs typeface="Calibri" panose="020F0502020204030204" pitchFamily="34" charset="0"/>
            </a:endParaRPr>
          </a:p>
        </p:txBody>
      </p:sp>
      <p:sp>
        <p:nvSpPr>
          <p:cNvPr id="4" name="Footer Placeholder 3"/>
          <p:cNvSpPr>
            <a:spLocks noGrp="1"/>
          </p:cNvSpPr>
          <p:nvPr>
            <p:ph type="ftr" sz="quarter" idx="11"/>
          </p:nvPr>
        </p:nvSpPr>
        <p:spPr>
          <a:xfrm>
            <a:off x="4038600" y="6433038"/>
            <a:ext cx="4114800" cy="365125"/>
          </a:xfrm>
        </p:spPr>
        <p:txBody>
          <a:bodyPr/>
          <a:lstStyle/>
          <a:p>
            <a:r>
              <a:rPr lang="vi-VN" dirty="0"/>
              <a:t>Lập trình C#3</a:t>
            </a:r>
            <a:endParaRPr lang="en-US" dirty="0"/>
          </a:p>
        </p:txBody>
      </p:sp>
      <p:sp>
        <p:nvSpPr>
          <p:cNvPr id="5" name="Slide Number Placeholder 4"/>
          <p:cNvSpPr>
            <a:spLocks noGrp="1"/>
          </p:cNvSpPr>
          <p:nvPr>
            <p:ph type="sldNum" sz="quarter" idx="12"/>
          </p:nvPr>
        </p:nvSpPr>
        <p:spPr/>
        <p:txBody>
          <a:bodyPr/>
          <a:lstStyle/>
          <a:p>
            <a:fld id="{8AACEE26-D979-411F-B229-D9F26BAEDF07}" type="slidenum">
              <a:rPr lang="en-US" smtClean="0"/>
              <a:t>18</a:t>
            </a:fld>
            <a:endParaRPr lang="en-US" dirty="0"/>
          </a:p>
        </p:txBody>
      </p:sp>
      <p:sp>
        <p:nvSpPr>
          <p:cNvPr id="12" name="Rectangle 3">
            <a:extLst>
              <a:ext uri="{FF2B5EF4-FFF2-40B4-BE49-F238E27FC236}">
                <a16:creationId xmlns:a16="http://schemas.microsoft.com/office/drawing/2014/main" id="{9F5DB8A3-5580-499D-AB0C-169958D57F6D}"/>
              </a:ext>
            </a:extLst>
          </p:cNvPr>
          <p:cNvSpPr txBox="1">
            <a:spLocks noChangeArrowheads="1"/>
          </p:cNvSpPr>
          <p:nvPr/>
        </p:nvSpPr>
        <p:spPr>
          <a:xfrm>
            <a:off x="342900" y="1142512"/>
            <a:ext cx="11711354" cy="5029688"/>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Clr>
                <a:srgbClr val="FF5A33"/>
              </a:buClr>
              <a:buFont typeface="Wingdings" pitchFamily="2" charset="2"/>
              <a:buChar char="q"/>
              <a:defRPr sz="2800" kern="1200">
                <a:solidFill>
                  <a:schemeClr val="tx1"/>
                </a:solidFill>
                <a:latin typeface="Segoe UI" pitchFamily="34" charset="0"/>
                <a:ea typeface="+mn-ea"/>
                <a:cs typeface="Segoe UI" pitchFamily="34" charset="0"/>
              </a:defRPr>
            </a:lvl1pPr>
            <a:lvl2pPr marL="742950" indent="-285750" algn="l" defTabSz="914400" rtl="0" eaLnBrk="1" latinLnBrk="0" hangingPunct="1">
              <a:spcBef>
                <a:spcPct val="20000"/>
              </a:spcBef>
              <a:buClr>
                <a:srgbClr val="FF5A33"/>
              </a:buClr>
              <a:buFont typeface="Wingdings" pitchFamily="2" charset="2"/>
              <a:buChar char="v"/>
              <a:defRPr sz="2400" kern="1200">
                <a:solidFill>
                  <a:schemeClr val="tx1"/>
                </a:solidFill>
                <a:latin typeface="Segoe UI" pitchFamily="34" charset="0"/>
                <a:ea typeface="+mn-ea"/>
                <a:cs typeface="Segoe UI" pitchFamily="34" charset="0"/>
              </a:defRPr>
            </a:lvl2pPr>
            <a:lvl3pPr marL="1143000" indent="-228600" algn="l" defTabSz="914400" rtl="0" eaLnBrk="1" latinLnBrk="0" hangingPunct="1">
              <a:spcBef>
                <a:spcPct val="20000"/>
              </a:spcBef>
              <a:buClr>
                <a:srgbClr val="FF5A33"/>
              </a:buClr>
              <a:buFont typeface="Wingdings" pitchFamily="2" charset="2"/>
              <a:buChar char="Ø"/>
              <a:defRPr sz="2000" kern="1200">
                <a:solidFill>
                  <a:schemeClr val="tx1"/>
                </a:solidFill>
                <a:latin typeface="Segoe UI" pitchFamily="34" charset="0"/>
                <a:ea typeface="+mn-ea"/>
                <a:cs typeface="Segoe UI" pitchFamily="34" charset="0"/>
              </a:defRPr>
            </a:lvl3pPr>
            <a:lvl4pPr marL="1600200" indent="-228600" algn="l" defTabSz="914400" rtl="0" eaLnBrk="1" latinLnBrk="0" hangingPunct="1">
              <a:spcBef>
                <a:spcPct val="20000"/>
              </a:spcBef>
              <a:buClr>
                <a:srgbClr val="FF5A33"/>
              </a:buClr>
              <a:buFont typeface="Wingdings" pitchFamily="2" charset="2"/>
              <a:buChar char="ü"/>
              <a:defRPr sz="1800" kern="1200">
                <a:solidFill>
                  <a:schemeClr val="tx1"/>
                </a:solidFill>
                <a:latin typeface="Segoe UI" pitchFamily="34" charset="0"/>
                <a:ea typeface="+mn-ea"/>
                <a:cs typeface="Segoe UI" pitchFamily="34" charset="0"/>
              </a:defRPr>
            </a:lvl4pPr>
            <a:lvl5pPr marL="2057400" indent="-228600" algn="l" defTabSz="914400" rtl="0" eaLnBrk="1" latinLnBrk="0" hangingPunct="1">
              <a:spcBef>
                <a:spcPct val="20000"/>
              </a:spcBef>
              <a:buClr>
                <a:srgbClr val="FF5A33"/>
              </a:buClr>
              <a:buFont typeface="Wingdings" pitchFamily="2" charset="2"/>
              <a:buChar char="§"/>
              <a:defRPr sz="1800" kern="1200">
                <a:solidFill>
                  <a:schemeClr val="tx1"/>
                </a:solidFill>
                <a:latin typeface="Segoe UI" pitchFamily="34" charset="0"/>
                <a:ea typeface="+mn-ea"/>
                <a:cs typeface="Segoe UI"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vi-VN" dirty="0">
                <a:solidFill>
                  <a:prstClr val="black"/>
                </a:solidFill>
              </a:rPr>
              <a:t>DbContext là lớp chính chịu trách nhiệm cho việc tương tác với dữ liệu như là đối tượng. DbContext chịu trách nhiệm cho các hoạt động sau:</a:t>
            </a:r>
            <a:endParaRPr lang="en-US" dirty="0">
              <a:solidFill>
                <a:prstClr val="black"/>
              </a:solidFill>
            </a:endParaRPr>
          </a:p>
          <a:p>
            <a:pPr lvl="0"/>
            <a:endParaRPr lang="en-US" dirty="0">
              <a:solidFill>
                <a:prstClr val="black"/>
              </a:solidFill>
            </a:endParaRPr>
          </a:p>
        </p:txBody>
      </p:sp>
      <p:pic>
        <p:nvPicPr>
          <p:cNvPr id="6" name="Picture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439340" y="0"/>
            <a:ext cx="1828919" cy="1312750"/>
          </a:xfrm>
          <a:prstGeom prst="rect">
            <a:avLst/>
          </a:prstGeom>
        </p:spPr>
      </p:pic>
      <p:pic>
        <p:nvPicPr>
          <p:cNvPr id="8" name="Picture 2" descr="Entity Framework dbcontext">
            <a:extLst>
              <a:ext uri="{FF2B5EF4-FFF2-40B4-BE49-F238E27FC236}">
                <a16:creationId xmlns:a16="http://schemas.microsoft.com/office/drawing/2014/main" id="{034C7132-D605-496A-A271-955C5C8469A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42045" y="3002578"/>
            <a:ext cx="7767231" cy="284756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42527303"/>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42900" y="365125"/>
            <a:ext cx="11614638" cy="593237"/>
          </a:xfrm>
        </p:spPr>
        <p:txBody>
          <a:bodyPr>
            <a:noAutofit/>
          </a:bodyPr>
          <a:lstStyle/>
          <a:p>
            <a:r>
              <a:rPr lang="en-US" sz="4800" b="1" dirty="0" err="1">
                <a:solidFill>
                  <a:srgbClr val="FF0000"/>
                </a:solidFill>
                <a:latin typeface="+mn-lt"/>
              </a:rPr>
              <a:t>DbContext</a:t>
            </a:r>
            <a:r>
              <a:rPr lang="en-US" sz="4800" b="1" dirty="0">
                <a:solidFill>
                  <a:srgbClr val="FF0000"/>
                </a:solidFill>
                <a:latin typeface="+mn-lt"/>
              </a:rPr>
              <a:t> </a:t>
            </a:r>
            <a:r>
              <a:rPr lang="en-US" sz="4800" b="1" dirty="0" err="1">
                <a:solidFill>
                  <a:srgbClr val="FF0000"/>
                </a:solidFill>
                <a:latin typeface="+mn-lt"/>
              </a:rPr>
              <a:t>trong</a:t>
            </a:r>
            <a:r>
              <a:rPr lang="en-US" sz="4800" b="1" dirty="0">
                <a:solidFill>
                  <a:srgbClr val="FF0000"/>
                </a:solidFill>
                <a:latin typeface="+mn-lt"/>
              </a:rPr>
              <a:t> Entity Framework Core</a:t>
            </a:r>
            <a:endParaRPr lang="en-US" sz="4800" b="1" dirty="0">
              <a:solidFill>
                <a:srgbClr val="FF0000"/>
              </a:solidFill>
              <a:latin typeface="+mn-lt"/>
              <a:ea typeface="Calibri" panose="020F0502020204030204" pitchFamily="34" charset="0"/>
              <a:cs typeface="Calibri" panose="020F0502020204030204" pitchFamily="34" charset="0"/>
            </a:endParaRPr>
          </a:p>
        </p:txBody>
      </p:sp>
      <p:sp>
        <p:nvSpPr>
          <p:cNvPr id="4" name="Footer Placeholder 3"/>
          <p:cNvSpPr>
            <a:spLocks noGrp="1"/>
          </p:cNvSpPr>
          <p:nvPr>
            <p:ph type="ftr" sz="quarter" idx="11"/>
          </p:nvPr>
        </p:nvSpPr>
        <p:spPr>
          <a:xfrm>
            <a:off x="4038600" y="6433038"/>
            <a:ext cx="4114800" cy="365125"/>
          </a:xfrm>
        </p:spPr>
        <p:txBody>
          <a:bodyPr/>
          <a:lstStyle/>
          <a:p>
            <a:r>
              <a:rPr lang="vi-VN" dirty="0"/>
              <a:t>Lập trình C#3</a:t>
            </a:r>
            <a:endParaRPr lang="en-US" dirty="0"/>
          </a:p>
        </p:txBody>
      </p:sp>
      <p:sp>
        <p:nvSpPr>
          <p:cNvPr id="5" name="Slide Number Placeholder 4"/>
          <p:cNvSpPr>
            <a:spLocks noGrp="1"/>
          </p:cNvSpPr>
          <p:nvPr>
            <p:ph type="sldNum" sz="quarter" idx="12"/>
          </p:nvPr>
        </p:nvSpPr>
        <p:spPr/>
        <p:txBody>
          <a:bodyPr/>
          <a:lstStyle/>
          <a:p>
            <a:fld id="{8AACEE26-D979-411F-B229-D9F26BAEDF07}" type="slidenum">
              <a:rPr lang="en-US" smtClean="0"/>
              <a:t>19</a:t>
            </a:fld>
            <a:endParaRPr lang="en-US" dirty="0"/>
          </a:p>
        </p:txBody>
      </p:sp>
      <p:sp>
        <p:nvSpPr>
          <p:cNvPr id="12" name="Rectangle 3">
            <a:extLst>
              <a:ext uri="{FF2B5EF4-FFF2-40B4-BE49-F238E27FC236}">
                <a16:creationId xmlns:a16="http://schemas.microsoft.com/office/drawing/2014/main" id="{9F5DB8A3-5580-499D-AB0C-169958D57F6D}"/>
              </a:ext>
            </a:extLst>
          </p:cNvPr>
          <p:cNvSpPr txBox="1">
            <a:spLocks noChangeArrowheads="1"/>
          </p:cNvSpPr>
          <p:nvPr/>
        </p:nvSpPr>
        <p:spPr>
          <a:xfrm>
            <a:off x="342900" y="1142512"/>
            <a:ext cx="11711354" cy="5029688"/>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Clr>
                <a:srgbClr val="FF5A33"/>
              </a:buClr>
              <a:buFont typeface="Wingdings" pitchFamily="2" charset="2"/>
              <a:buChar char="q"/>
              <a:defRPr sz="2800" kern="1200">
                <a:solidFill>
                  <a:schemeClr val="tx1"/>
                </a:solidFill>
                <a:latin typeface="Segoe UI" pitchFamily="34" charset="0"/>
                <a:ea typeface="+mn-ea"/>
                <a:cs typeface="Segoe UI" pitchFamily="34" charset="0"/>
              </a:defRPr>
            </a:lvl1pPr>
            <a:lvl2pPr marL="742950" indent="-285750" algn="l" defTabSz="914400" rtl="0" eaLnBrk="1" latinLnBrk="0" hangingPunct="1">
              <a:spcBef>
                <a:spcPct val="20000"/>
              </a:spcBef>
              <a:buClr>
                <a:srgbClr val="FF5A33"/>
              </a:buClr>
              <a:buFont typeface="Wingdings" pitchFamily="2" charset="2"/>
              <a:buChar char="v"/>
              <a:defRPr sz="2400" kern="1200">
                <a:solidFill>
                  <a:schemeClr val="tx1"/>
                </a:solidFill>
                <a:latin typeface="Segoe UI" pitchFamily="34" charset="0"/>
                <a:ea typeface="+mn-ea"/>
                <a:cs typeface="Segoe UI" pitchFamily="34" charset="0"/>
              </a:defRPr>
            </a:lvl2pPr>
            <a:lvl3pPr marL="1143000" indent="-228600" algn="l" defTabSz="914400" rtl="0" eaLnBrk="1" latinLnBrk="0" hangingPunct="1">
              <a:spcBef>
                <a:spcPct val="20000"/>
              </a:spcBef>
              <a:buClr>
                <a:srgbClr val="FF5A33"/>
              </a:buClr>
              <a:buFont typeface="Wingdings" pitchFamily="2" charset="2"/>
              <a:buChar char="Ø"/>
              <a:defRPr sz="2000" kern="1200">
                <a:solidFill>
                  <a:schemeClr val="tx1"/>
                </a:solidFill>
                <a:latin typeface="Segoe UI" pitchFamily="34" charset="0"/>
                <a:ea typeface="+mn-ea"/>
                <a:cs typeface="Segoe UI" pitchFamily="34" charset="0"/>
              </a:defRPr>
            </a:lvl3pPr>
            <a:lvl4pPr marL="1600200" indent="-228600" algn="l" defTabSz="914400" rtl="0" eaLnBrk="1" latinLnBrk="0" hangingPunct="1">
              <a:spcBef>
                <a:spcPct val="20000"/>
              </a:spcBef>
              <a:buClr>
                <a:srgbClr val="FF5A33"/>
              </a:buClr>
              <a:buFont typeface="Wingdings" pitchFamily="2" charset="2"/>
              <a:buChar char="ü"/>
              <a:defRPr sz="1800" kern="1200">
                <a:solidFill>
                  <a:schemeClr val="tx1"/>
                </a:solidFill>
                <a:latin typeface="Segoe UI" pitchFamily="34" charset="0"/>
                <a:ea typeface="+mn-ea"/>
                <a:cs typeface="Segoe UI" pitchFamily="34" charset="0"/>
              </a:defRPr>
            </a:lvl4pPr>
            <a:lvl5pPr marL="2057400" indent="-228600" algn="l" defTabSz="914400" rtl="0" eaLnBrk="1" latinLnBrk="0" hangingPunct="1">
              <a:spcBef>
                <a:spcPct val="20000"/>
              </a:spcBef>
              <a:buClr>
                <a:srgbClr val="FF5A33"/>
              </a:buClr>
              <a:buFont typeface="Wingdings" pitchFamily="2" charset="2"/>
              <a:buChar char="§"/>
              <a:defRPr sz="1800" kern="1200">
                <a:solidFill>
                  <a:schemeClr val="tx1"/>
                </a:solidFill>
                <a:latin typeface="Segoe UI" pitchFamily="34" charset="0"/>
                <a:ea typeface="+mn-ea"/>
                <a:cs typeface="Segoe UI"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2000" b="1" dirty="0" err="1"/>
              <a:t>EntitySet</a:t>
            </a:r>
            <a:r>
              <a:rPr lang="en-US" sz="2000" b="1" dirty="0"/>
              <a:t>:</a:t>
            </a:r>
            <a:r>
              <a:rPr lang="en-US" sz="2000" dirty="0"/>
              <a:t> </a:t>
            </a:r>
            <a:r>
              <a:rPr lang="en-US" sz="2000" dirty="0" err="1"/>
              <a:t>DbContext</a:t>
            </a:r>
            <a:r>
              <a:rPr lang="en-US" sz="2000" dirty="0"/>
              <a:t> </a:t>
            </a:r>
            <a:r>
              <a:rPr lang="en-US" sz="2000" dirty="0" err="1"/>
              <a:t>chứa</a:t>
            </a:r>
            <a:r>
              <a:rPr lang="en-US" sz="2000" dirty="0"/>
              <a:t> </a:t>
            </a:r>
            <a:r>
              <a:rPr lang="en-US" sz="2000" dirty="0" err="1"/>
              <a:t>tập</a:t>
            </a:r>
            <a:r>
              <a:rPr lang="en-US" sz="2000" dirty="0"/>
              <a:t> </a:t>
            </a:r>
            <a:r>
              <a:rPr lang="en-US" sz="2000" dirty="0" err="1"/>
              <a:t>thực</a:t>
            </a:r>
            <a:r>
              <a:rPr lang="en-US" sz="2000" dirty="0"/>
              <a:t> </a:t>
            </a:r>
            <a:r>
              <a:rPr lang="en-US" sz="2000" dirty="0" err="1"/>
              <a:t>thể</a:t>
            </a:r>
            <a:r>
              <a:rPr lang="en-US" sz="2000" dirty="0"/>
              <a:t> (</a:t>
            </a:r>
            <a:r>
              <a:rPr lang="en-US" sz="2000" dirty="0" err="1"/>
              <a:t>DbSet</a:t>
            </a:r>
            <a:r>
              <a:rPr lang="en-US" sz="2000" dirty="0"/>
              <a:t>&lt;</a:t>
            </a:r>
            <a:r>
              <a:rPr lang="en-US" sz="2000" dirty="0" err="1"/>
              <a:t>TEntity</a:t>
            </a:r>
            <a:r>
              <a:rPr lang="en-US" sz="2000" dirty="0"/>
              <a:t>&gt;) </a:t>
            </a:r>
            <a:r>
              <a:rPr lang="en-US" sz="2000" dirty="0" err="1"/>
              <a:t>cho</a:t>
            </a:r>
            <a:r>
              <a:rPr lang="en-US" sz="2000" dirty="0"/>
              <a:t> </a:t>
            </a:r>
            <a:r>
              <a:rPr lang="en-US" sz="2000" dirty="0" err="1"/>
              <a:t>tất</a:t>
            </a:r>
            <a:r>
              <a:rPr lang="en-US" sz="2000" dirty="0"/>
              <a:t> </a:t>
            </a:r>
            <a:r>
              <a:rPr lang="en-US" sz="2000" dirty="0" err="1"/>
              <a:t>cả</a:t>
            </a:r>
            <a:r>
              <a:rPr lang="en-US" sz="2000" dirty="0"/>
              <a:t> </a:t>
            </a:r>
            <a:r>
              <a:rPr lang="en-US" sz="2000" dirty="0" err="1"/>
              <a:t>thực</a:t>
            </a:r>
            <a:r>
              <a:rPr lang="en-US" sz="2000" dirty="0"/>
              <a:t> </a:t>
            </a:r>
            <a:r>
              <a:rPr lang="en-US" sz="2000" dirty="0" err="1"/>
              <a:t>thể</a:t>
            </a:r>
            <a:r>
              <a:rPr lang="en-US" sz="2000" dirty="0"/>
              <a:t> </a:t>
            </a:r>
            <a:r>
              <a:rPr lang="en-US" sz="2000" dirty="0" err="1"/>
              <a:t>nối</a:t>
            </a:r>
            <a:r>
              <a:rPr lang="en-US" sz="2000" dirty="0"/>
              <a:t> </a:t>
            </a:r>
            <a:r>
              <a:rPr lang="en-US" sz="2000" dirty="0" err="1"/>
              <a:t>với</a:t>
            </a:r>
            <a:r>
              <a:rPr lang="en-US" sz="2000" dirty="0"/>
              <a:t> </a:t>
            </a:r>
            <a:r>
              <a:rPr lang="en-US" sz="2000" dirty="0" err="1"/>
              <a:t>những</a:t>
            </a:r>
            <a:r>
              <a:rPr lang="en-US" sz="2000" dirty="0"/>
              <a:t> </a:t>
            </a:r>
            <a:r>
              <a:rPr lang="en-US" sz="2000" dirty="0" err="1"/>
              <a:t>bảng</a:t>
            </a:r>
            <a:r>
              <a:rPr lang="en-US" sz="2000" dirty="0"/>
              <a:t> </a:t>
            </a:r>
            <a:r>
              <a:rPr lang="en-US" sz="2000" dirty="0" err="1"/>
              <a:t>của</a:t>
            </a:r>
            <a:r>
              <a:rPr lang="en-US" sz="2000" dirty="0"/>
              <a:t> CSDL</a:t>
            </a:r>
          </a:p>
          <a:p>
            <a:r>
              <a:rPr lang="en-US" sz="2000" b="1" dirty="0"/>
              <a:t>Querying:</a:t>
            </a:r>
            <a:r>
              <a:rPr lang="en-US" sz="2000" dirty="0"/>
              <a:t> </a:t>
            </a:r>
            <a:r>
              <a:rPr lang="en-US" sz="2000" dirty="0" err="1"/>
              <a:t>DbContext</a:t>
            </a:r>
            <a:r>
              <a:rPr lang="en-US" sz="2000" dirty="0"/>
              <a:t> </a:t>
            </a:r>
            <a:r>
              <a:rPr lang="en-US" sz="2000" dirty="0" err="1"/>
              <a:t>chuyển</a:t>
            </a:r>
            <a:r>
              <a:rPr lang="en-US" sz="2000" dirty="0"/>
              <a:t> </a:t>
            </a:r>
            <a:r>
              <a:rPr lang="en-US" sz="2000" dirty="0" err="1"/>
              <a:t>đổi</a:t>
            </a:r>
            <a:r>
              <a:rPr lang="en-US" sz="2000" dirty="0"/>
              <a:t> </a:t>
            </a:r>
            <a:r>
              <a:rPr lang="en-US" sz="2000" dirty="0" err="1"/>
              <a:t>những</a:t>
            </a:r>
            <a:r>
              <a:rPr lang="en-US" sz="2000" dirty="0"/>
              <a:t> </a:t>
            </a:r>
            <a:r>
              <a:rPr lang="en-US" sz="2000" dirty="0" err="1"/>
              <a:t>truy</a:t>
            </a:r>
            <a:r>
              <a:rPr lang="en-US" sz="2000" dirty="0"/>
              <a:t> </a:t>
            </a:r>
            <a:r>
              <a:rPr lang="en-US" sz="2000" dirty="0" err="1"/>
              <a:t>vấn</a:t>
            </a:r>
            <a:r>
              <a:rPr lang="en-US" sz="2000" dirty="0"/>
              <a:t> LINQ-to-Entities </a:t>
            </a:r>
            <a:r>
              <a:rPr lang="en-US" sz="2000" dirty="0" err="1"/>
              <a:t>thành</a:t>
            </a:r>
            <a:r>
              <a:rPr lang="en-US" sz="2000" dirty="0"/>
              <a:t> </a:t>
            </a:r>
            <a:r>
              <a:rPr lang="en-US" sz="2000" dirty="0" err="1"/>
              <a:t>truy</a:t>
            </a:r>
            <a:r>
              <a:rPr lang="en-US" sz="2000" dirty="0"/>
              <a:t> </a:t>
            </a:r>
            <a:r>
              <a:rPr lang="en-US" sz="2000" dirty="0" err="1"/>
              <a:t>vấn</a:t>
            </a:r>
            <a:r>
              <a:rPr lang="en-US" sz="2000" dirty="0"/>
              <a:t> SQL </a:t>
            </a:r>
            <a:r>
              <a:rPr lang="en-US" sz="2000" dirty="0" err="1"/>
              <a:t>và</a:t>
            </a:r>
            <a:r>
              <a:rPr lang="en-US" sz="2000" dirty="0"/>
              <a:t> </a:t>
            </a:r>
            <a:r>
              <a:rPr lang="en-US" sz="2000" dirty="0" err="1"/>
              <a:t>gửi</a:t>
            </a:r>
            <a:r>
              <a:rPr lang="en-US" sz="2000" dirty="0"/>
              <a:t> </a:t>
            </a:r>
            <a:r>
              <a:rPr lang="en-US" sz="2000" dirty="0" err="1"/>
              <a:t>nó</a:t>
            </a:r>
            <a:r>
              <a:rPr lang="en-US" sz="2000" dirty="0"/>
              <a:t> </a:t>
            </a:r>
            <a:r>
              <a:rPr lang="en-US" sz="2000" dirty="0" err="1"/>
              <a:t>tới</a:t>
            </a:r>
            <a:r>
              <a:rPr lang="en-US" sz="2000" dirty="0"/>
              <a:t> CSDL.</a:t>
            </a:r>
          </a:p>
          <a:p>
            <a:r>
              <a:rPr lang="en-US" sz="2000" b="1" dirty="0"/>
              <a:t>Change Tracking:</a:t>
            </a:r>
            <a:r>
              <a:rPr lang="en-US" sz="2000" dirty="0"/>
              <a:t> Theo </a:t>
            </a:r>
            <a:r>
              <a:rPr lang="en-US" sz="2000" dirty="0" err="1"/>
              <a:t>dõi</a:t>
            </a:r>
            <a:r>
              <a:rPr lang="en-US" sz="2000" dirty="0"/>
              <a:t> </a:t>
            </a:r>
            <a:r>
              <a:rPr lang="en-US" sz="2000" dirty="0" err="1"/>
              <a:t>những</a:t>
            </a:r>
            <a:r>
              <a:rPr lang="en-US" sz="2000" dirty="0"/>
              <a:t> </a:t>
            </a:r>
            <a:r>
              <a:rPr lang="en-US" sz="2000" dirty="0" err="1"/>
              <a:t>thay</a:t>
            </a:r>
            <a:r>
              <a:rPr lang="en-US" sz="2000" dirty="0"/>
              <a:t> </a:t>
            </a:r>
            <a:r>
              <a:rPr lang="en-US" sz="2000" dirty="0" err="1"/>
              <a:t>đổi</a:t>
            </a:r>
            <a:r>
              <a:rPr lang="en-US" sz="2000" dirty="0"/>
              <a:t> </a:t>
            </a:r>
            <a:r>
              <a:rPr lang="en-US" sz="2000" dirty="0" err="1"/>
              <a:t>xảy</a:t>
            </a:r>
            <a:r>
              <a:rPr lang="en-US" sz="2000" dirty="0"/>
              <a:t> </a:t>
            </a:r>
            <a:r>
              <a:rPr lang="en-US" sz="2000" dirty="0" err="1"/>
              <a:t>ra</a:t>
            </a:r>
            <a:r>
              <a:rPr lang="en-US" sz="2000" dirty="0"/>
              <a:t> </a:t>
            </a:r>
            <a:r>
              <a:rPr lang="en-US" sz="2000" dirty="0" err="1"/>
              <a:t>trong</a:t>
            </a:r>
            <a:r>
              <a:rPr lang="en-US" sz="2000" dirty="0"/>
              <a:t> </a:t>
            </a:r>
            <a:r>
              <a:rPr lang="en-US" sz="2000" dirty="0" err="1"/>
              <a:t>những</a:t>
            </a:r>
            <a:r>
              <a:rPr lang="en-US" sz="2000" dirty="0"/>
              <a:t> </a:t>
            </a:r>
            <a:r>
              <a:rPr lang="en-US" sz="2000" dirty="0" err="1"/>
              <a:t>thực</a:t>
            </a:r>
            <a:r>
              <a:rPr lang="en-US" sz="2000" dirty="0"/>
              <a:t> </a:t>
            </a:r>
            <a:r>
              <a:rPr lang="en-US" sz="2000" dirty="0" err="1"/>
              <a:t>thể</a:t>
            </a:r>
            <a:r>
              <a:rPr lang="en-US" sz="2000" dirty="0"/>
              <a:t> </a:t>
            </a:r>
            <a:r>
              <a:rPr lang="en-US" sz="2000" dirty="0" err="1"/>
              <a:t>sau</a:t>
            </a:r>
            <a:r>
              <a:rPr lang="en-US" sz="2000" dirty="0"/>
              <a:t> </a:t>
            </a:r>
            <a:r>
              <a:rPr lang="en-US" sz="2000" dirty="0" err="1"/>
              <a:t>khi</a:t>
            </a:r>
            <a:r>
              <a:rPr lang="en-US" sz="2000" dirty="0"/>
              <a:t> </a:t>
            </a:r>
            <a:r>
              <a:rPr lang="en-US" sz="2000" dirty="0" err="1"/>
              <a:t>nó</a:t>
            </a:r>
            <a:r>
              <a:rPr lang="en-US" sz="2000" dirty="0"/>
              <a:t> </a:t>
            </a:r>
            <a:r>
              <a:rPr lang="en-US" sz="2000" dirty="0" err="1"/>
              <a:t>đã</a:t>
            </a:r>
            <a:r>
              <a:rPr lang="en-US" sz="2000" dirty="0"/>
              <a:t> </a:t>
            </a:r>
            <a:r>
              <a:rPr lang="en-US" sz="2000" dirty="0" err="1"/>
              <a:t>truy</a:t>
            </a:r>
            <a:r>
              <a:rPr lang="en-US" sz="2000" dirty="0"/>
              <a:t> </a:t>
            </a:r>
            <a:r>
              <a:rPr lang="en-US" sz="2000" dirty="0" err="1"/>
              <a:t>vấn</a:t>
            </a:r>
            <a:r>
              <a:rPr lang="en-US" sz="2000" dirty="0"/>
              <a:t> </a:t>
            </a:r>
            <a:r>
              <a:rPr lang="en-US" sz="2000" dirty="0" err="1"/>
              <a:t>từ</a:t>
            </a:r>
            <a:r>
              <a:rPr lang="en-US" sz="2000" dirty="0"/>
              <a:t> CSDL</a:t>
            </a:r>
          </a:p>
          <a:p>
            <a:r>
              <a:rPr lang="en-US" sz="2000" b="1" dirty="0"/>
              <a:t>Persisting Data:</a:t>
            </a:r>
            <a:r>
              <a:rPr lang="en-US" sz="2000" dirty="0"/>
              <a:t> </a:t>
            </a:r>
            <a:r>
              <a:rPr lang="en-US" sz="2000" dirty="0" err="1"/>
              <a:t>Thực</a:t>
            </a:r>
            <a:r>
              <a:rPr lang="en-US" sz="2000" dirty="0"/>
              <a:t> </a:t>
            </a:r>
            <a:r>
              <a:rPr lang="en-US" sz="2000" dirty="0" err="1"/>
              <a:t>hiện</a:t>
            </a:r>
            <a:r>
              <a:rPr lang="en-US" sz="2000" dirty="0"/>
              <a:t> </a:t>
            </a:r>
            <a:r>
              <a:rPr lang="en-US" sz="2000" dirty="0" err="1"/>
              <a:t>các</a:t>
            </a:r>
            <a:r>
              <a:rPr lang="en-US" sz="2000" dirty="0"/>
              <a:t> </a:t>
            </a:r>
            <a:r>
              <a:rPr lang="en-US" sz="2000" dirty="0" err="1"/>
              <a:t>thao</a:t>
            </a:r>
            <a:r>
              <a:rPr lang="en-US" sz="2000" dirty="0"/>
              <a:t> </a:t>
            </a:r>
            <a:r>
              <a:rPr lang="en-US" sz="2000" dirty="0" err="1"/>
              <a:t>tác</a:t>
            </a:r>
            <a:r>
              <a:rPr lang="en-US" sz="2000" dirty="0"/>
              <a:t> Insert, Update </a:t>
            </a:r>
            <a:r>
              <a:rPr lang="en-US" sz="2000" dirty="0" err="1"/>
              <a:t>và</a:t>
            </a:r>
            <a:r>
              <a:rPr lang="en-US" sz="2000" dirty="0"/>
              <a:t> Delete </a:t>
            </a:r>
            <a:r>
              <a:rPr lang="en-US" sz="2000" dirty="0" err="1"/>
              <a:t>tới</a:t>
            </a:r>
            <a:r>
              <a:rPr lang="en-US" sz="2000" dirty="0"/>
              <a:t> CSDL </a:t>
            </a:r>
            <a:r>
              <a:rPr lang="en-US" sz="2000" dirty="0" err="1"/>
              <a:t>dựa</a:t>
            </a:r>
            <a:r>
              <a:rPr lang="en-US" sz="2000" dirty="0"/>
              <a:t> </a:t>
            </a:r>
            <a:r>
              <a:rPr lang="en-US" sz="2000" dirty="0" err="1"/>
              <a:t>trên</a:t>
            </a:r>
            <a:r>
              <a:rPr lang="en-US" sz="2000" dirty="0"/>
              <a:t> </a:t>
            </a:r>
            <a:r>
              <a:rPr lang="en-US" sz="2000" dirty="0" err="1"/>
              <a:t>những</a:t>
            </a:r>
            <a:r>
              <a:rPr lang="en-US" sz="2000" dirty="0"/>
              <a:t> </a:t>
            </a:r>
            <a:r>
              <a:rPr lang="en-US" sz="2000" dirty="0" err="1"/>
              <a:t>gì</a:t>
            </a:r>
            <a:r>
              <a:rPr lang="en-US" sz="2000" dirty="0"/>
              <a:t> </a:t>
            </a:r>
            <a:r>
              <a:rPr lang="en-US" sz="2000" dirty="0" err="1"/>
              <a:t>mà</a:t>
            </a:r>
            <a:r>
              <a:rPr lang="en-US" sz="2000" dirty="0"/>
              <a:t> </a:t>
            </a:r>
            <a:r>
              <a:rPr lang="en-US" sz="2000" dirty="0" err="1"/>
              <a:t>thực</a:t>
            </a:r>
            <a:r>
              <a:rPr lang="en-US" sz="2000" dirty="0"/>
              <a:t> </a:t>
            </a:r>
            <a:r>
              <a:rPr lang="en-US" sz="2000" dirty="0" err="1"/>
              <a:t>thể</a:t>
            </a:r>
            <a:r>
              <a:rPr lang="en-US" sz="2000" dirty="0"/>
              <a:t> </a:t>
            </a:r>
            <a:r>
              <a:rPr lang="en-US" sz="2000" dirty="0" err="1"/>
              <a:t>thể</a:t>
            </a:r>
            <a:r>
              <a:rPr lang="en-US" sz="2000" dirty="0"/>
              <a:t> </a:t>
            </a:r>
            <a:r>
              <a:rPr lang="en-US" sz="2000" dirty="0" err="1"/>
              <a:t>hiện</a:t>
            </a:r>
            <a:endParaRPr lang="en-US" sz="2000" dirty="0"/>
          </a:p>
          <a:p>
            <a:r>
              <a:rPr lang="vi-VN" sz="2000" b="1" dirty="0"/>
              <a:t>Caching:</a:t>
            </a:r>
            <a:r>
              <a:rPr lang="vi-VN" sz="2000" dirty="0"/>
              <a:t> DbContext mặc định thực hiện caching mức đầu tiên. Nó lưu những thực thể đã được nhận suốt vòng đời của một lớp context</a:t>
            </a:r>
            <a:endParaRPr lang="en-US" sz="2000" dirty="0"/>
          </a:p>
          <a:p>
            <a:r>
              <a:rPr lang="vi-VN" sz="2000" b="1" dirty="0"/>
              <a:t>Manage Relationship:</a:t>
            </a:r>
            <a:r>
              <a:rPr lang="vi-VN" sz="2000" dirty="0"/>
              <a:t> DbContext cũng quản lý những quan hệ sử dụng CSDL, MSL và SSDL trong phương pháp tiếp cận DB-First hoặc Model-First hoặc sử dụng fluent API trong phương pháp tiếp cận Code-First</a:t>
            </a:r>
            <a:endParaRPr lang="en-US" sz="2000" dirty="0"/>
          </a:p>
          <a:p>
            <a:r>
              <a:rPr lang="vi-VN" sz="2000" b="1" dirty="0"/>
              <a:t>Object Materialization:</a:t>
            </a:r>
            <a:r>
              <a:rPr lang="vi-VN" sz="2000" dirty="0"/>
              <a:t> DbContext chuyển đổi bảng dữ liệu thô vào những đối tượng thực thể.</a:t>
            </a:r>
            <a:endParaRPr lang="en-US" sz="2000" dirty="0">
              <a:solidFill>
                <a:prstClr val="black"/>
              </a:solidFill>
            </a:endParaRPr>
          </a:p>
        </p:txBody>
      </p:sp>
      <p:pic>
        <p:nvPicPr>
          <p:cNvPr id="6" name="Picture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439340" y="0"/>
            <a:ext cx="1828919" cy="1312750"/>
          </a:xfrm>
          <a:prstGeom prst="rect">
            <a:avLst/>
          </a:prstGeom>
        </p:spPr>
      </p:pic>
    </p:spTree>
    <p:extLst>
      <p:ext uri="{BB962C8B-B14F-4D97-AF65-F5344CB8AC3E}">
        <p14:creationId xmlns:p14="http://schemas.microsoft.com/office/powerpoint/2010/main" val="4207253904"/>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42900" y="365125"/>
            <a:ext cx="11614638" cy="593237"/>
          </a:xfrm>
        </p:spPr>
        <p:txBody>
          <a:bodyPr>
            <a:noAutofit/>
          </a:bodyPr>
          <a:lstStyle/>
          <a:p>
            <a:r>
              <a:rPr lang="en-US" sz="4800" b="1" dirty="0" err="1">
                <a:solidFill>
                  <a:srgbClr val="FF0000"/>
                </a:solidFill>
                <a:latin typeface="+mn-lt"/>
              </a:rPr>
              <a:t>Các</a:t>
            </a:r>
            <a:r>
              <a:rPr lang="en-US" sz="4800" b="1" dirty="0">
                <a:solidFill>
                  <a:srgbClr val="FF0000"/>
                </a:solidFill>
                <a:latin typeface="+mn-lt"/>
              </a:rPr>
              <a:t> </a:t>
            </a:r>
            <a:r>
              <a:rPr lang="en-US" sz="4800" b="1" dirty="0" err="1">
                <a:solidFill>
                  <a:srgbClr val="FF0000"/>
                </a:solidFill>
                <a:latin typeface="+mn-lt"/>
              </a:rPr>
              <a:t>ph</a:t>
            </a:r>
            <a:r>
              <a:rPr lang="vi-VN" sz="4800" b="1" dirty="0">
                <a:solidFill>
                  <a:srgbClr val="FF0000"/>
                </a:solidFill>
                <a:latin typeface="+mn-lt"/>
              </a:rPr>
              <a:t>ư</a:t>
            </a:r>
            <a:r>
              <a:rPr lang="en-US" sz="4800" b="1" dirty="0" err="1">
                <a:solidFill>
                  <a:srgbClr val="FF0000"/>
                </a:solidFill>
                <a:latin typeface="+mn-lt"/>
              </a:rPr>
              <a:t>ơng</a:t>
            </a:r>
            <a:r>
              <a:rPr lang="en-US" sz="4800" b="1" dirty="0">
                <a:solidFill>
                  <a:srgbClr val="FF0000"/>
                </a:solidFill>
                <a:latin typeface="+mn-lt"/>
              </a:rPr>
              <a:t> </a:t>
            </a:r>
            <a:r>
              <a:rPr lang="en-US" sz="4800" b="1" dirty="0" err="1">
                <a:solidFill>
                  <a:srgbClr val="FF0000"/>
                </a:solidFill>
                <a:latin typeface="+mn-lt"/>
              </a:rPr>
              <a:t>thức</a:t>
            </a:r>
            <a:r>
              <a:rPr lang="en-US" sz="4800" b="1" dirty="0">
                <a:solidFill>
                  <a:srgbClr val="FF0000"/>
                </a:solidFill>
                <a:latin typeface="+mn-lt"/>
              </a:rPr>
              <a:t> – </a:t>
            </a:r>
            <a:r>
              <a:rPr lang="en-US" sz="4800" b="1" dirty="0" err="1">
                <a:solidFill>
                  <a:srgbClr val="FF0000"/>
                </a:solidFill>
                <a:latin typeface="+mn-lt"/>
              </a:rPr>
              <a:t>thuộc</a:t>
            </a:r>
            <a:r>
              <a:rPr lang="en-US" sz="4800" b="1" dirty="0">
                <a:solidFill>
                  <a:srgbClr val="FF0000"/>
                </a:solidFill>
                <a:latin typeface="+mn-lt"/>
              </a:rPr>
              <a:t> </a:t>
            </a:r>
            <a:r>
              <a:rPr lang="en-US" sz="4800" b="1" dirty="0" err="1">
                <a:solidFill>
                  <a:srgbClr val="FF0000"/>
                </a:solidFill>
                <a:latin typeface="+mn-lt"/>
              </a:rPr>
              <a:t>tính</a:t>
            </a:r>
            <a:r>
              <a:rPr lang="en-US" sz="4800" b="1" dirty="0">
                <a:solidFill>
                  <a:srgbClr val="FF0000"/>
                </a:solidFill>
                <a:latin typeface="+mn-lt"/>
              </a:rPr>
              <a:t> </a:t>
            </a:r>
            <a:r>
              <a:rPr lang="en-US" sz="4800" b="1" dirty="0" err="1">
                <a:solidFill>
                  <a:srgbClr val="FF0000"/>
                </a:solidFill>
                <a:latin typeface="+mn-lt"/>
              </a:rPr>
              <a:t>DbContext</a:t>
            </a:r>
            <a:endParaRPr lang="en-US" sz="4800" b="1" dirty="0">
              <a:solidFill>
                <a:srgbClr val="FF0000"/>
              </a:solidFill>
              <a:latin typeface="+mn-lt"/>
              <a:ea typeface="Calibri" panose="020F0502020204030204" pitchFamily="34" charset="0"/>
              <a:cs typeface="Calibri" panose="020F0502020204030204" pitchFamily="34" charset="0"/>
            </a:endParaRPr>
          </a:p>
        </p:txBody>
      </p:sp>
      <p:sp>
        <p:nvSpPr>
          <p:cNvPr id="4" name="Footer Placeholder 3"/>
          <p:cNvSpPr>
            <a:spLocks noGrp="1"/>
          </p:cNvSpPr>
          <p:nvPr>
            <p:ph type="ftr" sz="quarter" idx="11"/>
          </p:nvPr>
        </p:nvSpPr>
        <p:spPr>
          <a:xfrm>
            <a:off x="4038600" y="6433038"/>
            <a:ext cx="4114800" cy="365125"/>
          </a:xfrm>
        </p:spPr>
        <p:txBody>
          <a:bodyPr/>
          <a:lstStyle/>
          <a:p>
            <a:r>
              <a:rPr lang="vi-VN" dirty="0"/>
              <a:t>Lập trình C#3</a:t>
            </a:r>
            <a:endParaRPr lang="en-US" dirty="0"/>
          </a:p>
        </p:txBody>
      </p:sp>
      <p:sp>
        <p:nvSpPr>
          <p:cNvPr id="5" name="Slide Number Placeholder 4"/>
          <p:cNvSpPr>
            <a:spLocks noGrp="1"/>
          </p:cNvSpPr>
          <p:nvPr>
            <p:ph type="sldNum" sz="quarter" idx="12"/>
          </p:nvPr>
        </p:nvSpPr>
        <p:spPr/>
        <p:txBody>
          <a:bodyPr/>
          <a:lstStyle/>
          <a:p>
            <a:fld id="{8AACEE26-D979-411F-B229-D9F26BAEDF07}" type="slidenum">
              <a:rPr lang="en-US" smtClean="0"/>
              <a:t>20</a:t>
            </a:fld>
            <a:endParaRPr lang="en-US" dirty="0"/>
          </a:p>
        </p:txBody>
      </p:sp>
      <p:sp>
        <p:nvSpPr>
          <p:cNvPr id="12" name="Rectangle 3">
            <a:extLst>
              <a:ext uri="{FF2B5EF4-FFF2-40B4-BE49-F238E27FC236}">
                <a16:creationId xmlns:a16="http://schemas.microsoft.com/office/drawing/2014/main" id="{9F5DB8A3-5580-499D-AB0C-169958D57F6D}"/>
              </a:ext>
            </a:extLst>
          </p:cNvPr>
          <p:cNvSpPr txBox="1">
            <a:spLocks noChangeArrowheads="1"/>
          </p:cNvSpPr>
          <p:nvPr/>
        </p:nvSpPr>
        <p:spPr>
          <a:xfrm>
            <a:off x="342900" y="1142512"/>
            <a:ext cx="11711354" cy="5029688"/>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Clr>
                <a:srgbClr val="FF5A33"/>
              </a:buClr>
              <a:buFont typeface="Wingdings" pitchFamily="2" charset="2"/>
              <a:buChar char="q"/>
              <a:defRPr sz="2800" kern="1200">
                <a:solidFill>
                  <a:schemeClr val="tx1"/>
                </a:solidFill>
                <a:latin typeface="Segoe UI" pitchFamily="34" charset="0"/>
                <a:ea typeface="+mn-ea"/>
                <a:cs typeface="Segoe UI" pitchFamily="34" charset="0"/>
              </a:defRPr>
            </a:lvl1pPr>
            <a:lvl2pPr marL="742950" indent="-285750" algn="l" defTabSz="914400" rtl="0" eaLnBrk="1" latinLnBrk="0" hangingPunct="1">
              <a:spcBef>
                <a:spcPct val="20000"/>
              </a:spcBef>
              <a:buClr>
                <a:srgbClr val="FF5A33"/>
              </a:buClr>
              <a:buFont typeface="Wingdings" pitchFamily="2" charset="2"/>
              <a:buChar char="v"/>
              <a:defRPr sz="2400" kern="1200">
                <a:solidFill>
                  <a:schemeClr val="tx1"/>
                </a:solidFill>
                <a:latin typeface="Segoe UI" pitchFamily="34" charset="0"/>
                <a:ea typeface="+mn-ea"/>
                <a:cs typeface="Segoe UI" pitchFamily="34" charset="0"/>
              </a:defRPr>
            </a:lvl2pPr>
            <a:lvl3pPr marL="1143000" indent="-228600" algn="l" defTabSz="914400" rtl="0" eaLnBrk="1" latinLnBrk="0" hangingPunct="1">
              <a:spcBef>
                <a:spcPct val="20000"/>
              </a:spcBef>
              <a:buClr>
                <a:srgbClr val="FF5A33"/>
              </a:buClr>
              <a:buFont typeface="Wingdings" pitchFamily="2" charset="2"/>
              <a:buChar char="Ø"/>
              <a:defRPr sz="2000" kern="1200">
                <a:solidFill>
                  <a:schemeClr val="tx1"/>
                </a:solidFill>
                <a:latin typeface="Segoe UI" pitchFamily="34" charset="0"/>
                <a:ea typeface="+mn-ea"/>
                <a:cs typeface="Segoe UI" pitchFamily="34" charset="0"/>
              </a:defRPr>
            </a:lvl3pPr>
            <a:lvl4pPr marL="1600200" indent="-228600" algn="l" defTabSz="914400" rtl="0" eaLnBrk="1" latinLnBrk="0" hangingPunct="1">
              <a:spcBef>
                <a:spcPct val="20000"/>
              </a:spcBef>
              <a:buClr>
                <a:srgbClr val="FF5A33"/>
              </a:buClr>
              <a:buFont typeface="Wingdings" pitchFamily="2" charset="2"/>
              <a:buChar char="ü"/>
              <a:defRPr sz="1800" kern="1200">
                <a:solidFill>
                  <a:schemeClr val="tx1"/>
                </a:solidFill>
                <a:latin typeface="Segoe UI" pitchFamily="34" charset="0"/>
                <a:ea typeface="+mn-ea"/>
                <a:cs typeface="Segoe UI" pitchFamily="34" charset="0"/>
              </a:defRPr>
            </a:lvl4pPr>
            <a:lvl5pPr marL="2057400" indent="-228600" algn="l" defTabSz="914400" rtl="0" eaLnBrk="1" latinLnBrk="0" hangingPunct="1">
              <a:spcBef>
                <a:spcPct val="20000"/>
              </a:spcBef>
              <a:buClr>
                <a:srgbClr val="FF5A33"/>
              </a:buClr>
              <a:buFont typeface="Wingdings" pitchFamily="2" charset="2"/>
              <a:buChar char="§"/>
              <a:defRPr sz="1800" kern="1200">
                <a:solidFill>
                  <a:schemeClr val="tx1"/>
                </a:solidFill>
                <a:latin typeface="Segoe UI" pitchFamily="34" charset="0"/>
                <a:ea typeface="+mn-ea"/>
                <a:cs typeface="Segoe UI"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endParaRPr lang="en-US" sz="2000" dirty="0">
              <a:solidFill>
                <a:prstClr val="black"/>
              </a:solidFill>
            </a:endParaRPr>
          </a:p>
        </p:txBody>
      </p:sp>
      <p:pic>
        <p:nvPicPr>
          <p:cNvPr id="6" name="Picture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439340" y="0"/>
            <a:ext cx="1828919" cy="1312750"/>
          </a:xfrm>
          <a:prstGeom prst="rect">
            <a:avLst/>
          </a:prstGeom>
        </p:spPr>
      </p:pic>
      <p:pic>
        <p:nvPicPr>
          <p:cNvPr id="7" name="Picture 6">
            <a:extLst>
              <a:ext uri="{FF2B5EF4-FFF2-40B4-BE49-F238E27FC236}">
                <a16:creationId xmlns:a16="http://schemas.microsoft.com/office/drawing/2014/main" id="{ACCDC647-AE93-4EE4-8654-A84ED6A77882}"/>
              </a:ext>
            </a:extLst>
          </p:cNvPr>
          <p:cNvPicPr>
            <a:picLocks noChangeAspect="1"/>
          </p:cNvPicPr>
          <p:nvPr/>
        </p:nvPicPr>
        <p:blipFill>
          <a:blip r:embed="rId3"/>
          <a:stretch>
            <a:fillRect/>
          </a:stretch>
        </p:blipFill>
        <p:spPr>
          <a:xfrm>
            <a:off x="2087188" y="958362"/>
            <a:ext cx="7549181" cy="3630743"/>
          </a:xfrm>
          <a:prstGeom prst="rect">
            <a:avLst/>
          </a:prstGeom>
        </p:spPr>
      </p:pic>
      <p:pic>
        <p:nvPicPr>
          <p:cNvPr id="8" name="Picture 7">
            <a:extLst>
              <a:ext uri="{FF2B5EF4-FFF2-40B4-BE49-F238E27FC236}">
                <a16:creationId xmlns:a16="http://schemas.microsoft.com/office/drawing/2014/main" id="{F7717EA9-A6B4-4922-801D-611CE7B37446}"/>
              </a:ext>
            </a:extLst>
          </p:cNvPr>
          <p:cNvPicPr>
            <a:picLocks noChangeAspect="1"/>
          </p:cNvPicPr>
          <p:nvPr/>
        </p:nvPicPr>
        <p:blipFill>
          <a:blip r:embed="rId4"/>
          <a:stretch>
            <a:fillRect/>
          </a:stretch>
        </p:blipFill>
        <p:spPr>
          <a:xfrm>
            <a:off x="2087188" y="4510575"/>
            <a:ext cx="6581775" cy="2105025"/>
          </a:xfrm>
          <a:prstGeom prst="rect">
            <a:avLst/>
          </a:prstGeom>
        </p:spPr>
      </p:pic>
    </p:spTree>
    <p:extLst>
      <p:ext uri="{BB962C8B-B14F-4D97-AF65-F5344CB8AC3E}">
        <p14:creationId xmlns:p14="http://schemas.microsoft.com/office/powerpoint/2010/main" val="3265749623"/>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42900" y="365125"/>
            <a:ext cx="11614638" cy="593237"/>
          </a:xfrm>
        </p:spPr>
        <p:txBody>
          <a:bodyPr>
            <a:noAutofit/>
          </a:bodyPr>
          <a:lstStyle/>
          <a:p>
            <a:r>
              <a:rPr lang="en-US" sz="4800" b="1" dirty="0" err="1" smtClean="0">
                <a:solidFill>
                  <a:srgbClr val="FF0000"/>
                </a:solidFill>
                <a:latin typeface="+mn-lt"/>
              </a:rPr>
              <a:t>Lớp</a:t>
            </a:r>
            <a:r>
              <a:rPr lang="en-US" sz="4800" b="1" dirty="0" smtClean="0">
                <a:solidFill>
                  <a:srgbClr val="FF0000"/>
                </a:solidFill>
                <a:latin typeface="+mn-lt"/>
              </a:rPr>
              <a:t> </a:t>
            </a:r>
            <a:r>
              <a:rPr lang="en-US" sz="4800" b="1" dirty="0" err="1">
                <a:solidFill>
                  <a:srgbClr val="FF0000"/>
                </a:solidFill>
                <a:latin typeface="+mn-lt"/>
              </a:rPr>
              <a:t>DbSet</a:t>
            </a:r>
            <a:r>
              <a:rPr lang="en-US" sz="4800" b="1" dirty="0">
                <a:solidFill>
                  <a:srgbClr val="FF0000"/>
                </a:solidFill>
                <a:latin typeface="+mn-lt"/>
              </a:rPr>
              <a:t> (</a:t>
            </a:r>
            <a:r>
              <a:rPr lang="en-US" sz="4800" b="1" dirty="0" err="1">
                <a:solidFill>
                  <a:srgbClr val="FF0000"/>
                </a:solidFill>
                <a:latin typeface="+mn-lt"/>
              </a:rPr>
              <a:t>DbSet</a:t>
            </a:r>
            <a:r>
              <a:rPr lang="en-US" sz="4800" b="1" dirty="0">
                <a:solidFill>
                  <a:srgbClr val="FF0000"/>
                </a:solidFill>
                <a:latin typeface="+mn-lt"/>
              </a:rPr>
              <a:t>&lt;</a:t>
            </a:r>
            <a:r>
              <a:rPr lang="en-US" sz="4800" b="1" dirty="0" err="1">
                <a:solidFill>
                  <a:srgbClr val="FF0000"/>
                </a:solidFill>
                <a:latin typeface="+mn-lt"/>
              </a:rPr>
              <a:t>TEntity</a:t>
            </a:r>
            <a:r>
              <a:rPr lang="en-US" sz="4800" b="1" dirty="0">
                <a:solidFill>
                  <a:srgbClr val="FF0000"/>
                </a:solidFill>
                <a:latin typeface="+mn-lt"/>
              </a:rPr>
              <a:t>&gt;)</a:t>
            </a:r>
            <a:endParaRPr lang="en-US" sz="4800" b="1" dirty="0">
              <a:solidFill>
                <a:srgbClr val="FF0000"/>
              </a:solidFill>
              <a:latin typeface="+mn-lt"/>
              <a:ea typeface="Calibri" panose="020F0502020204030204" pitchFamily="34" charset="0"/>
              <a:cs typeface="Calibri" panose="020F0502020204030204" pitchFamily="34" charset="0"/>
            </a:endParaRPr>
          </a:p>
        </p:txBody>
      </p:sp>
      <p:sp>
        <p:nvSpPr>
          <p:cNvPr id="4" name="Footer Placeholder 3"/>
          <p:cNvSpPr>
            <a:spLocks noGrp="1"/>
          </p:cNvSpPr>
          <p:nvPr>
            <p:ph type="ftr" sz="quarter" idx="11"/>
          </p:nvPr>
        </p:nvSpPr>
        <p:spPr>
          <a:xfrm>
            <a:off x="4038600" y="6433038"/>
            <a:ext cx="4114800" cy="365125"/>
          </a:xfrm>
        </p:spPr>
        <p:txBody>
          <a:bodyPr/>
          <a:lstStyle/>
          <a:p>
            <a:r>
              <a:rPr lang="vi-VN" dirty="0"/>
              <a:t>Lập trình C#3</a:t>
            </a:r>
            <a:endParaRPr lang="en-US" dirty="0"/>
          </a:p>
        </p:txBody>
      </p:sp>
      <p:sp>
        <p:nvSpPr>
          <p:cNvPr id="5" name="Slide Number Placeholder 4"/>
          <p:cNvSpPr>
            <a:spLocks noGrp="1"/>
          </p:cNvSpPr>
          <p:nvPr>
            <p:ph type="sldNum" sz="quarter" idx="12"/>
          </p:nvPr>
        </p:nvSpPr>
        <p:spPr/>
        <p:txBody>
          <a:bodyPr/>
          <a:lstStyle/>
          <a:p>
            <a:fld id="{8AACEE26-D979-411F-B229-D9F26BAEDF07}" type="slidenum">
              <a:rPr lang="en-US" smtClean="0"/>
              <a:t>21</a:t>
            </a:fld>
            <a:endParaRPr lang="en-US" dirty="0"/>
          </a:p>
        </p:txBody>
      </p:sp>
      <p:sp>
        <p:nvSpPr>
          <p:cNvPr id="12" name="Rectangle 3">
            <a:extLst>
              <a:ext uri="{FF2B5EF4-FFF2-40B4-BE49-F238E27FC236}">
                <a16:creationId xmlns:a16="http://schemas.microsoft.com/office/drawing/2014/main" id="{9F5DB8A3-5580-499D-AB0C-169958D57F6D}"/>
              </a:ext>
            </a:extLst>
          </p:cNvPr>
          <p:cNvSpPr txBox="1">
            <a:spLocks noChangeArrowheads="1"/>
          </p:cNvSpPr>
          <p:nvPr/>
        </p:nvSpPr>
        <p:spPr>
          <a:xfrm>
            <a:off x="342900" y="1142512"/>
            <a:ext cx="11711354" cy="5029688"/>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Clr>
                <a:srgbClr val="FF5A33"/>
              </a:buClr>
              <a:buFont typeface="Wingdings" pitchFamily="2" charset="2"/>
              <a:buChar char="q"/>
              <a:defRPr sz="2800" kern="1200">
                <a:solidFill>
                  <a:schemeClr val="tx1"/>
                </a:solidFill>
                <a:latin typeface="Segoe UI" pitchFamily="34" charset="0"/>
                <a:ea typeface="+mn-ea"/>
                <a:cs typeface="Segoe UI" pitchFamily="34" charset="0"/>
              </a:defRPr>
            </a:lvl1pPr>
            <a:lvl2pPr marL="742950" indent="-285750" algn="l" defTabSz="914400" rtl="0" eaLnBrk="1" latinLnBrk="0" hangingPunct="1">
              <a:spcBef>
                <a:spcPct val="20000"/>
              </a:spcBef>
              <a:buClr>
                <a:srgbClr val="FF5A33"/>
              </a:buClr>
              <a:buFont typeface="Wingdings" pitchFamily="2" charset="2"/>
              <a:buChar char="v"/>
              <a:defRPr sz="2400" kern="1200">
                <a:solidFill>
                  <a:schemeClr val="tx1"/>
                </a:solidFill>
                <a:latin typeface="Segoe UI" pitchFamily="34" charset="0"/>
                <a:ea typeface="+mn-ea"/>
                <a:cs typeface="Segoe UI" pitchFamily="34" charset="0"/>
              </a:defRPr>
            </a:lvl2pPr>
            <a:lvl3pPr marL="1143000" indent="-228600" algn="l" defTabSz="914400" rtl="0" eaLnBrk="1" latinLnBrk="0" hangingPunct="1">
              <a:spcBef>
                <a:spcPct val="20000"/>
              </a:spcBef>
              <a:buClr>
                <a:srgbClr val="FF5A33"/>
              </a:buClr>
              <a:buFont typeface="Wingdings" pitchFamily="2" charset="2"/>
              <a:buChar char="Ø"/>
              <a:defRPr sz="2000" kern="1200">
                <a:solidFill>
                  <a:schemeClr val="tx1"/>
                </a:solidFill>
                <a:latin typeface="Segoe UI" pitchFamily="34" charset="0"/>
                <a:ea typeface="+mn-ea"/>
                <a:cs typeface="Segoe UI" pitchFamily="34" charset="0"/>
              </a:defRPr>
            </a:lvl3pPr>
            <a:lvl4pPr marL="1600200" indent="-228600" algn="l" defTabSz="914400" rtl="0" eaLnBrk="1" latinLnBrk="0" hangingPunct="1">
              <a:spcBef>
                <a:spcPct val="20000"/>
              </a:spcBef>
              <a:buClr>
                <a:srgbClr val="FF5A33"/>
              </a:buClr>
              <a:buFont typeface="Wingdings" pitchFamily="2" charset="2"/>
              <a:buChar char="ü"/>
              <a:defRPr sz="1800" kern="1200">
                <a:solidFill>
                  <a:schemeClr val="tx1"/>
                </a:solidFill>
                <a:latin typeface="Segoe UI" pitchFamily="34" charset="0"/>
                <a:ea typeface="+mn-ea"/>
                <a:cs typeface="Segoe UI" pitchFamily="34" charset="0"/>
              </a:defRPr>
            </a:lvl4pPr>
            <a:lvl5pPr marL="2057400" indent="-228600" algn="l" defTabSz="914400" rtl="0" eaLnBrk="1" latinLnBrk="0" hangingPunct="1">
              <a:spcBef>
                <a:spcPct val="20000"/>
              </a:spcBef>
              <a:buClr>
                <a:srgbClr val="FF5A33"/>
              </a:buClr>
              <a:buFont typeface="Wingdings" pitchFamily="2" charset="2"/>
              <a:buChar char="§"/>
              <a:defRPr sz="1800" kern="1200">
                <a:solidFill>
                  <a:schemeClr val="tx1"/>
                </a:solidFill>
                <a:latin typeface="Segoe UI" pitchFamily="34" charset="0"/>
                <a:ea typeface="+mn-ea"/>
                <a:cs typeface="Segoe UI"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2400" dirty="0" err="1"/>
              <a:t>Là</a:t>
            </a:r>
            <a:r>
              <a:rPr lang="en-US" sz="2400" dirty="0"/>
              <a:t> </a:t>
            </a:r>
            <a:r>
              <a:rPr lang="en-US" sz="2400" dirty="0" err="1"/>
              <a:t>tập</a:t>
            </a:r>
            <a:r>
              <a:rPr lang="en-US" sz="2400" dirty="0"/>
              <a:t> </a:t>
            </a:r>
            <a:r>
              <a:rPr lang="en-US" sz="2400" dirty="0" err="1"/>
              <a:t>hợp</a:t>
            </a:r>
            <a:r>
              <a:rPr lang="en-US" sz="2400" dirty="0"/>
              <a:t> </a:t>
            </a:r>
            <a:r>
              <a:rPr lang="en-US" sz="2400" dirty="0" err="1"/>
              <a:t>các</a:t>
            </a:r>
            <a:r>
              <a:rPr lang="en-US" sz="2400" dirty="0"/>
              <a:t> entity object </a:t>
            </a:r>
            <a:r>
              <a:rPr lang="en-US" sz="2400" dirty="0" err="1"/>
              <a:t>hỗ</a:t>
            </a:r>
            <a:r>
              <a:rPr lang="en-US" sz="2400" dirty="0"/>
              <a:t> </a:t>
            </a:r>
            <a:r>
              <a:rPr lang="en-US" sz="2400" dirty="0" err="1"/>
              <a:t>trợ</a:t>
            </a:r>
            <a:r>
              <a:rPr lang="en-US" sz="2400" dirty="0"/>
              <a:t> </a:t>
            </a:r>
            <a:r>
              <a:rPr lang="en-US" sz="2400" dirty="0" err="1"/>
              <a:t>thực</a:t>
            </a:r>
            <a:r>
              <a:rPr lang="en-US" sz="2400" dirty="0"/>
              <a:t> </a:t>
            </a:r>
            <a:r>
              <a:rPr lang="en-US" sz="2400" dirty="0" err="1"/>
              <a:t>hiện</a:t>
            </a:r>
            <a:r>
              <a:rPr lang="en-US" sz="2400" dirty="0"/>
              <a:t> </a:t>
            </a:r>
            <a:r>
              <a:rPr lang="en-US" sz="2400" dirty="0" err="1"/>
              <a:t>các</a:t>
            </a:r>
            <a:r>
              <a:rPr lang="en-US" sz="2400" dirty="0"/>
              <a:t> </a:t>
            </a:r>
            <a:r>
              <a:rPr lang="en-US" sz="2400" dirty="0" err="1"/>
              <a:t>lệnh</a:t>
            </a:r>
            <a:r>
              <a:rPr lang="en-US" sz="2400" dirty="0"/>
              <a:t> </a:t>
            </a:r>
            <a:r>
              <a:rPr lang="en-US" sz="2400" dirty="0" err="1"/>
              <a:t>tạo</a:t>
            </a:r>
            <a:r>
              <a:rPr lang="en-US" sz="2400" dirty="0"/>
              <a:t> </a:t>
            </a:r>
            <a:r>
              <a:rPr lang="en-US" sz="2400" dirty="0" err="1"/>
              <a:t>mới</a:t>
            </a:r>
            <a:r>
              <a:rPr lang="en-US" sz="2400" dirty="0"/>
              <a:t>/ </a:t>
            </a:r>
            <a:r>
              <a:rPr lang="en-US" sz="2400" dirty="0" err="1"/>
              <a:t>đọc</a:t>
            </a:r>
            <a:r>
              <a:rPr lang="en-US" sz="2400" dirty="0"/>
              <a:t>/ </a:t>
            </a:r>
            <a:r>
              <a:rPr lang="en-US" sz="2400" dirty="0" err="1"/>
              <a:t>cập</a:t>
            </a:r>
            <a:r>
              <a:rPr lang="en-US" sz="2400" dirty="0"/>
              <a:t> </a:t>
            </a:r>
            <a:r>
              <a:rPr lang="en-US" sz="2400" dirty="0" err="1"/>
              <a:t>nhật</a:t>
            </a:r>
            <a:r>
              <a:rPr lang="en-US" sz="2400" dirty="0"/>
              <a:t>/ </a:t>
            </a:r>
            <a:r>
              <a:rPr lang="en-US" sz="2400" dirty="0" err="1"/>
              <a:t>xóa</a:t>
            </a:r>
            <a:r>
              <a:rPr lang="en-US" sz="2400" dirty="0"/>
              <a:t> </a:t>
            </a:r>
            <a:r>
              <a:rPr lang="en-US" sz="2400" dirty="0" err="1"/>
              <a:t>các</a:t>
            </a:r>
            <a:r>
              <a:rPr lang="en-US" sz="2400" dirty="0"/>
              <a:t> entity</a:t>
            </a:r>
          </a:p>
        </p:txBody>
      </p:sp>
      <p:pic>
        <p:nvPicPr>
          <p:cNvPr id="6" name="Picture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439340" y="0"/>
            <a:ext cx="1828919" cy="1312750"/>
          </a:xfrm>
          <a:prstGeom prst="rect">
            <a:avLst/>
          </a:prstGeom>
        </p:spPr>
      </p:pic>
      <p:pic>
        <p:nvPicPr>
          <p:cNvPr id="7" name="Picture 6">
            <a:extLst>
              <a:ext uri="{FF2B5EF4-FFF2-40B4-BE49-F238E27FC236}">
                <a16:creationId xmlns:a16="http://schemas.microsoft.com/office/drawing/2014/main" id="{5B2DAC1E-7316-423C-AB58-53F236760F0C}"/>
              </a:ext>
            </a:extLst>
          </p:cNvPr>
          <p:cNvPicPr>
            <a:picLocks noChangeAspect="1"/>
          </p:cNvPicPr>
          <p:nvPr/>
        </p:nvPicPr>
        <p:blipFill>
          <a:blip r:embed="rId3"/>
          <a:stretch>
            <a:fillRect/>
          </a:stretch>
        </p:blipFill>
        <p:spPr>
          <a:xfrm>
            <a:off x="3402988" y="1706259"/>
            <a:ext cx="5793765" cy="4832653"/>
          </a:xfrm>
          <a:prstGeom prst="rect">
            <a:avLst/>
          </a:prstGeom>
        </p:spPr>
      </p:pic>
    </p:spTree>
    <p:extLst>
      <p:ext uri="{BB962C8B-B14F-4D97-AF65-F5344CB8AC3E}">
        <p14:creationId xmlns:p14="http://schemas.microsoft.com/office/powerpoint/2010/main" val="3442526811"/>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Text Placeholder 29"/>
          <p:cNvSpPr>
            <a:spLocks noGrp="1"/>
          </p:cNvSpPr>
          <p:nvPr>
            <p:ph type="body" sz="quarter" idx="13"/>
          </p:nvPr>
        </p:nvSpPr>
        <p:spPr/>
        <p:txBody>
          <a:bodyPr/>
          <a:lstStyle/>
          <a:p>
            <a:endParaRPr lang="en-US"/>
          </a:p>
        </p:txBody>
      </p:sp>
      <p:sp>
        <p:nvSpPr>
          <p:cNvPr id="31" name="Text Placeholder 30"/>
          <p:cNvSpPr>
            <a:spLocks noGrp="1"/>
          </p:cNvSpPr>
          <p:nvPr>
            <p:ph type="body" sz="quarter" idx="22"/>
          </p:nvPr>
        </p:nvSpPr>
        <p:spPr/>
        <p:txBody>
          <a:bodyPr/>
          <a:lstStyle/>
          <a:p>
            <a:endParaRPr lang="en-US" dirty="0"/>
          </a:p>
        </p:txBody>
      </p:sp>
      <p:sp>
        <p:nvSpPr>
          <p:cNvPr id="2" name="Title 1"/>
          <p:cNvSpPr>
            <a:spLocks noGrp="1"/>
          </p:cNvSpPr>
          <p:nvPr>
            <p:ph type="title"/>
          </p:nvPr>
        </p:nvSpPr>
        <p:spPr/>
        <p:txBody>
          <a:bodyPr>
            <a:noAutofit/>
          </a:bodyPr>
          <a:lstStyle/>
          <a:p>
            <a:r>
              <a:rPr lang="en-US" sz="3600" dirty="0" err="1">
                <a:solidFill>
                  <a:srgbClr val="FFC000"/>
                </a:solidFill>
              </a:rPr>
              <a:t>Tạo</a:t>
            </a:r>
            <a:r>
              <a:rPr lang="en-US" sz="3600" dirty="0">
                <a:solidFill>
                  <a:srgbClr val="FFC000"/>
                </a:solidFill>
              </a:rPr>
              <a:t> EF Core project</a:t>
            </a:r>
            <a:br>
              <a:rPr lang="en-US" sz="3600" dirty="0">
                <a:solidFill>
                  <a:srgbClr val="FFC000"/>
                </a:solidFill>
              </a:rPr>
            </a:br>
            <a:r>
              <a:rPr lang="en-US" sz="3600" dirty="0" err="1">
                <a:solidFill>
                  <a:srgbClr val="FFC000"/>
                </a:solidFill>
              </a:rPr>
              <a:t>Phân</a:t>
            </a:r>
            <a:r>
              <a:rPr lang="en-US" sz="3600" dirty="0">
                <a:solidFill>
                  <a:srgbClr val="FFC000"/>
                </a:solidFill>
              </a:rPr>
              <a:t> </a:t>
            </a:r>
            <a:r>
              <a:rPr lang="en-US" sz="3600" dirty="0" err="1">
                <a:solidFill>
                  <a:srgbClr val="FFC000"/>
                </a:solidFill>
              </a:rPr>
              <a:t>tích</a:t>
            </a:r>
            <a:r>
              <a:rPr lang="en-US" sz="3600" dirty="0">
                <a:solidFill>
                  <a:srgbClr val="FFC000"/>
                </a:solidFill>
              </a:rPr>
              <a:t> </a:t>
            </a:r>
            <a:r>
              <a:rPr lang="en-US" sz="3600" dirty="0" err="1">
                <a:solidFill>
                  <a:srgbClr val="FFC000"/>
                </a:solidFill>
              </a:rPr>
              <a:t>DbContext</a:t>
            </a:r>
            <a:r>
              <a:rPr lang="en-US" sz="3600" dirty="0">
                <a:solidFill>
                  <a:srgbClr val="FFC000"/>
                </a:solidFill>
              </a:rPr>
              <a:t>, </a:t>
            </a:r>
            <a:r>
              <a:rPr lang="en-US" sz="3600" dirty="0" err="1">
                <a:solidFill>
                  <a:srgbClr val="FFC000"/>
                </a:solidFill>
              </a:rPr>
              <a:t>DBSet</a:t>
            </a:r>
            <a:endParaRPr lang="en-US" sz="3600" dirty="0">
              <a:solidFill>
                <a:srgbClr val="FFC000"/>
              </a:solidFill>
            </a:endParaRPr>
          </a:p>
        </p:txBody>
      </p:sp>
      <p:sp>
        <p:nvSpPr>
          <p:cNvPr id="32" name="Text Placeholder 31"/>
          <p:cNvSpPr>
            <a:spLocks noGrp="1"/>
          </p:cNvSpPr>
          <p:nvPr>
            <p:ph type="body" sz="quarter" idx="23"/>
          </p:nvPr>
        </p:nvSpPr>
        <p:spPr/>
        <p:txBody>
          <a:bodyPr/>
          <a:lstStyle/>
          <a:p>
            <a:endParaRPr lang="en-US"/>
          </a:p>
        </p:txBody>
      </p:sp>
      <p:sp>
        <p:nvSpPr>
          <p:cNvPr id="4" name="Footer Placeholder 3"/>
          <p:cNvSpPr>
            <a:spLocks noGrp="1"/>
          </p:cNvSpPr>
          <p:nvPr>
            <p:ph type="ftr" sz="quarter" idx="4294967295"/>
          </p:nvPr>
        </p:nvSpPr>
        <p:spPr>
          <a:xfrm>
            <a:off x="0" y="6005146"/>
            <a:ext cx="12054254" cy="792529"/>
          </a:xfrm>
          <a:prstGeom prst="rect">
            <a:avLst/>
          </a:prstGeom>
        </p:spPr>
        <p:txBody>
          <a:bodyPr/>
          <a:lstStyle/>
          <a:p>
            <a:pPr algn="ctr"/>
            <a:r>
              <a:rPr lang="vi-VN" dirty="0"/>
              <a:t>Lập trình C#3</a:t>
            </a:r>
            <a:endParaRPr lang="en-US" dirty="0"/>
          </a:p>
        </p:txBody>
      </p:sp>
      <p:sp>
        <p:nvSpPr>
          <p:cNvPr id="5" name="Slide Number Placeholder 4"/>
          <p:cNvSpPr>
            <a:spLocks noGrp="1"/>
          </p:cNvSpPr>
          <p:nvPr>
            <p:ph type="sldNum" sz="quarter" idx="4294967295"/>
          </p:nvPr>
        </p:nvSpPr>
        <p:spPr>
          <a:xfrm>
            <a:off x="0" y="6340475"/>
            <a:ext cx="533400" cy="517525"/>
          </a:xfrm>
          <a:prstGeom prst="rect">
            <a:avLst/>
          </a:prstGeom>
        </p:spPr>
        <p:txBody>
          <a:bodyPr/>
          <a:lstStyle/>
          <a:p>
            <a:fld id="{8AACEE26-D979-411F-B229-D9F26BAEDF07}" type="slidenum">
              <a:rPr lang="en-US" smtClean="0"/>
              <a:t>22</a:t>
            </a:fld>
            <a:endParaRPr lang="en-US" dirty="0"/>
          </a:p>
        </p:txBody>
      </p:sp>
      <p:sp>
        <p:nvSpPr>
          <p:cNvPr id="12" name="Rectangle 3">
            <a:extLst>
              <a:ext uri="{FF2B5EF4-FFF2-40B4-BE49-F238E27FC236}">
                <a16:creationId xmlns:a16="http://schemas.microsoft.com/office/drawing/2014/main" id="{9F5DB8A3-5580-499D-AB0C-169958D57F6D}"/>
              </a:ext>
            </a:extLst>
          </p:cNvPr>
          <p:cNvSpPr txBox="1">
            <a:spLocks noChangeArrowheads="1"/>
          </p:cNvSpPr>
          <p:nvPr/>
        </p:nvSpPr>
        <p:spPr>
          <a:xfrm>
            <a:off x="342900" y="1142512"/>
            <a:ext cx="11711354" cy="5029688"/>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Clr>
                <a:srgbClr val="FF5A33"/>
              </a:buClr>
              <a:buFont typeface="Wingdings" pitchFamily="2" charset="2"/>
              <a:buChar char="q"/>
              <a:defRPr sz="2800" kern="1200">
                <a:solidFill>
                  <a:schemeClr val="tx1"/>
                </a:solidFill>
                <a:latin typeface="Segoe UI" pitchFamily="34" charset="0"/>
                <a:ea typeface="+mn-ea"/>
                <a:cs typeface="Segoe UI" pitchFamily="34" charset="0"/>
              </a:defRPr>
            </a:lvl1pPr>
            <a:lvl2pPr marL="742950" indent="-285750" algn="l" defTabSz="914400" rtl="0" eaLnBrk="1" latinLnBrk="0" hangingPunct="1">
              <a:spcBef>
                <a:spcPct val="20000"/>
              </a:spcBef>
              <a:buClr>
                <a:srgbClr val="FF5A33"/>
              </a:buClr>
              <a:buFont typeface="Wingdings" pitchFamily="2" charset="2"/>
              <a:buChar char="v"/>
              <a:defRPr sz="2400" kern="1200">
                <a:solidFill>
                  <a:schemeClr val="tx1"/>
                </a:solidFill>
                <a:latin typeface="Segoe UI" pitchFamily="34" charset="0"/>
                <a:ea typeface="+mn-ea"/>
                <a:cs typeface="Segoe UI" pitchFamily="34" charset="0"/>
              </a:defRPr>
            </a:lvl2pPr>
            <a:lvl3pPr marL="1143000" indent="-228600" algn="l" defTabSz="914400" rtl="0" eaLnBrk="1" latinLnBrk="0" hangingPunct="1">
              <a:spcBef>
                <a:spcPct val="20000"/>
              </a:spcBef>
              <a:buClr>
                <a:srgbClr val="FF5A33"/>
              </a:buClr>
              <a:buFont typeface="Wingdings" pitchFamily="2" charset="2"/>
              <a:buChar char="Ø"/>
              <a:defRPr sz="2000" kern="1200">
                <a:solidFill>
                  <a:schemeClr val="tx1"/>
                </a:solidFill>
                <a:latin typeface="Segoe UI" pitchFamily="34" charset="0"/>
                <a:ea typeface="+mn-ea"/>
                <a:cs typeface="Segoe UI" pitchFamily="34" charset="0"/>
              </a:defRPr>
            </a:lvl3pPr>
            <a:lvl4pPr marL="1600200" indent="-228600" algn="l" defTabSz="914400" rtl="0" eaLnBrk="1" latinLnBrk="0" hangingPunct="1">
              <a:spcBef>
                <a:spcPct val="20000"/>
              </a:spcBef>
              <a:buClr>
                <a:srgbClr val="FF5A33"/>
              </a:buClr>
              <a:buFont typeface="Wingdings" pitchFamily="2" charset="2"/>
              <a:buChar char="ü"/>
              <a:defRPr sz="1800" kern="1200">
                <a:solidFill>
                  <a:schemeClr val="tx1"/>
                </a:solidFill>
                <a:latin typeface="Segoe UI" pitchFamily="34" charset="0"/>
                <a:ea typeface="+mn-ea"/>
                <a:cs typeface="Segoe UI" pitchFamily="34" charset="0"/>
              </a:defRPr>
            </a:lvl4pPr>
            <a:lvl5pPr marL="2057400" indent="-228600" algn="l" defTabSz="914400" rtl="0" eaLnBrk="1" latinLnBrk="0" hangingPunct="1">
              <a:spcBef>
                <a:spcPct val="20000"/>
              </a:spcBef>
              <a:buClr>
                <a:srgbClr val="FF5A33"/>
              </a:buClr>
              <a:buFont typeface="Wingdings" pitchFamily="2" charset="2"/>
              <a:buChar char="§"/>
              <a:defRPr sz="1800" kern="1200">
                <a:solidFill>
                  <a:schemeClr val="tx1"/>
                </a:solidFill>
                <a:latin typeface="Segoe UI" pitchFamily="34" charset="0"/>
                <a:ea typeface="+mn-ea"/>
                <a:cs typeface="Segoe UI"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US" sz="6000" dirty="0" smtClean="0">
                <a:solidFill>
                  <a:srgbClr val="FF0000"/>
                </a:solidFill>
              </a:rPr>
              <a:t>				  </a:t>
            </a:r>
            <a:r>
              <a:rPr lang="en-US" sz="6000" dirty="0" smtClean="0">
                <a:solidFill>
                  <a:schemeClr val="bg1"/>
                </a:solidFill>
              </a:rPr>
              <a:t>DEMO</a:t>
            </a:r>
            <a:endParaRPr lang="en-US" sz="6000" dirty="0">
              <a:solidFill>
                <a:schemeClr val="bg1"/>
              </a:solidFill>
            </a:endParaRPr>
          </a:p>
        </p:txBody>
      </p:sp>
      <p:pic>
        <p:nvPicPr>
          <p:cNvPr id="6" name="Picture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104322" y="0"/>
            <a:ext cx="1828919" cy="1312750"/>
          </a:xfrm>
          <a:prstGeom prst="rect">
            <a:avLst/>
          </a:prstGeom>
        </p:spPr>
      </p:pic>
    </p:spTree>
    <p:extLst>
      <p:ext uri="{BB962C8B-B14F-4D97-AF65-F5344CB8AC3E}">
        <p14:creationId xmlns:p14="http://schemas.microsoft.com/office/powerpoint/2010/main" val="2669071149"/>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42900" y="365125"/>
            <a:ext cx="11614638" cy="593237"/>
          </a:xfrm>
        </p:spPr>
        <p:txBody>
          <a:bodyPr>
            <a:noAutofit/>
          </a:bodyPr>
          <a:lstStyle/>
          <a:p>
            <a:r>
              <a:rPr lang="en-US" sz="4800" b="1" dirty="0" err="1">
                <a:solidFill>
                  <a:srgbClr val="FF0000"/>
                </a:solidFill>
                <a:latin typeface="+mn-lt"/>
              </a:rPr>
              <a:t>Tạo</a:t>
            </a:r>
            <a:r>
              <a:rPr lang="en-US" sz="4800" b="1" dirty="0">
                <a:solidFill>
                  <a:srgbClr val="FF0000"/>
                </a:solidFill>
                <a:latin typeface="+mn-lt"/>
              </a:rPr>
              <a:t> web </a:t>
            </a:r>
            <a:r>
              <a:rPr lang="en-US" sz="4800" b="1" dirty="0" err="1">
                <a:solidFill>
                  <a:srgbClr val="FF0000"/>
                </a:solidFill>
                <a:latin typeface="+mn-lt"/>
              </a:rPr>
              <a:t>với</a:t>
            </a:r>
            <a:r>
              <a:rPr lang="en-US" sz="4800" b="1" dirty="0">
                <a:solidFill>
                  <a:srgbClr val="FF0000"/>
                </a:solidFill>
                <a:latin typeface="+mn-lt"/>
              </a:rPr>
              <a:t> EF core database first</a:t>
            </a:r>
            <a:endParaRPr lang="en-US" sz="4800" b="1" dirty="0">
              <a:solidFill>
                <a:srgbClr val="FF0000"/>
              </a:solidFill>
              <a:latin typeface="+mn-lt"/>
              <a:ea typeface="Calibri" panose="020F0502020204030204" pitchFamily="34" charset="0"/>
              <a:cs typeface="Calibri" panose="020F0502020204030204" pitchFamily="34" charset="0"/>
            </a:endParaRPr>
          </a:p>
        </p:txBody>
      </p:sp>
      <p:sp>
        <p:nvSpPr>
          <p:cNvPr id="4" name="Footer Placeholder 3"/>
          <p:cNvSpPr>
            <a:spLocks noGrp="1"/>
          </p:cNvSpPr>
          <p:nvPr>
            <p:ph type="ftr" sz="quarter" idx="11"/>
          </p:nvPr>
        </p:nvSpPr>
        <p:spPr>
          <a:xfrm>
            <a:off x="4038600" y="6433038"/>
            <a:ext cx="4114800" cy="365125"/>
          </a:xfrm>
        </p:spPr>
        <p:txBody>
          <a:bodyPr/>
          <a:lstStyle/>
          <a:p>
            <a:r>
              <a:rPr lang="vi-VN" dirty="0"/>
              <a:t>Lập trình C#3</a:t>
            </a:r>
            <a:endParaRPr lang="en-US" dirty="0"/>
          </a:p>
        </p:txBody>
      </p:sp>
      <p:sp>
        <p:nvSpPr>
          <p:cNvPr id="5" name="Slide Number Placeholder 4"/>
          <p:cNvSpPr>
            <a:spLocks noGrp="1"/>
          </p:cNvSpPr>
          <p:nvPr>
            <p:ph type="sldNum" sz="quarter" idx="12"/>
          </p:nvPr>
        </p:nvSpPr>
        <p:spPr/>
        <p:txBody>
          <a:bodyPr/>
          <a:lstStyle/>
          <a:p>
            <a:fld id="{8AACEE26-D979-411F-B229-D9F26BAEDF07}" type="slidenum">
              <a:rPr lang="en-US" smtClean="0"/>
              <a:t>23</a:t>
            </a:fld>
            <a:endParaRPr lang="en-US" dirty="0"/>
          </a:p>
        </p:txBody>
      </p:sp>
      <p:sp>
        <p:nvSpPr>
          <p:cNvPr id="12" name="Rectangle 3">
            <a:extLst>
              <a:ext uri="{FF2B5EF4-FFF2-40B4-BE49-F238E27FC236}">
                <a16:creationId xmlns:a16="http://schemas.microsoft.com/office/drawing/2014/main" id="{9F5DB8A3-5580-499D-AB0C-169958D57F6D}"/>
              </a:ext>
            </a:extLst>
          </p:cNvPr>
          <p:cNvSpPr txBox="1">
            <a:spLocks noChangeArrowheads="1"/>
          </p:cNvSpPr>
          <p:nvPr/>
        </p:nvSpPr>
        <p:spPr>
          <a:xfrm>
            <a:off x="342900" y="1142512"/>
            <a:ext cx="11711354" cy="5029688"/>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Clr>
                <a:srgbClr val="FF5A33"/>
              </a:buClr>
              <a:buFont typeface="Wingdings" pitchFamily="2" charset="2"/>
              <a:buChar char="q"/>
              <a:defRPr sz="2800" kern="1200">
                <a:solidFill>
                  <a:schemeClr val="tx1"/>
                </a:solidFill>
                <a:latin typeface="Segoe UI" pitchFamily="34" charset="0"/>
                <a:ea typeface="+mn-ea"/>
                <a:cs typeface="Segoe UI" pitchFamily="34" charset="0"/>
              </a:defRPr>
            </a:lvl1pPr>
            <a:lvl2pPr marL="742950" indent="-285750" algn="l" defTabSz="914400" rtl="0" eaLnBrk="1" latinLnBrk="0" hangingPunct="1">
              <a:spcBef>
                <a:spcPct val="20000"/>
              </a:spcBef>
              <a:buClr>
                <a:srgbClr val="FF5A33"/>
              </a:buClr>
              <a:buFont typeface="Wingdings" pitchFamily="2" charset="2"/>
              <a:buChar char="v"/>
              <a:defRPr sz="2400" kern="1200">
                <a:solidFill>
                  <a:schemeClr val="tx1"/>
                </a:solidFill>
                <a:latin typeface="Segoe UI" pitchFamily="34" charset="0"/>
                <a:ea typeface="+mn-ea"/>
                <a:cs typeface="Segoe UI" pitchFamily="34" charset="0"/>
              </a:defRPr>
            </a:lvl2pPr>
            <a:lvl3pPr marL="1143000" indent="-228600" algn="l" defTabSz="914400" rtl="0" eaLnBrk="1" latinLnBrk="0" hangingPunct="1">
              <a:spcBef>
                <a:spcPct val="20000"/>
              </a:spcBef>
              <a:buClr>
                <a:srgbClr val="FF5A33"/>
              </a:buClr>
              <a:buFont typeface="Wingdings" pitchFamily="2" charset="2"/>
              <a:buChar char="Ø"/>
              <a:defRPr sz="2000" kern="1200">
                <a:solidFill>
                  <a:schemeClr val="tx1"/>
                </a:solidFill>
                <a:latin typeface="Segoe UI" pitchFamily="34" charset="0"/>
                <a:ea typeface="+mn-ea"/>
                <a:cs typeface="Segoe UI" pitchFamily="34" charset="0"/>
              </a:defRPr>
            </a:lvl3pPr>
            <a:lvl4pPr marL="1600200" indent="-228600" algn="l" defTabSz="914400" rtl="0" eaLnBrk="1" latinLnBrk="0" hangingPunct="1">
              <a:spcBef>
                <a:spcPct val="20000"/>
              </a:spcBef>
              <a:buClr>
                <a:srgbClr val="FF5A33"/>
              </a:buClr>
              <a:buFont typeface="Wingdings" pitchFamily="2" charset="2"/>
              <a:buChar char="ü"/>
              <a:defRPr sz="1800" kern="1200">
                <a:solidFill>
                  <a:schemeClr val="tx1"/>
                </a:solidFill>
                <a:latin typeface="Segoe UI" pitchFamily="34" charset="0"/>
                <a:ea typeface="+mn-ea"/>
                <a:cs typeface="Segoe UI" pitchFamily="34" charset="0"/>
              </a:defRPr>
            </a:lvl4pPr>
            <a:lvl5pPr marL="2057400" indent="-228600" algn="l" defTabSz="914400" rtl="0" eaLnBrk="1" latinLnBrk="0" hangingPunct="1">
              <a:spcBef>
                <a:spcPct val="20000"/>
              </a:spcBef>
              <a:buClr>
                <a:srgbClr val="FF5A33"/>
              </a:buClr>
              <a:buFont typeface="Wingdings" pitchFamily="2" charset="2"/>
              <a:buChar char="§"/>
              <a:defRPr sz="1800" kern="1200">
                <a:solidFill>
                  <a:schemeClr val="tx1"/>
                </a:solidFill>
                <a:latin typeface="Segoe UI" pitchFamily="34" charset="0"/>
                <a:ea typeface="+mn-ea"/>
                <a:cs typeface="Segoe UI"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3200" dirty="0" err="1"/>
              <a:t>Các</a:t>
            </a:r>
            <a:r>
              <a:rPr lang="en-US" sz="3200" dirty="0"/>
              <a:t> b</a:t>
            </a:r>
            <a:r>
              <a:rPr lang="vi-VN" sz="3200" dirty="0"/>
              <a:t>ư</a:t>
            </a:r>
            <a:r>
              <a:rPr lang="en-US" sz="3200" dirty="0" err="1"/>
              <a:t>ớc</a:t>
            </a:r>
            <a:r>
              <a:rPr lang="en-US" sz="3200" dirty="0"/>
              <a:t> </a:t>
            </a:r>
            <a:r>
              <a:rPr lang="en-US" sz="3200" dirty="0" err="1"/>
              <a:t>thực</a:t>
            </a:r>
            <a:r>
              <a:rPr lang="en-US" sz="3200" dirty="0"/>
              <a:t> </a:t>
            </a:r>
            <a:r>
              <a:rPr lang="en-US" sz="3200" dirty="0" err="1"/>
              <a:t>hiện</a:t>
            </a:r>
            <a:r>
              <a:rPr lang="en-US" sz="3200" dirty="0"/>
              <a:t>:</a:t>
            </a:r>
          </a:p>
          <a:p>
            <a:pPr marL="914400" lvl="1" indent="-457200">
              <a:buFont typeface="+mj-lt"/>
              <a:buAutoNum type="arabicPeriod"/>
            </a:pPr>
            <a:r>
              <a:rPr lang="en-US" sz="2800" dirty="0"/>
              <a:t>Prerequisites (</a:t>
            </a:r>
            <a:r>
              <a:rPr lang="en-US" sz="2800" dirty="0" err="1"/>
              <a:t>sql</a:t>
            </a:r>
            <a:r>
              <a:rPr lang="en-US" sz="2800" dirty="0"/>
              <a:t> server, vs, </a:t>
            </a:r>
            <a:r>
              <a:rPr lang="en-US" sz="2800" dirty="0" err="1"/>
              <a:t>.net</a:t>
            </a:r>
            <a:r>
              <a:rPr lang="en-US" sz="2800" dirty="0"/>
              <a:t> core 8)</a:t>
            </a:r>
          </a:p>
          <a:p>
            <a:pPr marL="914400" lvl="1" indent="-457200">
              <a:buFont typeface="+mj-lt"/>
              <a:buAutoNum type="arabicPeriod"/>
            </a:pPr>
            <a:r>
              <a:rPr lang="en-US" sz="2800" dirty="0"/>
              <a:t>Database creation</a:t>
            </a:r>
          </a:p>
          <a:p>
            <a:pPr marL="914400" lvl="1" indent="-457200">
              <a:buFont typeface="+mj-lt"/>
              <a:buAutoNum type="arabicPeriod"/>
            </a:pPr>
            <a:r>
              <a:rPr lang="en-US" sz="2800" dirty="0"/>
              <a:t>Create an ASP.NET Core application</a:t>
            </a:r>
          </a:p>
          <a:p>
            <a:pPr marL="914400" lvl="1" indent="-457200">
              <a:buFont typeface="+mj-lt"/>
              <a:buAutoNum type="arabicPeriod"/>
            </a:pPr>
            <a:r>
              <a:rPr lang="en-US" sz="2800" dirty="0"/>
              <a:t>Install necessary </a:t>
            </a:r>
            <a:r>
              <a:rPr lang="en-US" sz="2800" dirty="0" err="1"/>
              <a:t>NuGet</a:t>
            </a:r>
            <a:r>
              <a:rPr lang="en-US" sz="2800" dirty="0"/>
              <a:t> packages</a:t>
            </a:r>
          </a:p>
          <a:p>
            <a:pPr marL="914400" lvl="1" indent="-457200">
              <a:buFont typeface="+mj-lt"/>
              <a:buAutoNum type="arabicPeriod"/>
            </a:pPr>
            <a:r>
              <a:rPr lang="en-US" sz="2800" dirty="0"/>
              <a:t>Connect application to database</a:t>
            </a:r>
          </a:p>
          <a:p>
            <a:pPr marL="914400" lvl="1" indent="-457200">
              <a:buFont typeface="+mj-lt"/>
              <a:buAutoNum type="arabicPeriod"/>
            </a:pPr>
            <a:r>
              <a:rPr lang="en-US" sz="2800" dirty="0"/>
              <a:t>Scaffold CRUD operations</a:t>
            </a:r>
          </a:p>
          <a:p>
            <a:pPr marL="914400" lvl="1" indent="-457200">
              <a:buFont typeface="+mj-lt"/>
              <a:buAutoNum type="arabicPeriod"/>
            </a:pPr>
            <a:r>
              <a:rPr lang="en-US" sz="2800" dirty="0"/>
              <a:t>Run application</a:t>
            </a:r>
          </a:p>
        </p:txBody>
      </p:sp>
      <p:pic>
        <p:nvPicPr>
          <p:cNvPr id="6" name="Picture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439340" y="0"/>
            <a:ext cx="1828919" cy="1312750"/>
          </a:xfrm>
          <a:prstGeom prst="rect">
            <a:avLst/>
          </a:prstGeom>
        </p:spPr>
      </p:pic>
    </p:spTree>
    <p:extLst>
      <p:ext uri="{BB962C8B-B14F-4D97-AF65-F5344CB8AC3E}">
        <p14:creationId xmlns:p14="http://schemas.microsoft.com/office/powerpoint/2010/main" val="658785473"/>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42900" y="365125"/>
            <a:ext cx="11614638" cy="593237"/>
          </a:xfrm>
        </p:spPr>
        <p:txBody>
          <a:bodyPr>
            <a:noAutofit/>
          </a:bodyPr>
          <a:lstStyle/>
          <a:p>
            <a:r>
              <a:rPr lang="en-US" sz="4800" b="1" dirty="0" err="1">
                <a:solidFill>
                  <a:srgbClr val="FF0000"/>
                </a:solidFill>
                <a:latin typeface="+mn-lt"/>
              </a:rPr>
              <a:t>Tạo</a:t>
            </a:r>
            <a:r>
              <a:rPr lang="en-US" sz="4800" b="1" dirty="0">
                <a:solidFill>
                  <a:srgbClr val="FF0000"/>
                </a:solidFill>
                <a:latin typeface="+mn-lt"/>
              </a:rPr>
              <a:t> web </a:t>
            </a:r>
            <a:r>
              <a:rPr lang="en-US" sz="4800" b="1" dirty="0" err="1">
                <a:solidFill>
                  <a:srgbClr val="FF0000"/>
                </a:solidFill>
                <a:latin typeface="+mn-lt"/>
              </a:rPr>
              <a:t>với</a:t>
            </a:r>
            <a:r>
              <a:rPr lang="en-US" sz="4800" b="1" dirty="0">
                <a:solidFill>
                  <a:srgbClr val="FF0000"/>
                </a:solidFill>
                <a:latin typeface="+mn-lt"/>
              </a:rPr>
              <a:t> EF core database first</a:t>
            </a:r>
            <a:endParaRPr lang="en-US" sz="4800" b="1" dirty="0">
              <a:solidFill>
                <a:srgbClr val="FF0000"/>
              </a:solidFill>
              <a:latin typeface="+mn-lt"/>
              <a:ea typeface="Calibri" panose="020F0502020204030204" pitchFamily="34" charset="0"/>
              <a:cs typeface="Calibri" panose="020F0502020204030204" pitchFamily="34" charset="0"/>
            </a:endParaRPr>
          </a:p>
        </p:txBody>
      </p:sp>
      <p:sp>
        <p:nvSpPr>
          <p:cNvPr id="4" name="Footer Placeholder 3"/>
          <p:cNvSpPr>
            <a:spLocks noGrp="1"/>
          </p:cNvSpPr>
          <p:nvPr>
            <p:ph type="ftr" sz="quarter" idx="11"/>
          </p:nvPr>
        </p:nvSpPr>
        <p:spPr>
          <a:xfrm>
            <a:off x="4038600" y="6433038"/>
            <a:ext cx="4114800" cy="365125"/>
          </a:xfrm>
        </p:spPr>
        <p:txBody>
          <a:bodyPr/>
          <a:lstStyle/>
          <a:p>
            <a:r>
              <a:rPr lang="vi-VN" dirty="0"/>
              <a:t>Lập trình C#3</a:t>
            </a:r>
            <a:endParaRPr lang="en-US" dirty="0"/>
          </a:p>
        </p:txBody>
      </p:sp>
      <p:sp>
        <p:nvSpPr>
          <p:cNvPr id="5" name="Slide Number Placeholder 4"/>
          <p:cNvSpPr>
            <a:spLocks noGrp="1"/>
          </p:cNvSpPr>
          <p:nvPr>
            <p:ph type="sldNum" sz="quarter" idx="12"/>
          </p:nvPr>
        </p:nvSpPr>
        <p:spPr/>
        <p:txBody>
          <a:bodyPr/>
          <a:lstStyle/>
          <a:p>
            <a:fld id="{8AACEE26-D979-411F-B229-D9F26BAEDF07}" type="slidenum">
              <a:rPr lang="en-US" smtClean="0"/>
              <a:t>24</a:t>
            </a:fld>
            <a:endParaRPr lang="en-US" dirty="0"/>
          </a:p>
        </p:txBody>
      </p:sp>
      <p:sp>
        <p:nvSpPr>
          <p:cNvPr id="12" name="Rectangle 3">
            <a:extLst>
              <a:ext uri="{FF2B5EF4-FFF2-40B4-BE49-F238E27FC236}">
                <a16:creationId xmlns:a16="http://schemas.microsoft.com/office/drawing/2014/main" id="{9F5DB8A3-5580-499D-AB0C-169958D57F6D}"/>
              </a:ext>
            </a:extLst>
          </p:cNvPr>
          <p:cNvSpPr txBox="1">
            <a:spLocks noChangeArrowheads="1"/>
          </p:cNvSpPr>
          <p:nvPr/>
        </p:nvSpPr>
        <p:spPr>
          <a:xfrm>
            <a:off x="342900" y="1142512"/>
            <a:ext cx="11711354" cy="5029688"/>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Clr>
                <a:srgbClr val="FF5A33"/>
              </a:buClr>
              <a:buFont typeface="Wingdings" pitchFamily="2" charset="2"/>
              <a:buChar char="q"/>
              <a:defRPr sz="2800" kern="1200">
                <a:solidFill>
                  <a:schemeClr val="tx1"/>
                </a:solidFill>
                <a:latin typeface="Segoe UI" pitchFamily="34" charset="0"/>
                <a:ea typeface="+mn-ea"/>
                <a:cs typeface="Segoe UI" pitchFamily="34" charset="0"/>
              </a:defRPr>
            </a:lvl1pPr>
            <a:lvl2pPr marL="742950" indent="-285750" algn="l" defTabSz="914400" rtl="0" eaLnBrk="1" latinLnBrk="0" hangingPunct="1">
              <a:spcBef>
                <a:spcPct val="20000"/>
              </a:spcBef>
              <a:buClr>
                <a:srgbClr val="FF5A33"/>
              </a:buClr>
              <a:buFont typeface="Wingdings" pitchFamily="2" charset="2"/>
              <a:buChar char="v"/>
              <a:defRPr sz="2400" kern="1200">
                <a:solidFill>
                  <a:schemeClr val="tx1"/>
                </a:solidFill>
                <a:latin typeface="Segoe UI" pitchFamily="34" charset="0"/>
                <a:ea typeface="+mn-ea"/>
                <a:cs typeface="Segoe UI" pitchFamily="34" charset="0"/>
              </a:defRPr>
            </a:lvl2pPr>
            <a:lvl3pPr marL="1143000" indent="-228600" algn="l" defTabSz="914400" rtl="0" eaLnBrk="1" latinLnBrk="0" hangingPunct="1">
              <a:spcBef>
                <a:spcPct val="20000"/>
              </a:spcBef>
              <a:buClr>
                <a:srgbClr val="FF5A33"/>
              </a:buClr>
              <a:buFont typeface="Wingdings" pitchFamily="2" charset="2"/>
              <a:buChar char="Ø"/>
              <a:defRPr sz="2000" kern="1200">
                <a:solidFill>
                  <a:schemeClr val="tx1"/>
                </a:solidFill>
                <a:latin typeface="Segoe UI" pitchFamily="34" charset="0"/>
                <a:ea typeface="+mn-ea"/>
                <a:cs typeface="Segoe UI" pitchFamily="34" charset="0"/>
              </a:defRPr>
            </a:lvl3pPr>
            <a:lvl4pPr marL="1600200" indent="-228600" algn="l" defTabSz="914400" rtl="0" eaLnBrk="1" latinLnBrk="0" hangingPunct="1">
              <a:spcBef>
                <a:spcPct val="20000"/>
              </a:spcBef>
              <a:buClr>
                <a:srgbClr val="FF5A33"/>
              </a:buClr>
              <a:buFont typeface="Wingdings" pitchFamily="2" charset="2"/>
              <a:buChar char="ü"/>
              <a:defRPr sz="1800" kern="1200">
                <a:solidFill>
                  <a:schemeClr val="tx1"/>
                </a:solidFill>
                <a:latin typeface="Segoe UI" pitchFamily="34" charset="0"/>
                <a:ea typeface="+mn-ea"/>
                <a:cs typeface="Segoe UI" pitchFamily="34" charset="0"/>
              </a:defRPr>
            </a:lvl4pPr>
            <a:lvl5pPr marL="2057400" indent="-228600" algn="l" defTabSz="914400" rtl="0" eaLnBrk="1" latinLnBrk="0" hangingPunct="1">
              <a:spcBef>
                <a:spcPct val="20000"/>
              </a:spcBef>
              <a:buClr>
                <a:srgbClr val="FF5A33"/>
              </a:buClr>
              <a:buFont typeface="Wingdings" pitchFamily="2" charset="2"/>
              <a:buChar char="§"/>
              <a:defRPr sz="1800" kern="1200">
                <a:solidFill>
                  <a:schemeClr val="tx1"/>
                </a:solidFill>
                <a:latin typeface="Segoe UI" pitchFamily="34" charset="0"/>
                <a:ea typeface="+mn-ea"/>
                <a:cs typeface="Segoe UI"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dirty="0"/>
              <a:t>B</a:t>
            </a:r>
            <a:r>
              <a:rPr lang="vi-VN" dirty="0"/>
              <a:t>ư</a:t>
            </a:r>
            <a:r>
              <a:rPr lang="en-US" dirty="0"/>
              <a:t>ớc2 </a:t>
            </a:r>
            <a:r>
              <a:rPr lang="en-US" dirty="0" err="1"/>
              <a:t>Tạo</a:t>
            </a:r>
            <a:r>
              <a:rPr lang="en-US" dirty="0"/>
              <a:t> </a:t>
            </a:r>
            <a:r>
              <a:rPr lang="en-US" dirty="0" err="1"/>
              <a:t>csdl</a:t>
            </a:r>
            <a:r>
              <a:rPr lang="en-US" dirty="0"/>
              <a:t>:</a:t>
            </a:r>
          </a:p>
          <a:p>
            <a:pPr lvl="1"/>
            <a:r>
              <a:rPr lang="en-US" dirty="0" err="1"/>
              <a:t>Sử</a:t>
            </a:r>
            <a:r>
              <a:rPr lang="en-US" dirty="0"/>
              <a:t> </a:t>
            </a:r>
            <a:r>
              <a:rPr lang="en-US" dirty="0" err="1"/>
              <a:t>dụng</a:t>
            </a:r>
            <a:r>
              <a:rPr lang="en-US" dirty="0"/>
              <a:t> </a:t>
            </a:r>
            <a:r>
              <a:rPr lang="en-US" dirty="0" err="1"/>
              <a:t>Sql</a:t>
            </a:r>
            <a:r>
              <a:rPr lang="en-US" dirty="0"/>
              <a:t> Server Express </a:t>
            </a:r>
            <a:r>
              <a:rPr lang="en-US" dirty="0" err="1"/>
              <a:t>hoặc</a:t>
            </a:r>
            <a:r>
              <a:rPr lang="en-US" dirty="0"/>
              <a:t> SQL Server Object Explorer </a:t>
            </a:r>
            <a:r>
              <a:rPr lang="en-US" dirty="0" err="1"/>
              <a:t>tích</a:t>
            </a:r>
            <a:r>
              <a:rPr lang="en-US" dirty="0"/>
              <a:t> </a:t>
            </a:r>
            <a:r>
              <a:rPr lang="en-US" dirty="0" err="1"/>
              <a:t>hợp</a:t>
            </a:r>
            <a:r>
              <a:rPr lang="en-US" dirty="0"/>
              <a:t> </a:t>
            </a:r>
            <a:r>
              <a:rPr lang="en-US" dirty="0" err="1"/>
              <a:t>trong</a:t>
            </a:r>
            <a:r>
              <a:rPr lang="en-US" dirty="0"/>
              <a:t> Vs2022</a:t>
            </a:r>
          </a:p>
          <a:p>
            <a:pPr lvl="1"/>
            <a:r>
              <a:rPr lang="en-US" dirty="0" err="1"/>
              <a:t>Tạo</a:t>
            </a:r>
            <a:r>
              <a:rPr lang="en-US" dirty="0"/>
              <a:t> database </a:t>
            </a:r>
            <a:r>
              <a:rPr lang="en-US" dirty="0" err="1"/>
              <a:t>tên</a:t>
            </a:r>
            <a:r>
              <a:rPr lang="en-US" dirty="0"/>
              <a:t> “Inventory</a:t>
            </a:r>
            <a:r>
              <a:rPr lang="en-US" b="1" dirty="0"/>
              <a:t>”</a:t>
            </a:r>
          </a:p>
          <a:p>
            <a:pPr lvl="1"/>
            <a:r>
              <a:rPr lang="en-US" dirty="0" err="1"/>
              <a:t>Tạo</a:t>
            </a:r>
            <a:r>
              <a:rPr lang="en-US" dirty="0"/>
              <a:t> table Products:</a:t>
            </a:r>
            <a:endParaRPr lang="en-US" sz="2800" dirty="0"/>
          </a:p>
        </p:txBody>
      </p:sp>
      <p:pic>
        <p:nvPicPr>
          <p:cNvPr id="6" name="Picture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439340" y="0"/>
            <a:ext cx="1828919" cy="1312750"/>
          </a:xfrm>
          <a:prstGeom prst="rect">
            <a:avLst/>
          </a:prstGeom>
        </p:spPr>
      </p:pic>
      <p:pic>
        <p:nvPicPr>
          <p:cNvPr id="7" name="Picture 6">
            <a:extLst>
              <a:ext uri="{FF2B5EF4-FFF2-40B4-BE49-F238E27FC236}">
                <a16:creationId xmlns:a16="http://schemas.microsoft.com/office/drawing/2014/main" id="{E9C2AB40-FF3C-43FF-A17C-6FFF7AAD8B95}"/>
              </a:ext>
            </a:extLst>
          </p:cNvPr>
          <p:cNvPicPr>
            <a:picLocks noChangeAspect="1"/>
          </p:cNvPicPr>
          <p:nvPr/>
        </p:nvPicPr>
        <p:blipFill>
          <a:blip r:embed="rId3"/>
          <a:stretch>
            <a:fillRect/>
          </a:stretch>
        </p:blipFill>
        <p:spPr>
          <a:xfrm>
            <a:off x="1043720" y="3657356"/>
            <a:ext cx="5272088" cy="2368550"/>
          </a:xfrm>
          <a:prstGeom prst="rect">
            <a:avLst/>
          </a:prstGeom>
        </p:spPr>
      </p:pic>
      <p:pic>
        <p:nvPicPr>
          <p:cNvPr id="8" name="Picture 7">
            <a:extLst>
              <a:ext uri="{FF2B5EF4-FFF2-40B4-BE49-F238E27FC236}">
                <a16:creationId xmlns:a16="http://schemas.microsoft.com/office/drawing/2014/main" id="{B76655CA-AF0E-4AE5-9A7C-CF1307D53931}"/>
              </a:ext>
            </a:extLst>
          </p:cNvPr>
          <p:cNvPicPr>
            <a:picLocks noChangeAspect="1"/>
          </p:cNvPicPr>
          <p:nvPr/>
        </p:nvPicPr>
        <p:blipFill>
          <a:blip r:embed="rId4"/>
          <a:stretch>
            <a:fillRect/>
          </a:stretch>
        </p:blipFill>
        <p:spPr>
          <a:xfrm>
            <a:off x="7148147" y="2094055"/>
            <a:ext cx="3819525" cy="4338983"/>
          </a:xfrm>
          <a:prstGeom prst="rect">
            <a:avLst/>
          </a:prstGeom>
        </p:spPr>
      </p:pic>
    </p:spTree>
    <p:extLst>
      <p:ext uri="{BB962C8B-B14F-4D97-AF65-F5344CB8AC3E}">
        <p14:creationId xmlns:p14="http://schemas.microsoft.com/office/powerpoint/2010/main" val="1340319485"/>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42900" y="365125"/>
            <a:ext cx="11614638" cy="593237"/>
          </a:xfrm>
        </p:spPr>
        <p:txBody>
          <a:bodyPr>
            <a:noAutofit/>
          </a:bodyPr>
          <a:lstStyle/>
          <a:p>
            <a:r>
              <a:rPr lang="en-US" sz="4800" b="1" dirty="0" err="1">
                <a:solidFill>
                  <a:srgbClr val="FF0000"/>
                </a:solidFill>
                <a:latin typeface="+mn-lt"/>
              </a:rPr>
              <a:t>Tạo</a:t>
            </a:r>
            <a:r>
              <a:rPr lang="en-US" sz="4800" b="1" dirty="0">
                <a:solidFill>
                  <a:srgbClr val="FF0000"/>
                </a:solidFill>
                <a:latin typeface="+mn-lt"/>
              </a:rPr>
              <a:t> web </a:t>
            </a:r>
            <a:r>
              <a:rPr lang="en-US" sz="4800" b="1" dirty="0" err="1">
                <a:solidFill>
                  <a:srgbClr val="FF0000"/>
                </a:solidFill>
                <a:latin typeface="+mn-lt"/>
              </a:rPr>
              <a:t>với</a:t>
            </a:r>
            <a:r>
              <a:rPr lang="en-US" sz="4800" b="1" dirty="0">
                <a:solidFill>
                  <a:srgbClr val="FF0000"/>
                </a:solidFill>
                <a:latin typeface="+mn-lt"/>
              </a:rPr>
              <a:t> EF core database first</a:t>
            </a:r>
            <a:endParaRPr lang="en-US" sz="4800" b="1" dirty="0">
              <a:solidFill>
                <a:srgbClr val="FF0000"/>
              </a:solidFill>
              <a:latin typeface="+mn-lt"/>
              <a:ea typeface="Calibri" panose="020F0502020204030204" pitchFamily="34" charset="0"/>
              <a:cs typeface="Calibri" panose="020F0502020204030204" pitchFamily="34" charset="0"/>
            </a:endParaRPr>
          </a:p>
        </p:txBody>
      </p:sp>
      <p:sp>
        <p:nvSpPr>
          <p:cNvPr id="4" name="Footer Placeholder 3"/>
          <p:cNvSpPr>
            <a:spLocks noGrp="1"/>
          </p:cNvSpPr>
          <p:nvPr>
            <p:ph type="ftr" sz="quarter" idx="11"/>
          </p:nvPr>
        </p:nvSpPr>
        <p:spPr>
          <a:xfrm>
            <a:off x="4038600" y="6433038"/>
            <a:ext cx="4114800" cy="365125"/>
          </a:xfrm>
        </p:spPr>
        <p:txBody>
          <a:bodyPr/>
          <a:lstStyle/>
          <a:p>
            <a:r>
              <a:rPr lang="vi-VN" dirty="0"/>
              <a:t>Lập trình C#3</a:t>
            </a:r>
            <a:endParaRPr lang="en-US" dirty="0"/>
          </a:p>
        </p:txBody>
      </p:sp>
      <p:sp>
        <p:nvSpPr>
          <p:cNvPr id="5" name="Slide Number Placeholder 4"/>
          <p:cNvSpPr>
            <a:spLocks noGrp="1"/>
          </p:cNvSpPr>
          <p:nvPr>
            <p:ph type="sldNum" sz="quarter" idx="12"/>
          </p:nvPr>
        </p:nvSpPr>
        <p:spPr/>
        <p:txBody>
          <a:bodyPr/>
          <a:lstStyle/>
          <a:p>
            <a:fld id="{8AACEE26-D979-411F-B229-D9F26BAEDF07}" type="slidenum">
              <a:rPr lang="en-US" smtClean="0"/>
              <a:t>25</a:t>
            </a:fld>
            <a:endParaRPr lang="en-US" dirty="0"/>
          </a:p>
        </p:txBody>
      </p:sp>
      <p:sp>
        <p:nvSpPr>
          <p:cNvPr id="12" name="Rectangle 3">
            <a:extLst>
              <a:ext uri="{FF2B5EF4-FFF2-40B4-BE49-F238E27FC236}">
                <a16:creationId xmlns:a16="http://schemas.microsoft.com/office/drawing/2014/main" id="{9F5DB8A3-5580-499D-AB0C-169958D57F6D}"/>
              </a:ext>
            </a:extLst>
          </p:cNvPr>
          <p:cNvSpPr txBox="1">
            <a:spLocks noChangeArrowheads="1"/>
          </p:cNvSpPr>
          <p:nvPr/>
        </p:nvSpPr>
        <p:spPr>
          <a:xfrm>
            <a:off x="342900" y="1142512"/>
            <a:ext cx="11711354" cy="5029688"/>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Clr>
                <a:srgbClr val="FF5A33"/>
              </a:buClr>
              <a:buFont typeface="Wingdings" pitchFamily="2" charset="2"/>
              <a:buChar char="q"/>
              <a:defRPr sz="2800" kern="1200">
                <a:solidFill>
                  <a:schemeClr val="tx1"/>
                </a:solidFill>
                <a:latin typeface="Segoe UI" pitchFamily="34" charset="0"/>
                <a:ea typeface="+mn-ea"/>
                <a:cs typeface="Segoe UI" pitchFamily="34" charset="0"/>
              </a:defRPr>
            </a:lvl1pPr>
            <a:lvl2pPr marL="742950" indent="-285750" algn="l" defTabSz="914400" rtl="0" eaLnBrk="1" latinLnBrk="0" hangingPunct="1">
              <a:spcBef>
                <a:spcPct val="20000"/>
              </a:spcBef>
              <a:buClr>
                <a:srgbClr val="FF5A33"/>
              </a:buClr>
              <a:buFont typeface="Wingdings" pitchFamily="2" charset="2"/>
              <a:buChar char="v"/>
              <a:defRPr sz="2400" kern="1200">
                <a:solidFill>
                  <a:schemeClr val="tx1"/>
                </a:solidFill>
                <a:latin typeface="Segoe UI" pitchFamily="34" charset="0"/>
                <a:ea typeface="+mn-ea"/>
                <a:cs typeface="Segoe UI" pitchFamily="34" charset="0"/>
              </a:defRPr>
            </a:lvl2pPr>
            <a:lvl3pPr marL="1143000" indent="-228600" algn="l" defTabSz="914400" rtl="0" eaLnBrk="1" latinLnBrk="0" hangingPunct="1">
              <a:spcBef>
                <a:spcPct val="20000"/>
              </a:spcBef>
              <a:buClr>
                <a:srgbClr val="FF5A33"/>
              </a:buClr>
              <a:buFont typeface="Wingdings" pitchFamily="2" charset="2"/>
              <a:buChar char="Ø"/>
              <a:defRPr sz="2000" kern="1200">
                <a:solidFill>
                  <a:schemeClr val="tx1"/>
                </a:solidFill>
                <a:latin typeface="Segoe UI" pitchFamily="34" charset="0"/>
                <a:ea typeface="+mn-ea"/>
                <a:cs typeface="Segoe UI" pitchFamily="34" charset="0"/>
              </a:defRPr>
            </a:lvl3pPr>
            <a:lvl4pPr marL="1600200" indent="-228600" algn="l" defTabSz="914400" rtl="0" eaLnBrk="1" latinLnBrk="0" hangingPunct="1">
              <a:spcBef>
                <a:spcPct val="20000"/>
              </a:spcBef>
              <a:buClr>
                <a:srgbClr val="FF5A33"/>
              </a:buClr>
              <a:buFont typeface="Wingdings" pitchFamily="2" charset="2"/>
              <a:buChar char="ü"/>
              <a:defRPr sz="1800" kern="1200">
                <a:solidFill>
                  <a:schemeClr val="tx1"/>
                </a:solidFill>
                <a:latin typeface="Segoe UI" pitchFamily="34" charset="0"/>
                <a:ea typeface="+mn-ea"/>
                <a:cs typeface="Segoe UI" pitchFamily="34" charset="0"/>
              </a:defRPr>
            </a:lvl4pPr>
            <a:lvl5pPr marL="2057400" indent="-228600" algn="l" defTabSz="914400" rtl="0" eaLnBrk="1" latinLnBrk="0" hangingPunct="1">
              <a:spcBef>
                <a:spcPct val="20000"/>
              </a:spcBef>
              <a:buClr>
                <a:srgbClr val="FF5A33"/>
              </a:buClr>
              <a:buFont typeface="Wingdings" pitchFamily="2" charset="2"/>
              <a:buChar char="§"/>
              <a:defRPr sz="1800" kern="1200">
                <a:solidFill>
                  <a:schemeClr val="tx1"/>
                </a:solidFill>
                <a:latin typeface="Segoe UI" pitchFamily="34" charset="0"/>
                <a:ea typeface="+mn-ea"/>
                <a:cs typeface="Segoe UI"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vi-VN" dirty="0"/>
              <a:t>Bư</a:t>
            </a:r>
            <a:r>
              <a:rPr lang="en-US" dirty="0" err="1"/>
              <a:t>ớc</a:t>
            </a:r>
            <a:r>
              <a:rPr lang="vi-VN" dirty="0"/>
              <a:t> 3 tạo ứng dụng</a:t>
            </a:r>
            <a:r>
              <a:rPr lang="en-US" dirty="0"/>
              <a:t> ASP.NET Core </a:t>
            </a:r>
            <a:r>
              <a:rPr lang="vi-VN" dirty="0"/>
              <a:t>(Model – View- Controller)</a:t>
            </a:r>
            <a:endParaRPr lang="en-US" sz="2800" dirty="0"/>
          </a:p>
        </p:txBody>
      </p:sp>
      <p:pic>
        <p:nvPicPr>
          <p:cNvPr id="6" name="Picture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439340" y="0"/>
            <a:ext cx="1828919" cy="1312750"/>
          </a:xfrm>
          <a:prstGeom prst="rect">
            <a:avLst/>
          </a:prstGeom>
        </p:spPr>
      </p:pic>
      <p:pic>
        <p:nvPicPr>
          <p:cNvPr id="9" name="Picture 8">
            <a:extLst>
              <a:ext uri="{FF2B5EF4-FFF2-40B4-BE49-F238E27FC236}">
                <a16:creationId xmlns:a16="http://schemas.microsoft.com/office/drawing/2014/main" id="{0FAD8BEC-6699-4CDB-D1E6-AFD5CA6E4B1E}"/>
              </a:ext>
            </a:extLst>
          </p:cNvPr>
          <p:cNvPicPr>
            <a:picLocks noChangeAspect="1"/>
          </p:cNvPicPr>
          <p:nvPr/>
        </p:nvPicPr>
        <p:blipFill>
          <a:blip r:embed="rId3"/>
          <a:stretch>
            <a:fillRect/>
          </a:stretch>
        </p:blipFill>
        <p:spPr>
          <a:xfrm>
            <a:off x="1901518" y="1673957"/>
            <a:ext cx="7391951" cy="4682393"/>
          </a:xfrm>
          <a:prstGeom prst="rect">
            <a:avLst/>
          </a:prstGeom>
        </p:spPr>
      </p:pic>
    </p:spTree>
    <p:extLst>
      <p:ext uri="{BB962C8B-B14F-4D97-AF65-F5344CB8AC3E}">
        <p14:creationId xmlns:p14="http://schemas.microsoft.com/office/powerpoint/2010/main" val="3602469870"/>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42900" y="365125"/>
            <a:ext cx="11614638" cy="593237"/>
          </a:xfrm>
        </p:spPr>
        <p:txBody>
          <a:bodyPr>
            <a:noAutofit/>
          </a:bodyPr>
          <a:lstStyle/>
          <a:p>
            <a:r>
              <a:rPr lang="en-US" sz="4800" b="1" dirty="0" err="1">
                <a:solidFill>
                  <a:srgbClr val="FF0000"/>
                </a:solidFill>
                <a:latin typeface="+mn-lt"/>
              </a:rPr>
              <a:t>Tạo</a:t>
            </a:r>
            <a:r>
              <a:rPr lang="en-US" sz="4800" b="1" dirty="0">
                <a:solidFill>
                  <a:srgbClr val="FF0000"/>
                </a:solidFill>
                <a:latin typeface="+mn-lt"/>
              </a:rPr>
              <a:t> web </a:t>
            </a:r>
            <a:r>
              <a:rPr lang="en-US" sz="4800" b="1" dirty="0" err="1">
                <a:solidFill>
                  <a:srgbClr val="FF0000"/>
                </a:solidFill>
                <a:latin typeface="+mn-lt"/>
              </a:rPr>
              <a:t>với</a:t>
            </a:r>
            <a:r>
              <a:rPr lang="en-US" sz="4800" b="1" dirty="0">
                <a:solidFill>
                  <a:srgbClr val="FF0000"/>
                </a:solidFill>
                <a:latin typeface="+mn-lt"/>
              </a:rPr>
              <a:t> EF core database first</a:t>
            </a:r>
            <a:endParaRPr lang="en-US" sz="4800" b="1" dirty="0">
              <a:solidFill>
                <a:srgbClr val="FF0000"/>
              </a:solidFill>
              <a:latin typeface="+mn-lt"/>
              <a:ea typeface="Calibri" panose="020F0502020204030204" pitchFamily="34" charset="0"/>
              <a:cs typeface="Calibri" panose="020F0502020204030204" pitchFamily="34" charset="0"/>
            </a:endParaRPr>
          </a:p>
        </p:txBody>
      </p:sp>
      <p:sp>
        <p:nvSpPr>
          <p:cNvPr id="4" name="Footer Placeholder 3"/>
          <p:cNvSpPr>
            <a:spLocks noGrp="1"/>
          </p:cNvSpPr>
          <p:nvPr>
            <p:ph type="ftr" sz="quarter" idx="11"/>
          </p:nvPr>
        </p:nvSpPr>
        <p:spPr>
          <a:xfrm>
            <a:off x="4038600" y="6433038"/>
            <a:ext cx="4114800" cy="365125"/>
          </a:xfrm>
        </p:spPr>
        <p:txBody>
          <a:bodyPr/>
          <a:lstStyle/>
          <a:p>
            <a:r>
              <a:rPr lang="vi-VN" dirty="0"/>
              <a:t>Lập trình C#3</a:t>
            </a:r>
            <a:endParaRPr lang="en-US" dirty="0"/>
          </a:p>
        </p:txBody>
      </p:sp>
      <p:sp>
        <p:nvSpPr>
          <p:cNvPr id="5" name="Slide Number Placeholder 4"/>
          <p:cNvSpPr>
            <a:spLocks noGrp="1"/>
          </p:cNvSpPr>
          <p:nvPr>
            <p:ph type="sldNum" sz="quarter" idx="12"/>
          </p:nvPr>
        </p:nvSpPr>
        <p:spPr/>
        <p:txBody>
          <a:bodyPr/>
          <a:lstStyle/>
          <a:p>
            <a:fld id="{8AACEE26-D979-411F-B229-D9F26BAEDF07}" type="slidenum">
              <a:rPr lang="en-US" smtClean="0"/>
              <a:t>26</a:t>
            </a:fld>
            <a:endParaRPr lang="en-US" dirty="0"/>
          </a:p>
        </p:txBody>
      </p:sp>
      <p:sp>
        <p:nvSpPr>
          <p:cNvPr id="12" name="Rectangle 3">
            <a:extLst>
              <a:ext uri="{FF2B5EF4-FFF2-40B4-BE49-F238E27FC236}">
                <a16:creationId xmlns:a16="http://schemas.microsoft.com/office/drawing/2014/main" id="{9F5DB8A3-5580-499D-AB0C-169958D57F6D}"/>
              </a:ext>
            </a:extLst>
          </p:cNvPr>
          <p:cNvSpPr txBox="1">
            <a:spLocks noChangeArrowheads="1"/>
          </p:cNvSpPr>
          <p:nvPr/>
        </p:nvSpPr>
        <p:spPr>
          <a:xfrm>
            <a:off x="342900" y="1142512"/>
            <a:ext cx="11711354" cy="5029688"/>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Clr>
                <a:srgbClr val="FF5A33"/>
              </a:buClr>
              <a:buFont typeface="Wingdings" pitchFamily="2" charset="2"/>
              <a:buChar char="q"/>
              <a:defRPr sz="2800" kern="1200">
                <a:solidFill>
                  <a:schemeClr val="tx1"/>
                </a:solidFill>
                <a:latin typeface="Segoe UI" pitchFamily="34" charset="0"/>
                <a:ea typeface="+mn-ea"/>
                <a:cs typeface="Segoe UI" pitchFamily="34" charset="0"/>
              </a:defRPr>
            </a:lvl1pPr>
            <a:lvl2pPr marL="742950" indent="-285750" algn="l" defTabSz="914400" rtl="0" eaLnBrk="1" latinLnBrk="0" hangingPunct="1">
              <a:spcBef>
                <a:spcPct val="20000"/>
              </a:spcBef>
              <a:buClr>
                <a:srgbClr val="FF5A33"/>
              </a:buClr>
              <a:buFont typeface="Wingdings" pitchFamily="2" charset="2"/>
              <a:buChar char="v"/>
              <a:defRPr sz="2400" kern="1200">
                <a:solidFill>
                  <a:schemeClr val="tx1"/>
                </a:solidFill>
                <a:latin typeface="Segoe UI" pitchFamily="34" charset="0"/>
                <a:ea typeface="+mn-ea"/>
                <a:cs typeface="Segoe UI" pitchFamily="34" charset="0"/>
              </a:defRPr>
            </a:lvl2pPr>
            <a:lvl3pPr marL="1143000" indent="-228600" algn="l" defTabSz="914400" rtl="0" eaLnBrk="1" latinLnBrk="0" hangingPunct="1">
              <a:spcBef>
                <a:spcPct val="20000"/>
              </a:spcBef>
              <a:buClr>
                <a:srgbClr val="FF5A33"/>
              </a:buClr>
              <a:buFont typeface="Wingdings" pitchFamily="2" charset="2"/>
              <a:buChar char="Ø"/>
              <a:defRPr sz="2000" kern="1200">
                <a:solidFill>
                  <a:schemeClr val="tx1"/>
                </a:solidFill>
                <a:latin typeface="Segoe UI" pitchFamily="34" charset="0"/>
                <a:ea typeface="+mn-ea"/>
                <a:cs typeface="Segoe UI" pitchFamily="34" charset="0"/>
              </a:defRPr>
            </a:lvl3pPr>
            <a:lvl4pPr marL="1600200" indent="-228600" algn="l" defTabSz="914400" rtl="0" eaLnBrk="1" latinLnBrk="0" hangingPunct="1">
              <a:spcBef>
                <a:spcPct val="20000"/>
              </a:spcBef>
              <a:buClr>
                <a:srgbClr val="FF5A33"/>
              </a:buClr>
              <a:buFont typeface="Wingdings" pitchFamily="2" charset="2"/>
              <a:buChar char="ü"/>
              <a:defRPr sz="1800" kern="1200">
                <a:solidFill>
                  <a:schemeClr val="tx1"/>
                </a:solidFill>
                <a:latin typeface="Segoe UI" pitchFamily="34" charset="0"/>
                <a:ea typeface="+mn-ea"/>
                <a:cs typeface="Segoe UI" pitchFamily="34" charset="0"/>
              </a:defRPr>
            </a:lvl4pPr>
            <a:lvl5pPr marL="2057400" indent="-228600" algn="l" defTabSz="914400" rtl="0" eaLnBrk="1" latinLnBrk="0" hangingPunct="1">
              <a:spcBef>
                <a:spcPct val="20000"/>
              </a:spcBef>
              <a:buClr>
                <a:srgbClr val="FF5A33"/>
              </a:buClr>
              <a:buFont typeface="Wingdings" pitchFamily="2" charset="2"/>
              <a:buChar char="§"/>
              <a:defRPr sz="1800" kern="1200">
                <a:solidFill>
                  <a:schemeClr val="tx1"/>
                </a:solidFill>
                <a:latin typeface="Segoe UI" pitchFamily="34" charset="0"/>
                <a:ea typeface="+mn-ea"/>
                <a:cs typeface="Segoe UI"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3600" dirty="0"/>
              <a:t>B</a:t>
            </a:r>
            <a:r>
              <a:rPr lang="vi-VN" sz="3600" dirty="0"/>
              <a:t>ư</a:t>
            </a:r>
            <a:r>
              <a:rPr lang="en-US" sz="3600" dirty="0" err="1"/>
              <a:t>ớc</a:t>
            </a:r>
            <a:r>
              <a:rPr lang="en-US" sz="3600" dirty="0"/>
              <a:t> 4 </a:t>
            </a:r>
            <a:r>
              <a:rPr lang="en-US" sz="3600" dirty="0" err="1"/>
              <a:t>cài</a:t>
            </a:r>
            <a:r>
              <a:rPr lang="en-US" sz="3600" dirty="0"/>
              <a:t> </a:t>
            </a:r>
            <a:r>
              <a:rPr lang="en-US" sz="3600" dirty="0" err="1"/>
              <a:t>các</a:t>
            </a:r>
            <a:r>
              <a:rPr lang="en-US" sz="3600" dirty="0"/>
              <a:t> packets </a:t>
            </a:r>
            <a:r>
              <a:rPr lang="en-US" sz="3600" dirty="0" err="1"/>
              <a:t>hỗ</a:t>
            </a:r>
            <a:r>
              <a:rPr lang="en-US" sz="3600" dirty="0"/>
              <a:t> </a:t>
            </a:r>
            <a:r>
              <a:rPr lang="en-US" sz="3600" dirty="0" err="1"/>
              <a:t>trợ</a:t>
            </a:r>
            <a:r>
              <a:rPr lang="en-US" sz="3600" dirty="0"/>
              <a:t> EF (</a:t>
            </a:r>
            <a:r>
              <a:rPr lang="en-US" sz="3600" dirty="0" err="1"/>
              <a:t>tham</a:t>
            </a:r>
            <a:r>
              <a:rPr lang="en-US" sz="3600" dirty="0"/>
              <a:t> </a:t>
            </a:r>
            <a:r>
              <a:rPr lang="en-US" sz="3600" dirty="0" err="1"/>
              <a:t>khảo</a:t>
            </a:r>
            <a:r>
              <a:rPr lang="en-US" sz="3600" dirty="0"/>
              <a:t> “</a:t>
            </a:r>
            <a:r>
              <a:rPr lang="en-US" sz="3600" dirty="0" err="1"/>
              <a:t>Cài</a:t>
            </a:r>
            <a:r>
              <a:rPr lang="en-US" sz="3600" dirty="0"/>
              <a:t> </a:t>
            </a:r>
            <a:r>
              <a:rPr lang="en-US" sz="3600" dirty="0" err="1"/>
              <a:t>dặt</a:t>
            </a:r>
            <a:r>
              <a:rPr lang="en-US" sz="3600" dirty="0"/>
              <a:t> EF Core </a:t>
            </a:r>
            <a:r>
              <a:rPr lang="en-US" sz="3600" dirty="0" err="1"/>
              <a:t>cho</a:t>
            </a:r>
            <a:r>
              <a:rPr lang="en-US" sz="3600" dirty="0"/>
              <a:t> Asp core project”-slide12)</a:t>
            </a:r>
          </a:p>
          <a:p>
            <a:pPr lvl="1"/>
            <a:r>
              <a:rPr lang="en-US" sz="3200" dirty="0"/>
              <a:t>Package </a:t>
            </a:r>
            <a:r>
              <a:rPr lang="en-US" sz="3200" dirty="0" err="1">
                <a:solidFill>
                  <a:srgbClr val="00B050"/>
                </a:solidFill>
              </a:rPr>
              <a:t>Microsoft.VisualStudio.Web.CodeGeneration.Design</a:t>
            </a:r>
            <a:r>
              <a:rPr lang="en-US" sz="3200" dirty="0"/>
              <a:t>: </a:t>
            </a:r>
            <a:r>
              <a:rPr lang="en-US" sz="3200" dirty="0" err="1"/>
              <a:t>hỗ</a:t>
            </a:r>
            <a:r>
              <a:rPr lang="en-US" sz="3200" dirty="0"/>
              <a:t> </a:t>
            </a:r>
            <a:r>
              <a:rPr lang="en-US" sz="3200" dirty="0" err="1"/>
              <a:t>trợ</a:t>
            </a:r>
            <a:r>
              <a:rPr lang="en-US" sz="3200" dirty="0"/>
              <a:t> </a:t>
            </a:r>
            <a:r>
              <a:rPr lang="en-US" sz="3200" dirty="0" err="1"/>
              <a:t>phát</a:t>
            </a:r>
            <a:r>
              <a:rPr lang="en-US" sz="3200" dirty="0"/>
              <a:t> </a:t>
            </a:r>
            <a:r>
              <a:rPr lang="en-US" sz="3200" dirty="0" err="1"/>
              <a:t>sinh</a:t>
            </a:r>
            <a:r>
              <a:rPr lang="en-US" sz="3200" dirty="0"/>
              <a:t> controller </a:t>
            </a:r>
            <a:r>
              <a:rPr lang="en-US" sz="3200" dirty="0" err="1"/>
              <a:t>và</a:t>
            </a:r>
            <a:r>
              <a:rPr lang="en-US" sz="3200" dirty="0"/>
              <a:t> view</a:t>
            </a:r>
          </a:p>
          <a:p>
            <a:pPr lvl="1"/>
            <a:r>
              <a:rPr lang="en-US" sz="3200" dirty="0"/>
              <a:t>Package </a:t>
            </a:r>
            <a:r>
              <a:rPr lang="en-US" sz="3200" dirty="0" err="1">
                <a:solidFill>
                  <a:srgbClr val="00B050"/>
                </a:solidFill>
              </a:rPr>
              <a:t>Microsoft.EntityFrameworkCore.Tools</a:t>
            </a:r>
            <a:r>
              <a:rPr lang="en-US" sz="3200" dirty="0"/>
              <a:t>: </a:t>
            </a:r>
            <a:r>
              <a:rPr lang="en-US" sz="3200" dirty="0" err="1"/>
              <a:t>hỗ</a:t>
            </a:r>
            <a:r>
              <a:rPr lang="en-US" sz="3200" dirty="0"/>
              <a:t> </a:t>
            </a:r>
            <a:r>
              <a:rPr lang="en-US" sz="3200" dirty="0" err="1"/>
              <a:t>trợ</a:t>
            </a:r>
            <a:r>
              <a:rPr lang="en-US" sz="3200" dirty="0"/>
              <a:t> </a:t>
            </a:r>
            <a:r>
              <a:rPr lang="en-US" sz="3200" dirty="0" err="1"/>
              <a:t>tạo</a:t>
            </a:r>
            <a:r>
              <a:rPr lang="en-US" sz="3200" dirty="0"/>
              <a:t> context class </a:t>
            </a:r>
            <a:r>
              <a:rPr lang="en-US" sz="3200" dirty="0" err="1"/>
              <a:t>và</a:t>
            </a:r>
            <a:r>
              <a:rPr lang="en-US" sz="3200" dirty="0"/>
              <a:t> model class </a:t>
            </a:r>
            <a:r>
              <a:rPr lang="en-US" sz="3200" dirty="0" err="1"/>
              <a:t>từ</a:t>
            </a:r>
            <a:r>
              <a:rPr lang="en-US" sz="3200" dirty="0"/>
              <a:t> database</a:t>
            </a:r>
          </a:p>
          <a:p>
            <a:pPr lvl="1"/>
            <a:r>
              <a:rPr lang="en-US" sz="3200" dirty="0"/>
              <a:t>Package </a:t>
            </a:r>
            <a:r>
              <a:rPr lang="en-US" sz="3200" dirty="0" err="1">
                <a:solidFill>
                  <a:srgbClr val="00B050"/>
                </a:solidFill>
              </a:rPr>
              <a:t>Microsoft.EntityFrameworkCore.SqlServer</a:t>
            </a:r>
            <a:r>
              <a:rPr lang="en-US" sz="3200" dirty="0"/>
              <a:t> : </a:t>
            </a:r>
            <a:r>
              <a:rPr lang="en-US" sz="3200" dirty="0" err="1"/>
              <a:t>hỗ</a:t>
            </a:r>
            <a:r>
              <a:rPr lang="en-US" sz="3200" dirty="0"/>
              <a:t> </a:t>
            </a:r>
            <a:r>
              <a:rPr lang="en-US" sz="3200" dirty="0" err="1"/>
              <a:t>trợ</a:t>
            </a:r>
            <a:r>
              <a:rPr lang="en-US" sz="3200" dirty="0"/>
              <a:t> provider t</a:t>
            </a:r>
            <a:r>
              <a:rPr lang="vi-VN" sz="3200" dirty="0"/>
              <a:t>ư</a:t>
            </a:r>
            <a:r>
              <a:rPr lang="en-US" sz="3200" dirty="0" err="1"/>
              <a:t>ơng</a:t>
            </a:r>
            <a:r>
              <a:rPr lang="en-US" sz="3200" dirty="0"/>
              <a:t> </a:t>
            </a:r>
            <a:r>
              <a:rPr lang="en-US" sz="3200" dirty="0" err="1"/>
              <a:t>tác</a:t>
            </a:r>
            <a:r>
              <a:rPr lang="en-US" sz="3200" dirty="0"/>
              <a:t> </a:t>
            </a:r>
            <a:r>
              <a:rPr lang="en-US" sz="3200" dirty="0" err="1"/>
              <a:t>sql</a:t>
            </a:r>
            <a:r>
              <a:rPr lang="en-US" sz="3200" dirty="0"/>
              <a:t> server</a:t>
            </a:r>
            <a:endParaRPr lang="en-US" sz="3600" dirty="0"/>
          </a:p>
        </p:txBody>
      </p:sp>
      <p:pic>
        <p:nvPicPr>
          <p:cNvPr id="6" name="Picture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439340" y="0"/>
            <a:ext cx="1828919" cy="1312750"/>
          </a:xfrm>
          <a:prstGeom prst="rect">
            <a:avLst/>
          </a:prstGeom>
        </p:spPr>
      </p:pic>
    </p:spTree>
    <p:extLst>
      <p:ext uri="{BB962C8B-B14F-4D97-AF65-F5344CB8AC3E}">
        <p14:creationId xmlns:p14="http://schemas.microsoft.com/office/powerpoint/2010/main" val="3582300794"/>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42900" y="365125"/>
            <a:ext cx="11614638" cy="593237"/>
          </a:xfrm>
        </p:spPr>
        <p:txBody>
          <a:bodyPr>
            <a:noAutofit/>
          </a:bodyPr>
          <a:lstStyle/>
          <a:p>
            <a:r>
              <a:rPr lang="en-US" sz="4800" b="1" dirty="0" err="1">
                <a:solidFill>
                  <a:srgbClr val="FF0000"/>
                </a:solidFill>
                <a:latin typeface="+mn-lt"/>
              </a:rPr>
              <a:t>Tạo</a:t>
            </a:r>
            <a:r>
              <a:rPr lang="en-US" sz="4800" b="1" dirty="0">
                <a:solidFill>
                  <a:srgbClr val="FF0000"/>
                </a:solidFill>
                <a:latin typeface="+mn-lt"/>
              </a:rPr>
              <a:t> web </a:t>
            </a:r>
            <a:r>
              <a:rPr lang="en-US" sz="4800" b="1" dirty="0" err="1">
                <a:solidFill>
                  <a:srgbClr val="FF0000"/>
                </a:solidFill>
                <a:latin typeface="+mn-lt"/>
              </a:rPr>
              <a:t>với</a:t>
            </a:r>
            <a:r>
              <a:rPr lang="en-US" sz="4800" b="1" dirty="0">
                <a:solidFill>
                  <a:srgbClr val="FF0000"/>
                </a:solidFill>
                <a:latin typeface="+mn-lt"/>
              </a:rPr>
              <a:t> EF core database first</a:t>
            </a:r>
            <a:endParaRPr lang="en-US" sz="4800" b="1" dirty="0">
              <a:solidFill>
                <a:srgbClr val="FF0000"/>
              </a:solidFill>
              <a:latin typeface="+mn-lt"/>
              <a:ea typeface="Calibri" panose="020F0502020204030204" pitchFamily="34" charset="0"/>
              <a:cs typeface="Calibri" panose="020F0502020204030204" pitchFamily="34" charset="0"/>
            </a:endParaRPr>
          </a:p>
        </p:txBody>
      </p:sp>
      <p:sp>
        <p:nvSpPr>
          <p:cNvPr id="4" name="Footer Placeholder 3"/>
          <p:cNvSpPr>
            <a:spLocks noGrp="1"/>
          </p:cNvSpPr>
          <p:nvPr>
            <p:ph type="ftr" sz="quarter" idx="11"/>
          </p:nvPr>
        </p:nvSpPr>
        <p:spPr>
          <a:xfrm>
            <a:off x="4038600" y="6433038"/>
            <a:ext cx="4114800" cy="365125"/>
          </a:xfrm>
        </p:spPr>
        <p:txBody>
          <a:bodyPr/>
          <a:lstStyle/>
          <a:p>
            <a:r>
              <a:rPr lang="vi-VN" dirty="0"/>
              <a:t>Lập trình C#3</a:t>
            </a:r>
            <a:endParaRPr lang="en-US" dirty="0"/>
          </a:p>
        </p:txBody>
      </p:sp>
      <p:sp>
        <p:nvSpPr>
          <p:cNvPr id="5" name="Slide Number Placeholder 4"/>
          <p:cNvSpPr>
            <a:spLocks noGrp="1"/>
          </p:cNvSpPr>
          <p:nvPr>
            <p:ph type="sldNum" sz="quarter" idx="12"/>
          </p:nvPr>
        </p:nvSpPr>
        <p:spPr/>
        <p:txBody>
          <a:bodyPr/>
          <a:lstStyle/>
          <a:p>
            <a:fld id="{8AACEE26-D979-411F-B229-D9F26BAEDF07}" type="slidenum">
              <a:rPr lang="en-US" smtClean="0"/>
              <a:t>27</a:t>
            </a:fld>
            <a:endParaRPr lang="en-US" dirty="0"/>
          </a:p>
        </p:txBody>
      </p:sp>
      <p:sp>
        <p:nvSpPr>
          <p:cNvPr id="12" name="Rectangle 3">
            <a:extLst>
              <a:ext uri="{FF2B5EF4-FFF2-40B4-BE49-F238E27FC236}">
                <a16:creationId xmlns:a16="http://schemas.microsoft.com/office/drawing/2014/main" id="{9F5DB8A3-5580-499D-AB0C-169958D57F6D}"/>
              </a:ext>
            </a:extLst>
          </p:cNvPr>
          <p:cNvSpPr txBox="1">
            <a:spLocks noChangeArrowheads="1"/>
          </p:cNvSpPr>
          <p:nvPr/>
        </p:nvSpPr>
        <p:spPr>
          <a:xfrm>
            <a:off x="342900" y="1142512"/>
            <a:ext cx="11711354" cy="5029688"/>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Clr>
                <a:srgbClr val="FF5A33"/>
              </a:buClr>
              <a:buFont typeface="Wingdings" pitchFamily="2" charset="2"/>
              <a:buChar char="q"/>
              <a:defRPr sz="2800" kern="1200">
                <a:solidFill>
                  <a:schemeClr val="tx1"/>
                </a:solidFill>
                <a:latin typeface="Segoe UI" pitchFamily="34" charset="0"/>
                <a:ea typeface="+mn-ea"/>
                <a:cs typeface="Segoe UI" pitchFamily="34" charset="0"/>
              </a:defRPr>
            </a:lvl1pPr>
            <a:lvl2pPr marL="742950" indent="-285750" algn="l" defTabSz="914400" rtl="0" eaLnBrk="1" latinLnBrk="0" hangingPunct="1">
              <a:spcBef>
                <a:spcPct val="20000"/>
              </a:spcBef>
              <a:buClr>
                <a:srgbClr val="FF5A33"/>
              </a:buClr>
              <a:buFont typeface="Wingdings" pitchFamily="2" charset="2"/>
              <a:buChar char="v"/>
              <a:defRPr sz="2400" kern="1200">
                <a:solidFill>
                  <a:schemeClr val="tx1"/>
                </a:solidFill>
                <a:latin typeface="Segoe UI" pitchFamily="34" charset="0"/>
                <a:ea typeface="+mn-ea"/>
                <a:cs typeface="Segoe UI" pitchFamily="34" charset="0"/>
              </a:defRPr>
            </a:lvl2pPr>
            <a:lvl3pPr marL="1143000" indent="-228600" algn="l" defTabSz="914400" rtl="0" eaLnBrk="1" latinLnBrk="0" hangingPunct="1">
              <a:spcBef>
                <a:spcPct val="20000"/>
              </a:spcBef>
              <a:buClr>
                <a:srgbClr val="FF5A33"/>
              </a:buClr>
              <a:buFont typeface="Wingdings" pitchFamily="2" charset="2"/>
              <a:buChar char="Ø"/>
              <a:defRPr sz="2000" kern="1200">
                <a:solidFill>
                  <a:schemeClr val="tx1"/>
                </a:solidFill>
                <a:latin typeface="Segoe UI" pitchFamily="34" charset="0"/>
                <a:ea typeface="+mn-ea"/>
                <a:cs typeface="Segoe UI" pitchFamily="34" charset="0"/>
              </a:defRPr>
            </a:lvl3pPr>
            <a:lvl4pPr marL="1600200" indent="-228600" algn="l" defTabSz="914400" rtl="0" eaLnBrk="1" latinLnBrk="0" hangingPunct="1">
              <a:spcBef>
                <a:spcPct val="20000"/>
              </a:spcBef>
              <a:buClr>
                <a:srgbClr val="FF5A33"/>
              </a:buClr>
              <a:buFont typeface="Wingdings" pitchFamily="2" charset="2"/>
              <a:buChar char="ü"/>
              <a:defRPr sz="1800" kern="1200">
                <a:solidFill>
                  <a:schemeClr val="tx1"/>
                </a:solidFill>
                <a:latin typeface="Segoe UI" pitchFamily="34" charset="0"/>
                <a:ea typeface="+mn-ea"/>
                <a:cs typeface="Segoe UI" pitchFamily="34" charset="0"/>
              </a:defRPr>
            </a:lvl4pPr>
            <a:lvl5pPr marL="2057400" indent="-228600" algn="l" defTabSz="914400" rtl="0" eaLnBrk="1" latinLnBrk="0" hangingPunct="1">
              <a:spcBef>
                <a:spcPct val="20000"/>
              </a:spcBef>
              <a:buClr>
                <a:srgbClr val="FF5A33"/>
              </a:buClr>
              <a:buFont typeface="Wingdings" pitchFamily="2" charset="2"/>
              <a:buChar char="§"/>
              <a:defRPr sz="1800" kern="1200">
                <a:solidFill>
                  <a:schemeClr val="tx1"/>
                </a:solidFill>
                <a:latin typeface="Segoe UI" pitchFamily="34" charset="0"/>
                <a:ea typeface="+mn-ea"/>
                <a:cs typeface="Segoe UI"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dirty="0"/>
              <a:t>B</a:t>
            </a:r>
            <a:r>
              <a:rPr lang="vi-VN" dirty="0"/>
              <a:t>ư</a:t>
            </a:r>
            <a:r>
              <a:rPr lang="en-US" dirty="0" err="1"/>
              <a:t>ớc</a:t>
            </a:r>
            <a:r>
              <a:rPr lang="en-US" dirty="0"/>
              <a:t> 5 </a:t>
            </a:r>
            <a:r>
              <a:rPr lang="en-US" dirty="0" err="1"/>
              <a:t>tạo</a:t>
            </a:r>
            <a:r>
              <a:rPr lang="en-US" dirty="0"/>
              <a:t> </a:t>
            </a:r>
            <a:r>
              <a:rPr lang="en-US" dirty="0" err="1"/>
              <a:t>mối</a:t>
            </a:r>
            <a:r>
              <a:rPr lang="en-US" dirty="0"/>
              <a:t> </a:t>
            </a:r>
            <a:r>
              <a:rPr lang="en-US" dirty="0" err="1"/>
              <a:t>kết</a:t>
            </a:r>
            <a:r>
              <a:rPr lang="en-US" dirty="0"/>
              <a:t> </a:t>
            </a:r>
            <a:r>
              <a:rPr lang="en-US" dirty="0" err="1"/>
              <a:t>hợp</a:t>
            </a:r>
            <a:r>
              <a:rPr lang="en-US" dirty="0"/>
              <a:t> </a:t>
            </a:r>
            <a:r>
              <a:rPr lang="en-US" dirty="0" err="1"/>
              <a:t>giữa</a:t>
            </a:r>
            <a:r>
              <a:rPr lang="en-US" dirty="0"/>
              <a:t> </a:t>
            </a:r>
            <a:r>
              <a:rPr lang="en-US" dirty="0" err="1"/>
              <a:t>ứng</a:t>
            </a:r>
            <a:r>
              <a:rPr lang="en-US" dirty="0"/>
              <a:t> </a:t>
            </a:r>
            <a:r>
              <a:rPr lang="en-US" dirty="0" err="1"/>
              <a:t>dụng</a:t>
            </a:r>
            <a:r>
              <a:rPr lang="en-US" dirty="0"/>
              <a:t> </a:t>
            </a:r>
            <a:r>
              <a:rPr lang="en-US" dirty="0" err="1"/>
              <a:t>và</a:t>
            </a:r>
            <a:r>
              <a:rPr lang="en-US" dirty="0"/>
              <a:t> </a:t>
            </a:r>
            <a:r>
              <a:rPr lang="en-US" dirty="0" err="1"/>
              <a:t>csdl</a:t>
            </a:r>
            <a:r>
              <a:rPr lang="en-US" dirty="0"/>
              <a:t> </a:t>
            </a:r>
            <a:r>
              <a:rPr lang="en-US" dirty="0" err="1"/>
              <a:t>bằng</a:t>
            </a:r>
            <a:r>
              <a:rPr lang="en-US" dirty="0"/>
              <a:t> </a:t>
            </a:r>
            <a:r>
              <a:rPr lang="en-US" dirty="0" err="1"/>
              <a:t>tính</a:t>
            </a:r>
            <a:r>
              <a:rPr lang="en-US" dirty="0"/>
              <a:t> </a:t>
            </a:r>
            <a:r>
              <a:rPr lang="en-US" dirty="0" err="1"/>
              <a:t>năng</a:t>
            </a:r>
            <a:r>
              <a:rPr lang="en-US" dirty="0"/>
              <a:t> Scaffolding </a:t>
            </a:r>
            <a:r>
              <a:rPr lang="en-US" dirty="0" err="1"/>
              <a:t>của</a:t>
            </a:r>
            <a:r>
              <a:rPr lang="en-US" dirty="0"/>
              <a:t> EF core </a:t>
            </a:r>
            <a:r>
              <a:rPr lang="en-US" dirty="0" err="1"/>
              <a:t>giúp</a:t>
            </a:r>
            <a:r>
              <a:rPr lang="en-US" dirty="0"/>
              <a:t> </a:t>
            </a:r>
            <a:r>
              <a:rPr lang="en-US" dirty="0" err="1"/>
              <a:t>tự</a:t>
            </a:r>
            <a:r>
              <a:rPr lang="en-US" dirty="0"/>
              <a:t> </a:t>
            </a:r>
            <a:r>
              <a:rPr lang="en-US" dirty="0" err="1"/>
              <a:t>động</a:t>
            </a:r>
            <a:r>
              <a:rPr lang="en-US" dirty="0"/>
              <a:t>:</a:t>
            </a:r>
          </a:p>
          <a:p>
            <a:pPr lvl="1"/>
            <a:r>
              <a:rPr lang="en-US" dirty="0" err="1"/>
              <a:t>Tạo</a:t>
            </a:r>
            <a:r>
              <a:rPr lang="en-US" dirty="0"/>
              <a:t> </a:t>
            </a:r>
            <a:r>
              <a:rPr lang="en-US" dirty="0" err="1"/>
              <a:t>các</a:t>
            </a:r>
            <a:r>
              <a:rPr lang="en-US" dirty="0"/>
              <a:t> entity, </a:t>
            </a:r>
            <a:r>
              <a:rPr lang="en-US" dirty="0" err="1"/>
              <a:t>DbContext</a:t>
            </a:r>
            <a:r>
              <a:rPr lang="en-US" dirty="0"/>
              <a:t> class </a:t>
            </a:r>
            <a:r>
              <a:rPr lang="en-US" dirty="0" err="1"/>
              <a:t>từ</a:t>
            </a:r>
            <a:r>
              <a:rPr lang="en-US" dirty="0"/>
              <a:t> </a:t>
            </a:r>
            <a:r>
              <a:rPr lang="en-US" dirty="0" err="1"/>
              <a:t>csdl</a:t>
            </a:r>
            <a:endParaRPr lang="en-US" dirty="0"/>
          </a:p>
          <a:p>
            <a:pPr lvl="1"/>
            <a:r>
              <a:rPr lang="en-US" dirty="0" err="1"/>
              <a:t>Tạo</a:t>
            </a:r>
            <a:r>
              <a:rPr lang="en-US" dirty="0"/>
              <a:t> </a:t>
            </a:r>
            <a:r>
              <a:rPr lang="en-US" dirty="0" err="1"/>
              <a:t>các</a:t>
            </a:r>
            <a:r>
              <a:rPr lang="en-US" dirty="0"/>
              <a:t> module create, read, update, and delete (CRUD)t</a:t>
            </a:r>
            <a:r>
              <a:rPr lang="vi-VN" dirty="0"/>
              <a:t>ư</a:t>
            </a:r>
            <a:r>
              <a:rPr lang="en-US" dirty="0" err="1"/>
              <a:t>ơng</a:t>
            </a:r>
            <a:r>
              <a:rPr lang="en-US" dirty="0"/>
              <a:t> </a:t>
            </a:r>
            <a:r>
              <a:rPr lang="en-US" dirty="0" err="1"/>
              <a:t>ứng</a:t>
            </a:r>
            <a:r>
              <a:rPr lang="en-US" dirty="0"/>
              <a:t> </a:t>
            </a:r>
            <a:r>
              <a:rPr lang="en-US" dirty="0" err="1"/>
              <a:t>trong</a:t>
            </a:r>
            <a:r>
              <a:rPr lang="en-US" dirty="0"/>
              <a:t> Models, Views, Controller</a:t>
            </a:r>
          </a:p>
          <a:p>
            <a:pPr lvl="0"/>
            <a:r>
              <a:rPr lang="en-US" dirty="0" err="1">
                <a:solidFill>
                  <a:prstClr val="black"/>
                </a:solidFill>
              </a:rPr>
              <a:t>Kích</a:t>
            </a:r>
            <a:r>
              <a:rPr lang="en-US" dirty="0">
                <a:solidFill>
                  <a:prstClr val="black"/>
                </a:solidFill>
              </a:rPr>
              <a:t> </a:t>
            </a:r>
            <a:r>
              <a:rPr lang="en-US" dirty="0" err="1">
                <a:solidFill>
                  <a:prstClr val="black"/>
                </a:solidFill>
              </a:rPr>
              <a:t>hoạt</a:t>
            </a:r>
            <a:r>
              <a:rPr lang="en-US" dirty="0">
                <a:solidFill>
                  <a:prstClr val="black"/>
                </a:solidFill>
              </a:rPr>
              <a:t> </a:t>
            </a:r>
            <a:r>
              <a:rPr lang="en-US" dirty="0" err="1">
                <a:solidFill>
                  <a:prstClr val="black"/>
                </a:solidFill>
              </a:rPr>
              <a:t>tính</a:t>
            </a:r>
            <a:r>
              <a:rPr lang="en-US" dirty="0">
                <a:solidFill>
                  <a:prstClr val="black"/>
                </a:solidFill>
              </a:rPr>
              <a:t> </a:t>
            </a:r>
            <a:r>
              <a:rPr lang="en-US" dirty="0" err="1">
                <a:solidFill>
                  <a:prstClr val="black"/>
                </a:solidFill>
              </a:rPr>
              <a:t>năng</a:t>
            </a:r>
            <a:r>
              <a:rPr lang="en-US" dirty="0">
                <a:solidFill>
                  <a:prstClr val="black"/>
                </a:solidFill>
              </a:rPr>
              <a:t> </a:t>
            </a:r>
            <a:r>
              <a:rPr lang="en-US" dirty="0"/>
              <a:t>Scaffolding </a:t>
            </a:r>
            <a:r>
              <a:rPr lang="en-US" dirty="0" err="1"/>
              <a:t>của</a:t>
            </a:r>
            <a:r>
              <a:rPr lang="en-US" dirty="0"/>
              <a:t> EF core </a:t>
            </a:r>
            <a:r>
              <a:rPr lang="en-US" dirty="0" err="1"/>
              <a:t>bằng</a:t>
            </a:r>
            <a:r>
              <a:rPr lang="en-US" dirty="0"/>
              <a:t> </a:t>
            </a:r>
            <a:r>
              <a:rPr lang="en-US" dirty="0" err="1"/>
              <a:t>Nuget</a:t>
            </a:r>
            <a:r>
              <a:rPr lang="en-US" dirty="0"/>
              <a:t> PMC: </a:t>
            </a:r>
            <a:endParaRPr lang="en-US" dirty="0" smtClean="0"/>
          </a:p>
          <a:p>
            <a:pPr lvl="0"/>
            <a:endParaRPr lang="en-US" dirty="0" smtClean="0"/>
          </a:p>
          <a:p>
            <a:pPr lvl="0"/>
            <a:endParaRPr lang="en-US" dirty="0"/>
          </a:p>
          <a:p>
            <a:pPr lvl="1"/>
            <a:r>
              <a:rPr lang="en-US" dirty="0">
                <a:solidFill>
                  <a:prstClr val="black"/>
                </a:solidFill>
              </a:rPr>
              <a:t>Server: server name </a:t>
            </a:r>
            <a:r>
              <a:rPr lang="en-US" dirty="0" err="1">
                <a:solidFill>
                  <a:prstClr val="black"/>
                </a:solidFill>
              </a:rPr>
              <a:t>của</a:t>
            </a:r>
            <a:r>
              <a:rPr lang="en-US" dirty="0">
                <a:solidFill>
                  <a:prstClr val="black"/>
                </a:solidFill>
              </a:rPr>
              <a:t> </a:t>
            </a:r>
            <a:r>
              <a:rPr lang="en-US" dirty="0" err="1">
                <a:solidFill>
                  <a:prstClr val="black"/>
                </a:solidFill>
              </a:rPr>
              <a:t>sql</a:t>
            </a:r>
            <a:r>
              <a:rPr lang="en-US" dirty="0">
                <a:solidFill>
                  <a:prstClr val="black"/>
                </a:solidFill>
              </a:rPr>
              <a:t> server</a:t>
            </a:r>
          </a:p>
          <a:p>
            <a:pPr lvl="1"/>
            <a:r>
              <a:rPr lang="en-US" dirty="0">
                <a:solidFill>
                  <a:prstClr val="black"/>
                </a:solidFill>
              </a:rPr>
              <a:t>Database: </a:t>
            </a:r>
            <a:r>
              <a:rPr lang="en-US" dirty="0" err="1">
                <a:solidFill>
                  <a:prstClr val="black"/>
                </a:solidFill>
              </a:rPr>
              <a:t>tên</a:t>
            </a:r>
            <a:r>
              <a:rPr lang="en-US" dirty="0">
                <a:solidFill>
                  <a:prstClr val="black"/>
                </a:solidFill>
              </a:rPr>
              <a:t> </a:t>
            </a:r>
            <a:r>
              <a:rPr lang="en-US" dirty="0" err="1">
                <a:solidFill>
                  <a:prstClr val="black"/>
                </a:solidFill>
              </a:rPr>
              <a:t>csdl</a:t>
            </a:r>
            <a:endParaRPr lang="en-US" dirty="0">
              <a:solidFill>
                <a:prstClr val="black"/>
              </a:solidFill>
            </a:endParaRPr>
          </a:p>
          <a:p>
            <a:pPr lvl="1"/>
            <a:r>
              <a:rPr lang="en-US" dirty="0" err="1"/>
              <a:t>OutputDir</a:t>
            </a:r>
            <a:r>
              <a:rPr lang="en-US" dirty="0"/>
              <a:t>: </a:t>
            </a:r>
            <a:r>
              <a:rPr lang="en-US" dirty="0" err="1"/>
              <a:t>th</a:t>
            </a:r>
            <a:r>
              <a:rPr lang="vi-VN" dirty="0"/>
              <a:t>ư</a:t>
            </a:r>
            <a:r>
              <a:rPr lang="en-US" dirty="0"/>
              <a:t> </a:t>
            </a:r>
            <a:r>
              <a:rPr lang="en-US" dirty="0" err="1"/>
              <a:t>mục</a:t>
            </a:r>
            <a:r>
              <a:rPr lang="en-US" dirty="0"/>
              <a:t> </a:t>
            </a:r>
            <a:r>
              <a:rPr lang="en-US" dirty="0" err="1"/>
              <a:t>chứa</a:t>
            </a:r>
            <a:r>
              <a:rPr lang="en-US" dirty="0"/>
              <a:t> </a:t>
            </a:r>
            <a:r>
              <a:rPr lang="en-US" dirty="0" err="1"/>
              <a:t>các</a:t>
            </a:r>
            <a:r>
              <a:rPr lang="en-US" dirty="0"/>
              <a:t> entity </a:t>
            </a:r>
            <a:r>
              <a:rPr lang="en-US" dirty="0" err="1"/>
              <a:t>và</a:t>
            </a:r>
            <a:r>
              <a:rPr lang="en-US" dirty="0"/>
              <a:t> context class đ</a:t>
            </a:r>
            <a:r>
              <a:rPr lang="vi-VN" dirty="0"/>
              <a:t>ư</a:t>
            </a:r>
            <a:r>
              <a:rPr lang="en-US" dirty="0" err="1"/>
              <a:t>ợc</a:t>
            </a:r>
            <a:r>
              <a:rPr lang="en-US" dirty="0"/>
              <a:t> </a:t>
            </a:r>
            <a:r>
              <a:rPr lang="en-US" dirty="0" err="1"/>
              <a:t>sinh</a:t>
            </a:r>
            <a:r>
              <a:rPr lang="en-US" dirty="0"/>
              <a:t> </a:t>
            </a:r>
            <a:r>
              <a:rPr lang="en-US" dirty="0" err="1"/>
              <a:t>ra</a:t>
            </a:r>
            <a:r>
              <a:rPr lang="en-US" dirty="0"/>
              <a:t> </a:t>
            </a:r>
            <a:r>
              <a:rPr lang="en-US" dirty="0" err="1"/>
              <a:t>từ</a:t>
            </a:r>
            <a:r>
              <a:rPr lang="en-US" dirty="0"/>
              <a:t> </a:t>
            </a:r>
            <a:r>
              <a:rPr lang="en-US" dirty="0" err="1"/>
              <a:t>csdl</a:t>
            </a:r>
            <a:endParaRPr lang="en-US" dirty="0">
              <a:solidFill>
                <a:prstClr val="black"/>
              </a:solidFill>
            </a:endParaRPr>
          </a:p>
          <a:p>
            <a:pPr lvl="0"/>
            <a:endParaRPr lang="en-US" dirty="0"/>
          </a:p>
        </p:txBody>
      </p:sp>
      <p:pic>
        <p:nvPicPr>
          <p:cNvPr id="6" name="Picture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439340" y="0"/>
            <a:ext cx="1828919" cy="1312750"/>
          </a:xfrm>
          <a:prstGeom prst="rect">
            <a:avLst/>
          </a:prstGeom>
        </p:spPr>
      </p:pic>
      <p:pic>
        <p:nvPicPr>
          <p:cNvPr id="7" name="Picture 6">
            <a:extLst>
              <a:ext uri="{FF2B5EF4-FFF2-40B4-BE49-F238E27FC236}">
                <a16:creationId xmlns:a16="http://schemas.microsoft.com/office/drawing/2014/main" id="{468E678D-EEB8-4D67-B854-B7189C561282}"/>
              </a:ext>
            </a:extLst>
          </p:cNvPr>
          <p:cNvPicPr>
            <a:picLocks noChangeAspect="1"/>
          </p:cNvPicPr>
          <p:nvPr/>
        </p:nvPicPr>
        <p:blipFill>
          <a:blip r:embed="rId3"/>
          <a:stretch>
            <a:fillRect/>
          </a:stretch>
        </p:blipFill>
        <p:spPr>
          <a:xfrm>
            <a:off x="2460380" y="4029807"/>
            <a:ext cx="6972300" cy="533400"/>
          </a:xfrm>
          <a:prstGeom prst="rect">
            <a:avLst/>
          </a:prstGeom>
        </p:spPr>
      </p:pic>
    </p:spTree>
    <p:extLst>
      <p:ext uri="{BB962C8B-B14F-4D97-AF65-F5344CB8AC3E}">
        <p14:creationId xmlns:p14="http://schemas.microsoft.com/office/powerpoint/2010/main" val="2467285406"/>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42900" y="365125"/>
            <a:ext cx="11614638" cy="593237"/>
          </a:xfrm>
        </p:spPr>
        <p:txBody>
          <a:bodyPr>
            <a:noAutofit/>
          </a:bodyPr>
          <a:lstStyle/>
          <a:p>
            <a:r>
              <a:rPr lang="en-US" sz="4800" b="1" dirty="0" err="1">
                <a:solidFill>
                  <a:srgbClr val="FF0000"/>
                </a:solidFill>
                <a:latin typeface="+mn-lt"/>
              </a:rPr>
              <a:t>Tạo</a:t>
            </a:r>
            <a:r>
              <a:rPr lang="en-US" sz="4800" b="1" dirty="0">
                <a:solidFill>
                  <a:srgbClr val="FF0000"/>
                </a:solidFill>
                <a:latin typeface="+mn-lt"/>
              </a:rPr>
              <a:t> web </a:t>
            </a:r>
            <a:r>
              <a:rPr lang="en-US" sz="4800" b="1" dirty="0" err="1">
                <a:solidFill>
                  <a:srgbClr val="FF0000"/>
                </a:solidFill>
                <a:latin typeface="+mn-lt"/>
              </a:rPr>
              <a:t>với</a:t>
            </a:r>
            <a:r>
              <a:rPr lang="en-US" sz="4800" b="1" dirty="0">
                <a:solidFill>
                  <a:srgbClr val="FF0000"/>
                </a:solidFill>
                <a:latin typeface="+mn-lt"/>
              </a:rPr>
              <a:t> EF core database first</a:t>
            </a:r>
            <a:endParaRPr lang="en-US" sz="4800" b="1" dirty="0">
              <a:solidFill>
                <a:srgbClr val="FF0000"/>
              </a:solidFill>
              <a:latin typeface="+mn-lt"/>
              <a:ea typeface="Calibri" panose="020F0502020204030204" pitchFamily="34" charset="0"/>
              <a:cs typeface="Calibri" panose="020F0502020204030204" pitchFamily="34" charset="0"/>
            </a:endParaRPr>
          </a:p>
        </p:txBody>
      </p:sp>
      <p:sp>
        <p:nvSpPr>
          <p:cNvPr id="4" name="Footer Placeholder 3"/>
          <p:cNvSpPr>
            <a:spLocks noGrp="1"/>
          </p:cNvSpPr>
          <p:nvPr>
            <p:ph type="ftr" sz="quarter" idx="11"/>
          </p:nvPr>
        </p:nvSpPr>
        <p:spPr>
          <a:xfrm>
            <a:off x="4038600" y="6433038"/>
            <a:ext cx="4114800" cy="365125"/>
          </a:xfrm>
        </p:spPr>
        <p:txBody>
          <a:bodyPr/>
          <a:lstStyle/>
          <a:p>
            <a:r>
              <a:rPr lang="vi-VN" dirty="0"/>
              <a:t>Lập trình C#3</a:t>
            </a:r>
            <a:endParaRPr lang="en-US" dirty="0"/>
          </a:p>
        </p:txBody>
      </p:sp>
      <p:sp>
        <p:nvSpPr>
          <p:cNvPr id="5" name="Slide Number Placeholder 4"/>
          <p:cNvSpPr>
            <a:spLocks noGrp="1"/>
          </p:cNvSpPr>
          <p:nvPr>
            <p:ph type="sldNum" sz="quarter" idx="12"/>
          </p:nvPr>
        </p:nvSpPr>
        <p:spPr/>
        <p:txBody>
          <a:bodyPr/>
          <a:lstStyle/>
          <a:p>
            <a:fld id="{8AACEE26-D979-411F-B229-D9F26BAEDF07}" type="slidenum">
              <a:rPr lang="en-US" smtClean="0"/>
              <a:t>28</a:t>
            </a:fld>
            <a:endParaRPr lang="en-US" dirty="0"/>
          </a:p>
        </p:txBody>
      </p:sp>
      <p:sp>
        <p:nvSpPr>
          <p:cNvPr id="12" name="Rectangle 3">
            <a:extLst>
              <a:ext uri="{FF2B5EF4-FFF2-40B4-BE49-F238E27FC236}">
                <a16:creationId xmlns:a16="http://schemas.microsoft.com/office/drawing/2014/main" id="{9F5DB8A3-5580-499D-AB0C-169958D57F6D}"/>
              </a:ext>
            </a:extLst>
          </p:cNvPr>
          <p:cNvSpPr txBox="1">
            <a:spLocks noChangeArrowheads="1"/>
          </p:cNvSpPr>
          <p:nvPr/>
        </p:nvSpPr>
        <p:spPr>
          <a:xfrm>
            <a:off x="342900" y="1142512"/>
            <a:ext cx="11711354" cy="5029688"/>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Clr>
                <a:srgbClr val="FF5A33"/>
              </a:buClr>
              <a:buFont typeface="Wingdings" pitchFamily="2" charset="2"/>
              <a:buChar char="q"/>
              <a:defRPr sz="2800" kern="1200">
                <a:solidFill>
                  <a:schemeClr val="tx1"/>
                </a:solidFill>
                <a:latin typeface="Segoe UI" pitchFamily="34" charset="0"/>
                <a:ea typeface="+mn-ea"/>
                <a:cs typeface="Segoe UI" pitchFamily="34" charset="0"/>
              </a:defRPr>
            </a:lvl1pPr>
            <a:lvl2pPr marL="742950" indent="-285750" algn="l" defTabSz="914400" rtl="0" eaLnBrk="1" latinLnBrk="0" hangingPunct="1">
              <a:spcBef>
                <a:spcPct val="20000"/>
              </a:spcBef>
              <a:buClr>
                <a:srgbClr val="FF5A33"/>
              </a:buClr>
              <a:buFont typeface="Wingdings" pitchFamily="2" charset="2"/>
              <a:buChar char="v"/>
              <a:defRPr sz="2400" kern="1200">
                <a:solidFill>
                  <a:schemeClr val="tx1"/>
                </a:solidFill>
                <a:latin typeface="Segoe UI" pitchFamily="34" charset="0"/>
                <a:ea typeface="+mn-ea"/>
                <a:cs typeface="Segoe UI" pitchFamily="34" charset="0"/>
              </a:defRPr>
            </a:lvl2pPr>
            <a:lvl3pPr marL="1143000" indent="-228600" algn="l" defTabSz="914400" rtl="0" eaLnBrk="1" latinLnBrk="0" hangingPunct="1">
              <a:spcBef>
                <a:spcPct val="20000"/>
              </a:spcBef>
              <a:buClr>
                <a:srgbClr val="FF5A33"/>
              </a:buClr>
              <a:buFont typeface="Wingdings" pitchFamily="2" charset="2"/>
              <a:buChar char="Ø"/>
              <a:defRPr sz="2000" kern="1200">
                <a:solidFill>
                  <a:schemeClr val="tx1"/>
                </a:solidFill>
                <a:latin typeface="Segoe UI" pitchFamily="34" charset="0"/>
                <a:ea typeface="+mn-ea"/>
                <a:cs typeface="Segoe UI" pitchFamily="34" charset="0"/>
              </a:defRPr>
            </a:lvl3pPr>
            <a:lvl4pPr marL="1600200" indent="-228600" algn="l" defTabSz="914400" rtl="0" eaLnBrk="1" latinLnBrk="0" hangingPunct="1">
              <a:spcBef>
                <a:spcPct val="20000"/>
              </a:spcBef>
              <a:buClr>
                <a:srgbClr val="FF5A33"/>
              </a:buClr>
              <a:buFont typeface="Wingdings" pitchFamily="2" charset="2"/>
              <a:buChar char="ü"/>
              <a:defRPr sz="1800" kern="1200">
                <a:solidFill>
                  <a:schemeClr val="tx1"/>
                </a:solidFill>
                <a:latin typeface="Segoe UI" pitchFamily="34" charset="0"/>
                <a:ea typeface="+mn-ea"/>
                <a:cs typeface="Segoe UI" pitchFamily="34" charset="0"/>
              </a:defRPr>
            </a:lvl4pPr>
            <a:lvl5pPr marL="2057400" indent="-228600" algn="l" defTabSz="914400" rtl="0" eaLnBrk="1" latinLnBrk="0" hangingPunct="1">
              <a:spcBef>
                <a:spcPct val="20000"/>
              </a:spcBef>
              <a:buClr>
                <a:srgbClr val="FF5A33"/>
              </a:buClr>
              <a:buFont typeface="Wingdings" pitchFamily="2" charset="2"/>
              <a:buChar char="§"/>
              <a:defRPr sz="1800" kern="1200">
                <a:solidFill>
                  <a:schemeClr val="tx1"/>
                </a:solidFill>
                <a:latin typeface="Segoe UI" pitchFamily="34" charset="0"/>
                <a:ea typeface="+mn-ea"/>
                <a:cs typeface="Segoe UI"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dirty="0"/>
              <a:t>B</a:t>
            </a:r>
            <a:r>
              <a:rPr lang="vi-VN" dirty="0"/>
              <a:t>ư</a:t>
            </a:r>
            <a:r>
              <a:rPr lang="en-US" dirty="0" err="1"/>
              <a:t>ớc</a:t>
            </a:r>
            <a:r>
              <a:rPr lang="en-US" dirty="0"/>
              <a:t> 5 </a:t>
            </a:r>
            <a:r>
              <a:rPr lang="en-US" dirty="0" err="1"/>
              <a:t>tạo</a:t>
            </a:r>
            <a:r>
              <a:rPr lang="en-US" dirty="0"/>
              <a:t> </a:t>
            </a:r>
            <a:r>
              <a:rPr lang="en-US" dirty="0" err="1"/>
              <a:t>thành</a:t>
            </a:r>
            <a:r>
              <a:rPr lang="en-US" dirty="0"/>
              <a:t> </a:t>
            </a:r>
            <a:r>
              <a:rPr lang="en-US" dirty="0" err="1"/>
              <a:t>công</a:t>
            </a:r>
            <a:r>
              <a:rPr lang="en-US" dirty="0"/>
              <a:t> </a:t>
            </a:r>
            <a:r>
              <a:rPr lang="en-US" dirty="0" err="1"/>
              <a:t>thì</a:t>
            </a:r>
            <a:r>
              <a:rPr lang="en-US" dirty="0"/>
              <a:t> </a:t>
            </a:r>
            <a:r>
              <a:rPr lang="en-US" dirty="0" err="1"/>
              <a:t>sẽ</a:t>
            </a:r>
            <a:r>
              <a:rPr lang="en-US" dirty="0"/>
              <a:t> </a:t>
            </a:r>
            <a:r>
              <a:rPr lang="en-US" dirty="0" err="1"/>
              <a:t>có</a:t>
            </a:r>
            <a:r>
              <a:rPr lang="en-US" dirty="0"/>
              <a:t> </a:t>
            </a:r>
            <a:r>
              <a:rPr lang="en-US" dirty="0" err="1"/>
              <a:t>các</a:t>
            </a:r>
            <a:endParaRPr lang="en-US" dirty="0"/>
          </a:p>
          <a:p>
            <a:pPr marL="0" indent="0">
              <a:buNone/>
            </a:pPr>
            <a:r>
              <a:rPr lang="en-US" dirty="0" err="1"/>
              <a:t>Thư</a:t>
            </a:r>
            <a:r>
              <a:rPr lang="en-US" dirty="0"/>
              <a:t> </a:t>
            </a:r>
            <a:r>
              <a:rPr lang="en-US" dirty="0" err="1"/>
              <a:t>mục</a:t>
            </a:r>
            <a:r>
              <a:rPr lang="en-US" dirty="0"/>
              <a:t> Models, Controller</a:t>
            </a:r>
          </a:p>
          <a:p>
            <a:pPr marL="0" indent="0">
              <a:buNone/>
            </a:pPr>
            <a:r>
              <a:rPr lang="en-US" dirty="0" err="1"/>
              <a:t>Và</a:t>
            </a:r>
            <a:r>
              <a:rPr lang="en-US" dirty="0"/>
              <a:t> View đ</a:t>
            </a:r>
            <a:r>
              <a:rPr lang="vi-VN" dirty="0"/>
              <a:t>ư</a:t>
            </a:r>
            <a:r>
              <a:rPr lang="en-US" dirty="0" err="1"/>
              <a:t>ợc</a:t>
            </a:r>
            <a:r>
              <a:rPr lang="en-US" dirty="0"/>
              <a:t> </a:t>
            </a:r>
            <a:r>
              <a:rPr lang="en-US" dirty="0" err="1"/>
              <a:t>sinh</a:t>
            </a:r>
            <a:r>
              <a:rPr lang="en-US" dirty="0"/>
              <a:t> </a:t>
            </a:r>
            <a:r>
              <a:rPr lang="en-US" dirty="0" err="1"/>
              <a:t>ra.</a:t>
            </a:r>
            <a:endParaRPr lang="en-US" dirty="0"/>
          </a:p>
          <a:p>
            <a:pPr marL="0" indent="0">
              <a:buNone/>
            </a:pPr>
            <a:r>
              <a:rPr lang="en-US" dirty="0" err="1"/>
              <a:t>Bên</a:t>
            </a:r>
            <a:r>
              <a:rPr lang="en-US" dirty="0"/>
              <a:t> </a:t>
            </a:r>
            <a:r>
              <a:rPr lang="en-US" dirty="0" err="1"/>
              <a:t>trong</a:t>
            </a:r>
            <a:r>
              <a:rPr lang="en-US" dirty="0"/>
              <a:t> Models </a:t>
            </a:r>
            <a:r>
              <a:rPr lang="en-US" dirty="0" err="1"/>
              <a:t>có</a:t>
            </a:r>
            <a:r>
              <a:rPr lang="en-US" dirty="0"/>
              <a:t> </a:t>
            </a:r>
            <a:r>
              <a:rPr lang="en-US" dirty="0" err="1"/>
              <a:t>lớp</a:t>
            </a:r>
            <a:endParaRPr lang="en-US" dirty="0"/>
          </a:p>
          <a:p>
            <a:pPr marL="0" indent="0">
              <a:buNone/>
            </a:pPr>
            <a:r>
              <a:rPr lang="en-US" dirty="0" err="1"/>
              <a:t>InventoryContext</a:t>
            </a:r>
            <a:r>
              <a:rPr lang="en-US" dirty="0"/>
              <a:t> </a:t>
            </a:r>
            <a:r>
              <a:rPr lang="en-US" dirty="0" err="1"/>
              <a:t>chứa</a:t>
            </a:r>
            <a:r>
              <a:rPr lang="en-US" dirty="0"/>
              <a:t> </a:t>
            </a:r>
            <a:r>
              <a:rPr lang="en-US" dirty="0" err="1"/>
              <a:t>các</a:t>
            </a:r>
            <a:r>
              <a:rPr lang="en-US" dirty="0"/>
              <a:t> </a:t>
            </a:r>
          </a:p>
          <a:p>
            <a:pPr marL="0" indent="0">
              <a:buNone/>
            </a:pPr>
            <a:r>
              <a:rPr lang="en-US" dirty="0"/>
              <a:t>entity </a:t>
            </a:r>
            <a:r>
              <a:rPr lang="en-US" dirty="0" err="1"/>
              <a:t>và</a:t>
            </a:r>
            <a:r>
              <a:rPr lang="en-US" dirty="0"/>
              <a:t> </a:t>
            </a:r>
            <a:r>
              <a:rPr lang="en-US" dirty="0" err="1"/>
              <a:t>Products.cs</a:t>
            </a:r>
            <a:r>
              <a:rPr lang="en-US" dirty="0"/>
              <a:t> </a:t>
            </a:r>
            <a:r>
              <a:rPr lang="en-US" dirty="0" err="1"/>
              <a:t>chứa</a:t>
            </a:r>
            <a:r>
              <a:rPr lang="en-US" dirty="0"/>
              <a:t> </a:t>
            </a:r>
            <a:r>
              <a:rPr lang="en-US" dirty="0" err="1"/>
              <a:t>các</a:t>
            </a:r>
            <a:endParaRPr lang="en-US" dirty="0"/>
          </a:p>
          <a:p>
            <a:pPr marL="0" indent="0">
              <a:buNone/>
            </a:pPr>
            <a:r>
              <a:rPr lang="en-US" dirty="0"/>
              <a:t>Field t</a:t>
            </a:r>
            <a:r>
              <a:rPr lang="vi-VN" dirty="0"/>
              <a:t>ư</a:t>
            </a:r>
            <a:r>
              <a:rPr lang="en-US" dirty="0" err="1"/>
              <a:t>ơng</a:t>
            </a:r>
            <a:r>
              <a:rPr lang="en-US" dirty="0"/>
              <a:t> </a:t>
            </a:r>
            <a:r>
              <a:rPr lang="en-US" dirty="0" err="1"/>
              <a:t>ứng</a:t>
            </a:r>
            <a:r>
              <a:rPr lang="en-US" dirty="0"/>
              <a:t> </a:t>
            </a:r>
            <a:r>
              <a:rPr lang="en-US" dirty="0" err="1"/>
              <a:t>các</a:t>
            </a:r>
            <a:r>
              <a:rPr lang="en-US" dirty="0"/>
              <a:t> column</a:t>
            </a:r>
          </a:p>
          <a:p>
            <a:pPr marL="0" indent="0">
              <a:buNone/>
            </a:pPr>
            <a:r>
              <a:rPr lang="en-US" dirty="0" err="1"/>
              <a:t>Trong</a:t>
            </a:r>
            <a:r>
              <a:rPr lang="en-US" dirty="0"/>
              <a:t> table </a:t>
            </a:r>
            <a:r>
              <a:rPr lang="en-US" dirty="0" err="1"/>
              <a:t>của</a:t>
            </a:r>
            <a:r>
              <a:rPr lang="en-US" dirty="0"/>
              <a:t> </a:t>
            </a:r>
            <a:r>
              <a:rPr lang="en-US" dirty="0" err="1"/>
              <a:t>csdl</a:t>
            </a:r>
            <a:endParaRPr lang="en-US" dirty="0"/>
          </a:p>
        </p:txBody>
      </p:sp>
      <p:pic>
        <p:nvPicPr>
          <p:cNvPr id="6" name="Picture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439340" y="0"/>
            <a:ext cx="1828919" cy="1312750"/>
          </a:xfrm>
          <a:prstGeom prst="rect">
            <a:avLst/>
          </a:prstGeom>
        </p:spPr>
      </p:pic>
      <p:pic>
        <p:nvPicPr>
          <p:cNvPr id="8" name="Picture 7">
            <a:extLst>
              <a:ext uri="{FF2B5EF4-FFF2-40B4-BE49-F238E27FC236}">
                <a16:creationId xmlns:a16="http://schemas.microsoft.com/office/drawing/2014/main" id="{A4C22B13-231D-41B8-A91A-F1FAA0B308D8}"/>
              </a:ext>
            </a:extLst>
          </p:cNvPr>
          <p:cNvPicPr>
            <a:picLocks noChangeAspect="1"/>
          </p:cNvPicPr>
          <p:nvPr/>
        </p:nvPicPr>
        <p:blipFill>
          <a:blip r:embed="rId3"/>
          <a:stretch>
            <a:fillRect/>
          </a:stretch>
        </p:blipFill>
        <p:spPr>
          <a:xfrm>
            <a:off x="7078729" y="1219200"/>
            <a:ext cx="3962400" cy="4651022"/>
          </a:xfrm>
          <a:prstGeom prst="rect">
            <a:avLst/>
          </a:prstGeom>
        </p:spPr>
      </p:pic>
    </p:spTree>
    <p:extLst>
      <p:ext uri="{BB962C8B-B14F-4D97-AF65-F5344CB8AC3E}">
        <p14:creationId xmlns:p14="http://schemas.microsoft.com/office/powerpoint/2010/main" val="3376536776"/>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42900" y="365125"/>
            <a:ext cx="11614638" cy="593237"/>
          </a:xfrm>
        </p:spPr>
        <p:txBody>
          <a:bodyPr>
            <a:noAutofit/>
          </a:bodyPr>
          <a:lstStyle/>
          <a:p>
            <a:r>
              <a:rPr lang="en-US" sz="4800" b="1" dirty="0" err="1">
                <a:solidFill>
                  <a:srgbClr val="FF0000"/>
                </a:solidFill>
                <a:latin typeface="+mn-lt"/>
              </a:rPr>
              <a:t>Tạo</a:t>
            </a:r>
            <a:r>
              <a:rPr lang="en-US" sz="4800" b="1" dirty="0">
                <a:solidFill>
                  <a:srgbClr val="FF0000"/>
                </a:solidFill>
                <a:latin typeface="+mn-lt"/>
              </a:rPr>
              <a:t> web </a:t>
            </a:r>
            <a:r>
              <a:rPr lang="en-US" sz="4800" b="1" dirty="0" err="1">
                <a:solidFill>
                  <a:srgbClr val="FF0000"/>
                </a:solidFill>
                <a:latin typeface="+mn-lt"/>
              </a:rPr>
              <a:t>với</a:t>
            </a:r>
            <a:r>
              <a:rPr lang="en-US" sz="4800" b="1" dirty="0">
                <a:solidFill>
                  <a:srgbClr val="FF0000"/>
                </a:solidFill>
                <a:latin typeface="+mn-lt"/>
              </a:rPr>
              <a:t> EF core database first</a:t>
            </a:r>
            <a:endParaRPr lang="en-US" sz="4800" b="1" dirty="0">
              <a:solidFill>
                <a:srgbClr val="FF0000"/>
              </a:solidFill>
              <a:latin typeface="+mn-lt"/>
              <a:ea typeface="Calibri" panose="020F0502020204030204" pitchFamily="34" charset="0"/>
              <a:cs typeface="Calibri" panose="020F0502020204030204" pitchFamily="34" charset="0"/>
            </a:endParaRPr>
          </a:p>
        </p:txBody>
      </p:sp>
      <p:sp>
        <p:nvSpPr>
          <p:cNvPr id="4" name="Footer Placeholder 3"/>
          <p:cNvSpPr>
            <a:spLocks noGrp="1"/>
          </p:cNvSpPr>
          <p:nvPr>
            <p:ph type="ftr" sz="quarter" idx="11"/>
          </p:nvPr>
        </p:nvSpPr>
        <p:spPr>
          <a:xfrm>
            <a:off x="4038600" y="6433038"/>
            <a:ext cx="4114800" cy="365125"/>
          </a:xfrm>
        </p:spPr>
        <p:txBody>
          <a:bodyPr/>
          <a:lstStyle/>
          <a:p>
            <a:r>
              <a:rPr lang="vi-VN" dirty="0"/>
              <a:t>Lập trình C#3</a:t>
            </a:r>
            <a:endParaRPr lang="en-US" dirty="0"/>
          </a:p>
        </p:txBody>
      </p:sp>
      <p:sp>
        <p:nvSpPr>
          <p:cNvPr id="5" name="Slide Number Placeholder 4"/>
          <p:cNvSpPr>
            <a:spLocks noGrp="1"/>
          </p:cNvSpPr>
          <p:nvPr>
            <p:ph type="sldNum" sz="quarter" idx="12"/>
          </p:nvPr>
        </p:nvSpPr>
        <p:spPr/>
        <p:txBody>
          <a:bodyPr/>
          <a:lstStyle/>
          <a:p>
            <a:fld id="{8AACEE26-D979-411F-B229-D9F26BAEDF07}" type="slidenum">
              <a:rPr lang="en-US" smtClean="0"/>
              <a:t>29</a:t>
            </a:fld>
            <a:endParaRPr lang="en-US" dirty="0"/>
          </a:p>
        </p:txBody>
      </p:sp>
      <p:sp>
        <p:nvSpPr>
          <p:cNvPr id="12" name="Rectangle 3">
            <a:extLst>
              <a:ext uri="{FF2B5EF4-FFF2-40B4-BE49-F238E27FC236}">
                <a16:creationId xmlns:a16="http://schemas.microsoft.com/office/drawing/2014/main" id="{9F5DB8A3-5580-499D-AB0C-169958D57F6D}"/>
              </a:ext>
            </a:extLst>
          </p:cNvPr>
          <p:cNvSpPr txBox="1">
            <a:spLocks noChangeArrowheads="1"/>
          </p:cNvSpPr>
          <p:nvPr/>
        </p:nvSpPr>
        <p:spPr>
          <a:xfrm>
            <a:off x="342900" y="1142512"/>
            <a:ext cx="11711354" cy="5029688"/>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Clr>
                <a:srgbClr val="FF5A33"/>
              </a:buClr>
              <a:buFont typeface="Wingdings" pitchFamily="2" charset="2"/>
              <a:buChar char="q"/>
              <a:defRPr sz="2800" kern="1200">
                <a:solidFill>
                  <a:schemeClr val="tx1"/>
                </a:solidFill>
                <a:latin typeface="Segoe UI" pitchFamily="34" charset="0"/>
                <a:ea typeface="+mn-ea"/>
                <a:cs typeface="Segoe UI" pitchFamily="34" charset="0"/>
              </a:defRPr>
            </a:lvl1pPr>
            <a:lvl2pPr marL="742950" indent="-285750" algn="l" defTabSz="914400" rtl="0" eaLnBrk="1" latinLnBrk="0" hangingPunct="1">
              <a:spcBef>
                <a:spcPct val="20000"/>
              </a:spcBef>
              <a:buClr>
                <a:srgbClr val="FF5A33"/>
              </a:buClr>
              <a:buFont typeface="Wingdings" pitchFamily="2" charset="2"/>
              <a:buChar char="v"/>
              <a:defRPr sz="2400" kern="1200">
                <a:solidFill>
                  <a:schemeClr val="tx1"/>
                </a:solidFill>
                <a:latin typeface="Segoe UI" pitchFamily="34" charset="0"/>
                <a:ea typeface="+mn-ea"/>
                <a:cs typeface="Segoe UI" pitchFamily="34" charset="0"/>
              </a:defRPr>
            </a:lvl2pPr>
            <a:lvl3pPr marL="1143000" indent="-228600" algn="l" defTabSz="914400" rtl="0" eaLnBrk="1" latinLnBrk="0" hangingPunct="1">
              <a:spcBef>
                <a:spcPct val="20000"/>
              </a:spcBef>
              <a:buClr>
                <a:srgbClr val="FF5A33"/>
              </a:buClr>
              <a:buFont typeface="Wingdings" pitchFamily="2" charset="2"/>
              <a:buChar char="Ø"/>
              <a:defRPr sz="2000" kern="1200">
                <a:solidFill>
                  <a:schemeClr val="tx1"/>
                </a:solidFill>
                <a:latin typeface="Segoe UI" pitchFamily="34" charset="0"/>
                <a:ea typeface="+mn-ea"/>
                <a:cs typeface="Segoe UI" pitchFamily="34" charset="0"/>
              </a:defRPr>
            </a:lvl3pPr>
            <a:lvl4pPr marL="1600200" indent="-228600" algn="l" defTabSz="914400" rtl="0" eaLnBrk="1" latinLnBrk="0" hangingPunct="1">
              <a:spcBef>
                <a:spcPct val="20000"/>
              </a:spcBef>
              <a:buClr>
                <a:srgbClr val="FF5A33"/>
              </a:buClr>
              <a:buFont typeface="Wingdings" pitchFamily="2" charset="2"/>
              <a:buChar char="ü"/>
              <a:defRPr sz="1800" kern="1200">
                <a:solidFill>
                  <a:schemeClr val="tx1"/>
                </a:solidFill>
                <a:latin typeface="Segoe UI" pitchFamily="34" charset="0"/>
                <a:ea typeface="+mn-ea"/>
                <a:cs typeface="Segoe UI" pitchFamily="34" charset="0"/>
              </a:defRPr>
            </a:lvl4pPr>
            <a:lvl5pPr marL="2057400" indent="-228600" algn="l" defTabSz="914400" rtl="0" eaLnBrk="1" latinLnBrk="0" hangingPunct="1">
              <a:spcBef>
                <a:spcPct val="20000"/>
              </a:spcBef>
              <a:buClr>
                <a:srgbClr val="FF5A33"/>
              </a:buClr>
              <a:buFont typeface="Wingdings" pitchFamily="2" charset="2"/>
              <a:buChar char="§"/>
              <a:defRPr sz="1800" kern="1200">
                <a:solidFill>
                  <a:schemeClr val="tx1"/>
                </a:solidFill>
                <a:latin typeface="Segoe UI" pitchFamily="34" charset="0"/>
                <a:ea typeface="+mn-ea"/>
                <a:cs typeface="Segoe UI"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dirty="0"/>
              <a:t>B</a:t>
            </a:r>
            <a:r>
              <a:rPr lang="vi-VN" dirty="0"/>
              <a:t>ư</a:t>
            </a:r>
            <a:r>
              <a:rPr lang="en-US" dirty="0" err="1"/>
              <a:t>ớc</a:t>
            </a:r>
            <a:r>
              <a:rPr lang="en-US" dirty="0"/>
              <a:t> 5 </a:t>
            </a:r>
            <a:r>
              <a:rPr lang="en-US" dirty="0" err="1"/>
              <a:t>tạo</a:t>
            </a:r>
            <a:r>
              <a:rPr lang="en-US" dirty="0"/>
              <a:t> </a:t>
            </a:r>
            <a:r>
              <a:rPr lang="en-US" dirty="0" err="1"/>
              <a:t>thành</a:t>
            </a:r>
            <a:r>
              <a:rPr lang="en-US" dirty="0"/>
              <a:t> </a:t>
            </a:r>
            <a:r>
              <a:rPr lang="en-US" dirty="0" err="1"/>
              <a:t>công</a:t>
            </a:r>
            <a:r>
              <a:rPr lang="en-US" dirty="0"/>
              <a:t>, </a:t>
            </a:r>
            <a:r>
              <a:rPr lang="en-US" dirty="0" err="1"/>
              <a:t>có</a:t>
            </a:r>
            <a:r>
              <a:rPr lang="en-US" dirty="0"/>
              <a:t> </a:t>
            </a:r>
            <a:r>
              <a:rPr lang="en-US" dirty="0" err="1"/>
              <a:t>thể</a:t>
            </a:r>
            <a:r>
              <a:rPr lang="en-US" dirty="0"/>
              <a:t> </a:t>
            </a:r>
            <a:r>
              <a:rPr lang="en-US" dirty="0" err="1"/>
              <a:t>dùng</a:t>
            </a:r>
            <a:r>
              <a:rPr lang="en-US" dirty="0"/>
              <a:t> </a:t>
            </a:r>
            <a:r>
              <a:rPr lang="en-US" dirty="0" err="1"/>
              <a:t>ph</a:t>
            </a:r>
            <a:r>
              <a:rPr lang="vi-VN" dirty="0"/>
              <a:t>ư</a:t>
            </a:r>
            <a:r>
              <a:rPr lang="en-US" dirty="0" err="1"/>
              <a:t>ơng</a:t>
            </a:r>
            <a:r>
              <a:rPr lang="en-US" dirty="0"/>
              <a:t> </a:t>
            </a:r>
            <a:r>
              <a:rPr lang="en-US" dirty="0" err="1"/>
              <a:t>thức</a:t>
            </a:r>
            <a:r>
              <a:rPr lang="en-US" dirty="0"/>
              <a:t> </a:t>
            </a:r>
            <a:r>
              <a:rPr lang="en-US" dirty="0" err="1"/>
              <a:t>OnConfiguring</a:t>
            </a:r>
            <a:r>
              <a:rPr lang="en-US" dirty="0"/>
              <a:t> </a:t>
            </a:r>
            <a:r>
              <a:rPr lang="en-US" dirty="0" err="1"/>
              <a:t>cấu</a:t>
            </a:r>
            <a:r>
              <a:rPr lang="en-US" dirty="0"/>
              <a:t> </a:t>
            </a:r>
            <a:r>
              <a:rPr lang="en-US" dirty="0" err="1"/>
              <a:t>hình</a:t>
            </a:r>
            <a:r>
              <a:rPr lang="en-US" dirty="0"/>
              <a:t> </a:t>
            </a:r>
            <a:r>
              <a:rPr lang="en-US" dirty="0" err="1"/>
              <a:t>cứng</a:t>
            </a:r>
            <a:r>
              <a:rPr lang="en-US" dirty="0"/>
              <a:t> </a:t>
            </a:r>
            <a:r>
              <a:rPr lang="en-US" dirty="0" err="1"/>
              <a:t>chuỗi</a:t>
            </a:r>
            <a:r>
              <a:rPr lang="en-US" dirty="0"/>
              <a:t> </a:t>
            </a:r>
            <a:r>
              <a:rPr lang="en-US" dirty="0" err="1"/>
              <a:t>connecstring</a:t>
            </a:r>
            <a:r>
              <a:rPr lang="en-US" dirty="0"/>
              <a:t> </a:t>
            </a:r>
            <a:r>
              <a:rPr lang="en-US" dirty="0" err="1"/>
              <a:t>kết</a:t>
            </a:r>
            <a:r>
              <a:rPr lang="en-US" dirty="0"/>
              <a:t> </a:t>
            </a:r>
            <a:r>
              <a:rPr lang="en-US" dirty="0" err="1"/>
              <a:t>nối</a:t>
            </a:r>
            <a:r>
              <a:rPr lang="en-US" dirty="0"/>
              <a:t> </a:t>
            </a:r>
            <a:r>
              <a:rPr lang="en-US" dirty="0" err="1"/>
              <a:t>với</a:t>
            </a:r>
            <a:r>
              <a:rPr lang="en-US" dirty="0"/>
              <a:t> </a:t>
            </a:r>
            <a:r>
              <a:rPr lang="en-US" dirty="0" err="1"/>
              <a:t>csdl</a:t>
            </a:r>
            <a:endParaRPr lang="en-US" dirty="0"/>
          </a:p>
        </p:txBody>
      </p:sp>
      <p:pic>
        <p:nvPicPr>
          <p:cNvPr id="6" name="Picture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439340" y="0"/>
            <a:ext cx="1828919" cy="1312750"/>
          </a:xfrm>
          <a:prstGeom prst="rect">
            <a:avLst/>
          </a:prstGeom>
        </p:spPr>
      </p:pic>
      <p:pic>
        <p:nvPicPr>
          <p:cNvPr id="9" name="Picture 2" descr="OnConfiguring method">
            <a:extLst>
              <a:ext uri="{FF2B5EF4-FFF2-40B4-BE49-F238E27FC236}">
                <a16:creationId xmlns:a16="http://schemas.microsoft.com/office/drawing/2014/main" id="{6892F5A6-B0F6-42FC-9DDE-04E7D5895D2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45677" y="2787894"/>
            <a:ext cx="8305800" cy="23431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42655106"/>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42900" y="365125"/>
            <a:ext cx="11614638" cy="593237"/>
          </a:xfrm>
        </p:spPr>
        <p:txBody>
          <a:bodyPr>
            <a:noAutofit/>
          </a:bodyPr>
          <a:lstStyle/>
          <a:p>
            <a:r>
              <a:rPr lang="en-US" sz="4800" b="1" dirty="0" err="1">
                <a:solidFill>
                  <a:srgbClr val="FF0000"/>
                </a:solidFill>
                <a:latin typeface="+mn-lt"/>
              </a:rPr>
              <a:t>Tạo</a:t>
            </a:r>
            <a:r>
              <a:rPr lang="en-US" sz="4800" b="1" dirty="0">
                <a:solidFill>
                  <a:srgbClr val="FF0000"/>
                </a:solidFill>
                <a:latin typeface="+mn-lt"/>
              </a:rPr>
              <a:t> web </a:t>
            </a:r>
            <a:r>
              <a:rPr lang="en-US" sz="4800" b="1" dirty="0" err="1">
                <a:solidFill>
                  <a:srgbClr val="FF0000"/>
                </a:solidFill>
                <a:latin typeface="+mn-lt"/>
              </a:rPr>
              <a:t>với</a:t>
            </a:r>
            <a:r>
              <a:rPr lang="en-US" sz="4800" b="1" dirty="0">
                <a:solidFill>
                  <a:srgbClr val="FF0000"/>
                </a:solidFill>
                <a:latin typeface="+mn-lt"/>
              </a:rPr>
              <a:t> EF core database first</a:t>
            </a:r>
            <a:endParaRPr lang="en-US" sz="4800" b="1" dirty="0">
              <a:solidFill>
                <a:srgbClr val="FF0000"/>
              </a:solidFill>
              <a:latin typeface="+mn-lt"/>
              <a:ea typeface="Calibri" panose="020F0502020204030204" pitchFamily="34" charset="0"/>
              <a:cs typeface="Calibri" panose="020F0502020204030204" pitchFamily="34" charset="0"/>
            </a:endParaRPr>
          </a:p>
        </p:txBody>
      </p:sp>
      <p:sp>
        <p:nvSpPr>
          <p:cNvPr id="4" name="Footer Placeholder 3"/>
          <p:cNvSpPr>
            <a:spLocks noGrp="1"/>
          </p:cNvSpPr>
          <p:nvPr>
            <p:ph type="ftr" sz="quarter" idx="11"/>
          </p:nvPr>
        </p:nvSpPr>
        <p:spPr>
          <a:xfrm>
            <a:off x="4038600" y="6433038"/>
            <a:ext cx="4114800" cy="365125"/>
          </a:xfrm>
        </p:spPr>
        <p:txBody>
          <a:bodyPr/>
          <a:lstStyle/>
          <a:p>
            <a:r>
              <a:rPr lang="vi-VN" dirty="0"/>
              <a:t>Lập trình C#3</a:t>
            </a:r>
            <a:endParaRPr lang="en-US" dirty="0"/>
          </a:p>
        </p:txBody>
      </p:sp>
      <p:sp>
        <p:nvSpPr>
          <p:cNvPr id="5" name="Slide Number Placeholder 4"/>
          <p:cNvSpPr>
            <a:spLocks noGrp="1"/>
          </p:cNvSpPr>
          <p:nvPr>
            <p:ph type="sldNum" sz="quarter" idx="12"/>
          </p:nvPr>
        </p:nvSpPr>
        <p:spPr/>
        <p:txBody>
          <a:bodyPr/>
          <a:lstStyle/>
          <a:p>
            <a:fld id="{8AACEE26-D979-411F-B229-D9F26BAEDF07}" type="slidenum">
              <a:rPr lang="en-US" smtClean="0"/>
              <a:t>30</a:t>
            </a:fld>
            <a:endParaRPr lang="en-US" dirty="0"/>
          </a:p>
        </p:txBody>
      </p:sp>
      <p:sp>
        <p:nvSpPr>
          <p:cNvPr id="12" name="Rectangle 3">
            <a:extLst>
              <a:ext uri="{FF2B5EF4-FFF2-40B4-BE49-F238E27FC236}">
                <a16:creationId xmlns:a16="http://schemas.microsoft.com/office/drawing/2014/main" id="{9F5DB8A3-5580-499D-AB0C-169958D57F6D}"/>
              </a:ext>
            </a:extLst>
          </p:cNvPr>
          <p:cNvSpPr txBox="1">
            <a:spLocks noChangeArrowheads="1"/>
          </p:cNvSpPr>
          <p:nvPr/>
        </p:nvSpPr>
        <p:spPr>
          <a:xfrm>
            <a:off x="342900" y="1142512"/>
            <a:ext cx="11711354" cy="5029688"/>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Clr>
                <a:srgbClr val="FF5A33"/>
              </a:buClr>
              <a:buFont typeface="Wingdings" pitchFamily="2" charset="2"/>
              <a:buChar char="q"/>
              <a:defRPr sz="2800" kern="1200">
                <a:solidFill>
                  <a:schemeClr val="tx1"/>
                </a:solidFill>
                <a:latin typeface="Segoe UI" pitchFamily="34" charset="0"/>
                <a:ea typeface="+mn-ea"/>
                <a:cs typeface="Segoe UI" pitchFamily="34" charset="0"/>
              </a:defRPr>
            </a:lvl1pPr>
            <a:lvl2pPr marL="742950" indent="-285750" algn="l" defTabSz="914400" rtl="0" eaLnBrk="1" latinLnBrk="0" hangingPunct="1">
              <a:spcBef>
                <a:spcPct val="20000"/>
              </a:spcBef>
              <a:buClr>
                <a:srgbClr val="FF5A33"/>
              </a:buClr>
              <a:buFont typeface="Wingdings" pitchFamily="2" charset="2"/>
              <a:buChar char="v"/>
              <a:defRPr sz="2400" kern="1200">
                <a:solidFill>
                  <a:schemeClr val="tx1"/>
                </a:solidFill>
                <a:latin typeface="Segoe UI" pitchFamily="34" charset="0"/>
                <a:ea typeface="+mn-ea"/>
                <a:cs typeface="Segoe UI" pitchFamily="34" charset="0"/>
              </a:defRPr>
            </a:lvl2pPr>
            <a:lvl3pPr marL="1143000" indent="-228600" algn="l" defTabSz="914400" rtl="0" eaLnBrk="1" latinLnBrk="0" hangingPunct="1">
              <a:spcBef>
                <a:spcPct val="20000"/>
              </a:spcBef>
              <a:buClr>
                <a:srgbClr val="FF5A33"/>
              </a:buClr>
              <a:buFont typeface="Wingdings" pitchFamily="2" charset="2"/>
              <a:buChar char="Ø"/>
              <a:defRPr sz="2000" kern="1200">
                <a:solidFill>
                  <a:schemeClr val="tx1"/>
                </a:solidFill>
                <a:latin typeface="Segoe UI" pitchFamily="34" charset="0"/>
                <a:ea typeface="+mn-ea"/>
                <a:cs typeface="Segoe UI" pitchFamily="34" charset="0"/>
              </a:defRPr>
            </a:lvl3pPr>
            <a:lvl4pPr marL="1600200" indent="-228600" algn="l" defTabSz="914400" rtl="0" eaLnBrk="1" latinLnBrk="0" hangingPunct="1">
              <a:spcBef>
                <a:spcPct val="20000"/>
              </a:spcBef>
              <a:buClr>
                <a:srgbClr val="FF5A33"/>
              </a:buClr>
              <a:buFont typeface="Wingdings" pitchFamily="2" charset="2"/>
              <a:buChar char="ü"/>
              <a:defRPr sz="1800" kern="1200">
                <a:solidFill>
                  <a:schemeClr val="tx1"/>
                </a:solidFill>
                <a:latin typeface="Segoe UI" pitchFamily="34" charset="0"/>
                <a:ea typeface="+mn-ea"/>
                <a:cs typeface="Segoe UI" pitchFamily="34" charset="0"/>
              </a:defRPr>
            </a:lvl4pPr>
            <a:lvl5pPr marL="2057400" indent="-228600" algn="l" defTabSz="914400" rtl="0" eaLnBrk="1" latinLnBrk="0" hangingPunct="1">
              <a:spcBef>
                <a:spcPct val="20000"/>
              </a:spcBef>
              <a:buClr>
                <a:srgbClr val="FF5A33"/>
              </a:buClr>
              <a:buFont typeface="Wingdings" pitchFamily="2" charset="2"/>
              <a:buChar char="§"/>
              <a:defRPr sz="1800" kern="1200">
                <a:solidFill>
                  <a:schemeClr val="tx1"/>
                </a:solidFill>
                <a:latin typeface="Segoe UI" pitchFamily="34" charset="0"/>
                <a:ea typeface="+mn-ea"/>
                <a:cs typeface="Segoe UI"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dirty="0"/>
              <a:t>B</a:t>
            </a:r>
            <a:r>
              <a:rPr lang="vi-VN" dirty="0"/>
              <a:t>ư</a:t>
            </a:r>
            <a:r>
              <a:rPr lang="en-US" dirty="0" err="1"/>
              <a:t>ớc</a:t>
            </a:r>
            <a:r>
              <a:rPr lang="en-US" dirty="0"/>
              <a:t> 5 </a:t>
            </a:r>
            <a:r>
              <a:rPr lang="en-US" dirty="0" err="1"/>
              <a:t>tạo</a:t>
            </a:r>
            <a:r>
              <a:rPr lang="en-US" dirty="0"/>
              <a:t> </a:t>
            </a:r>
            <a:r>
              <a:rPr lang="en-US" dirty="0" err="1"/>
              <a:t>thành</a:t>
            </a:r>
            <a:r>
              <a:rPr lang="en-US" dirty="0"/>
              <a:t> </a:t>
            </a:r>
            <a:r>
              <a:rPr lang="en-US" dirty="0" err="1"/>
              <a:t>công</a:t>
            </a:r>
            <a:r>
              <a:rPr lang="en-US" dirty="0"/>
              <a:t>, </a:t>
            </a:r>
            <a:r>
              <a:rPr lang="en-US" dirty="0" err="1"/>
              <a:t>có</a:t>
            </a:r>
            <a:r>
              <a:rPr lang="en-US" dirty="0"/>
              <a:t> </a:t>
            </a:r>
            <a:r>
              <a:rPr lang="en-US" dirty="0" err="1"/>
              <a:t>thể</a:t>
            </a:r>
            <a:r>
              <a:rPr lang="en-US" dirty="0"/>
              <a:t> </a:t>
            </a:r>
            <a:r>
              <a:rPr lang="en-US" dirty="0" err="1"/>
              <a:t>bỏ</a:t>
            </a:r>
            <a:r>
              <a:rPr lang="en-US" dirty="0"/>
              <a:t> </a:t>
            </a:r>
            <a:r>
              <a:rPr lang="en-US" dirty="0" err="1"/>
              <a:t>ph</a:t>
            </a:r>
            <a:r>
              <a:rPr lang="vi-VN" dirty="0"/>
              <a:t>ư</a:t>
            </a:r>
            <a:r>
              <a:rPr lang="en-US" dirty="0" err="1"/>
              <a:t>ơng</a:t>
            </a:r>
            <a:r>
              <a:rPr lang="en-US" dirty="0"/>
              <a:t> </a:t>
            </a:r>
            <a:r>
              <a:rPr lang="en-US" dirty="0" err="1"/>
              <a:t>thức</a:t>
            </a:r>
            <a:r>
              <a:rPr lang="en-US" dirty="0"/>
              <a:t> </a:t>
            </a:r>
            <a:r>
              <a:rPr lang="en-US" dirty="0" err="1"/>
              <a:t>OnConfiguring</a:t>
            </a:r>
            <a:r>
              <a:rPr lang="en-US" dirty="0"/>
              <a:t> </a:t>
            </a:r>
            <a:r>
              <a:rPr lang="en-US" dirty="0" err="1"/>
              <a:t>và</a:t>
            </a:r>
            <a:r>
              <a:rPr lang="en-US" dirty="0"/>
              <a:t> </a:t>
            </a:r>
            <a:r>
              <a:rPr lang="en-US" dirty="0" err="1"/>
              <a:t>cấu</a:t>
            </a:r>
            <a:r>
              <a:rPr lang="en-US" dirty="0"/>
              <a:t> </a:t>
            </a:r>
            <a:r>
              <a:rPr lang="en-US" dirty="0" err="1"/>
              <a:t>hình</a:t>
            </a:r>
            <a:r>
              <a:rPr lang="en-US" dirty="0"/>
              <a:t> </a:t>
            </a:r>
            <a:r>
              <a:rPr lang="en-US" dirty="0" err="1"/>
              <a:t>động</a:t>
            </a:r>
            <a:r>
              <a:rPr lang="en-US" dirty="0"/>
              <a:t> </a:t>
            </a:r>
            <a:r>
              <a:rPr lang="en-US" dirty="0" err="1"/>
              <a:t>connecstring</a:t>
            </a:r>
            <a:r>
              <a:rPr lang="en-US" dirty="0"/>
              <a:t> </a:t>
            </a:r>
            <a:r>
              <a:rPr lang="en-US" dirty="0" err="1"/>
              <a:t>trong</a:t>
            </a:r>
            <a:r>
              <a:rPr lang="en-US" dirty="0"/>
              <a:t> </a:t>
            </a:r>
            <a:r>
              <a:rPr lang="en-US" dirty="0" err="1" smtClean="0"/>
              <a:t>appsettings.json</a:t>
            </a:r>
            <a:endParaRPr lang="en-US" dirty="0" smtClean="0"/>
          </a:p>
          <a:p>
            <a:endParaRPr lang="en-US" dirty="0"/>
          </a:p>
          <a:p>
            <a:endParaRPr lang="en-US" dirty="0" smtClean="0"/>
          </a:p>
          <a:p>
            <a:endParaRPr lang="en-US" dirty="0"/>
          </a:p>
          <a:p>
            <a:endParaRPr lang="en-US" dirty="0" smtClean="0"/>
          </a:p>
          <a:p>
            <a:endParaRPr lang="en-US" dirty="0"/>
          </a:p>
          <a:p>
            <a:r>
              <a:rPr lang="en-US" dirty="0" err="1"/>
              <a:t>Ứng</a:t>
            </a:r>
            <a:r>
              <a:rPr lang="en-US" dirty="0"/>
              <a:t> </a:t>
            </a:r>
            <a:r>
              <a:rPr lang="en-US" dirty="0" err="1"/>
              <a:t>dụng</a:t>
            </a:r>
            <a:r>
              <a:rPr lang="en-US" dirty="0"/>
              <a:t> </a:t>
            </a:r>
            <a:r>
              <a:rPr lang="en-US" dirty="0" err="1"/>
              <a:t>sẽ</a:t>
            </a:r>
            <a:r>
              <a:rPr lang="en-US" dirty="0"/>
              <a:t> </a:t>
            </a:r>
            <a:r>
              <a:rPr lang="en-US" dirty="0" err="1"/>
              <a:t>đọc</a:t>
            </a:r>
            <a:r>
              <a:rPr lang="en-US" dirty="0"/>
              <a:t> </a:t>
            </a:r>
            <a:r>
              <a:rPr lang="en-US" dirty="0" err="1"/>
              <a:t>kết</a:t>
            </a:r>
            <a:r>
              <a:rPr lang="en-US" dirty="0"/>
              <a:t> </a:t>
            </a:r>
            <a:r>
              <a:rPr lang="en-US" dirty="0" err="1"/>
              <a:t>nối</a:t>
            </a:r>
            <a:r>
              <a:rPr lang="en-US" dirty="0"/>
              <a:t> </a:t>
            </a:r>
            <a:r>
              <a:rPr lang="en-US" dirty="0" err="1"/>
              <a:t>trong</a:t>
            </a:r>
            <a:r>
              <a:rPr lang="en-US" dirty="0"/>
              <a:t> </a:t>
            </a:r>
            <a:r>
              <a:rPr lang="en-US" dirty="0" err="1"/>
              <a:t>Program.cs</a:t>
            </a:r>
            <a:endParaRPr lang="en-US" dirty="0"/>
          </a:p>
          <a:p>
            <a:endParaRPr lang="en-US" dirty="0"/>
          </a:p>
        </p:txBody>
      </p:sp>
      <p:pic>
        <p:nvPicPr>
          <p:cNvPr id="6" name="Picture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439340" y="0"/>
            <a:ext cx="1828919" cy="1312750"/>
          </a:xfrm>
          <a:prstGeom prst="rect">
            <a:avLst/>
          </a:prstGeom>
        </p:spPr>
      </p:pic>
      <p:pic>
        <p:nvPicPr>
          <p:cNvPr id="8" name="Picture 7">
            <a:extLst>
              <a:ext uri="{FF2B5EF4-FFF2-40B4-BE49-F238E27FC236}">
                <a16:creationId xmlns:a16="http://schemas.microsoft.com/office/drawing/2014/main" id="{EFBEEFF2-DE5D-4D5F-B036-93D0AB6CA571}"/>
              </a:ext>
            </a:extLst>
          </p:cNvPr>
          <p:cNvPicPr>
            <a:picLocks noChangeAspect="1"/>
          </p:cNvPicPr>
          <p:nvPr/>
        </p:nvPicPr>
        <p:blipFill>
          <a:blip r:embed="rId3"/>
          <a:stretch>
            <a:fillRect/>
          </a:stretch>
        </p:blipFill>
        <p:spPr>
          <a:xfrm>
            <a:off x="2283069" y="2100874"/>
            <a:ext cx="7467600" cy="2384426"/>
          </a:xfrm>
          <a:prstGeom prst="rect">
            <a:avLst/>
          </a:prstGeom>
        </p:spPr>
      </p:pic>
      <p:pic>
        <p:nvPicPr>
          <p:cNvPr id="10" name="Picture 9">
            <a:extLst>
              <a:ext uri="{FF2B5EF4-FFF2-40B4-BE49-F238E27FC236}">
                <a16:creationId xmlns:a16="http://schemas.microsoft.com/office/drawing/2014/main" id="{EB596555-4B65-544F-F468-E9FA2D367098}"/>
              </a:ext>
            </a:extLst>
          </p:cNvPr>
          <p:cNvPicPr>
            <a:picLocks noChangeAspect="1"/>
          </p:cNvPicPr>
          <p:nvPr/>
        </p:nvPicPr>
        <p:blipFill>
          <a:blip r:embed="rId4"/>
          <a:stretch>
            <a:fillRect/>
          </a:stretch>
        </p:blipFill>
        <p:spPr>
          <a:xfrm>
            <a:off x="798127" y="5443662"/>
            <a:ext cx="10156132" cy="605943"/>
          </a:xfrm>
          <a:prstGeom prst="rect">
            <a:avLst/>
          </a:prstGeom>
        </p:spPr>
      </p:pic>
    </p:spTree>
    <p:extLst>
      <p:ext uri="{BB962C8B-B14F-4D97-AF65-F5344CB8AC3E}">
        <p14:creationId xmlns:p14="http://schemas.microsoft.com/office/powerpoint/2010/main" val="717889161"/>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42900" y="365125"/>
            <a:ext cx="11614638" cy="593237"/>
          </a:xfrm>
        </p:spPr>
        <p:txBody>
          <a:bodyPr>
            <a:noAutofit/>
          </a:bodyPr>
          <a:lstStyle/>
          <a:p>
            <a:r>
              <a:rPr lang="en-US" sz="4800" b="1" dirty="0" err="1">
                <a:solidFill>
                  <a:srgbClr val="FF0000"/>
                </a:solidFill>
                <a:latin typeface="+mn-lt"/>
              </a:rPr>
              <a:t>Tạo</a:t>
            </a:r>
            <a:r>
              <a:rPr lang="en-US" sz="4800" b="1" dirty="0">
                <a:solidFill>
                  <a:srgbClr val="FF0000"/>
                </a:solidFill>
                <a:latin typeface="+mn-lt"/>
              </a:rPr>
              <a:t> web </a:t>
            </a:r>
            <a:r>
              <a:rPr lang="en-US" sz="4800" b="1" dirty="0" err="1">
                <a:solidFill>
                  <a:srgbClr val="FF0000"/>
                </a:solidFill>
                <a:latin typeface="+mn-lt"/>
              </a:rPr>
              <a:t>với</a:t>
            </a:r>
            <a:r>
              <a:rPr lang="en-US" sz="4800" b="1" dirty="0">
                <a:solidFill>
                  <a:srgbClr val="FF0000"/>
                </a:solidFill>
                <a:latin typeface="+mn-lt"/>
              </a:rPr>
              <a:t> EF core database first</a:t>
            </a:r>
            <a:endParaRPr lang="en-US" sz="4800" b="1" dirty="0">
              <a:solidFill>
                <a:srgbClr val="FF0000"/>
              </a:solidFill>
              <a:latin typeface="+mn-lt"/>
              <a:ea typeface="Calibri" panose="020F0502020204030204" pitchFamily="34" charset="0"/>
              <a:cs typeface="Calibri" panose="020F0502020204030204" pitchFamily="34" charset="0"/>
            </a:endParaRPr>
          </a:p>
        </p:txBody>
      </p:sp>
      <p:sp>
        <p:nvSpPr>
          <p:cNvPr id="4" name="Footer Placeholder 3"/>
          <p:cNvSpPr>
            <a:spLocks noGrp="1"/>
          </p:cNvSpPr>
          <p:nvPr>
            <p:ph type="ftr" sz="quarter" idx="11"/>
          </p:nvPr>
        </p:nvSpPr>
        <p:spPr>
          <a:xfrm>
            <a:off x="4038600" y="6433038"/>
            <a:ext cx="4114800" cy="365125"/>
          </a:xfrm>
        </p:spPr>
        <p:txBody>
          <a:bodyPr/>
          <a:lstStyle/>
          <a:p>
            <a:r>
              <a:rPr lang="vi-VN" dirty="0"/>
              <a:t>Lập trình C#3</a:t>
            </a:r>
            <a:endParaRPr lang="en-US" dirty="0"/>
          </a:p>
        </p:txBody>
      </p:sp>
      <p:sp>
        <p:nvSpPr>
          <p:cNvPr id="5" name="Slide Number Placeholder 4"/>
          <p:cNvSpPr>
            <a:spLocks noGrp="1"/>
          </p:cNvSpPr>
          <p:nvPr>
            <p:ph type="sldNum" sz="quarter" idx="12"/>
          </p:nvPr>
        </p:nvSpPr>
        <p:spPr/>
        <p:txBody>
          <a:bodyPr/>
          <a:lstStyle/>
          <a:p>
            <a:fld id="{8AACEE26-D979-411F-B229-D9F26BAEDF07}" type="slidenum">
              <a:rPr lang="en-US" smtClean="0"/>
              <a:t>31</a:t>
            </a:fld>
            <a:endParaRPr lang="en-US" dirty="0"/>
          </a:p>
        </p:txBody>
      </p:sp>
      <p:sp>
        <p:nvSpPr>
          <p:cNvPr id="12" name="Rectangle 3">
            <a:extLst>
              <a:ext uri="{FF2B5EF4-FFF2-40B4-BE49-F238E27FC236}">
                <a16:creationId xmlns:a16="http://schemas.microsoft.com/office/drawing/2014/main" id="{9F5DB8A3-5580-499D-AB0C-169958D57F6D}"/>
              </a:ext>
            </a:extLst>
          </p:cNvPr>
          <p:cNvSpPr txBox="1">
            <a:spLocks noChangeArrowheads="1"/>
          </p:cNvSpPr>
          <p:nvPr/>
        </p:nvSpPr>
        <p:spPr>
          <a:xfrm>
            <a:off x="342900" y="1142512"/>
            <a:ext cx="11711354" cy="5029688"/>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Clr>
                <a:srgbClr val="FF5A33"/>
              </a:buClr>
              <a:buFont typeface="Wingdings" pitchFamily="2" charset="2"/>
              <a:buChar char="q"/>
              <a:defRPr sz="2800" kern="1200">
                <a:solidFill>
                  <a:schemeClr val="tx1"/>
                </a:solidFill>
                <a:latin typeface="Segoe UI" pitchFamily="34" charset="0"/>
                <a:ea typeface="+mn-ea"/>
                <a:cs typeface="Segoe UI" pitchFamily="34" charset="0"/>
              </a:defRPr>
            </a:lvl1pPr>
            <a:lvl2pPr marL="742950" indent="-285750" algn="l" defTabSz="914400" rtl="0" eaLnBrk="1" latinLnBrk="0" hangingPunct="1">
              <a:spcBef>
                <a:spcPct val="20000"/>
              </a:spcBef>
              <a:buClr>
                <a:srgbClr val="FF5A33"/>
              </a:buClr>
              <a:buFont typeface="Wingdings" pitchFamily="2" charset="2"/>
              <a:buChar char="v"/>
              <a:defRPr sz="2400" kern="1200">
                <a:solidFill>
                  <a:schemeClr val="tx1"/>
                </a:solidFill>
                <a:latin typeface="Segoe UI" pitchFamily="34" charset="0"/>
                <a:ea typeface="+mn-ea"/>
                <a:cs typeface="Segoe UI" pitchFamily="34" charset="0"/>
              </a:defRPr>
            </a:lvl2pPr>
            <a:lvl3pPr marL="1143000" indent="-228600" algn="l" defTabSz="914400" rtl="0" eaLnBrk="1" latinLnBrk="0" hangingPunct="1">
              <a:spcBef>
                <a:spcPct val="20000"/>
              </a:spcBef>
              <a:buClr>
                <a:srgbClr val="FF5A33"/>
              </a:buClr>
              <a:buFont typeface="Wingdings" pitchFamily="2" charset="2"/>
              <a:buChar char="Ø"/>
              <a:defRPr sz="2000" kern="1200">
                <a:solidFill>
                  <a:schemeClr val="tx1"/>
                </a:solidFill>
                <a:latin typeface="Segoe UI" pitchFamily="34" charset="0"/>
                <a:ea typeface="+mn-ea"/>
                <a:cs typeface="Segoe UI" pitchFamily="34" charset="0"/>
              </a:defRPr>
            </a:lvl3pPr>
            <a:lvl4pPr marL="1600200" indent="-228600" algn="l" defTabSz="914400" rtl="0" eaLnBrk="1" latinLnBrk="0" hangingPunct="1">
              <a:spcBef>
                <a:spcPct val="20000"/>
              </a:spcBef>
              <a:buClr>
                <a:srgbClr val="FF5A33"/>
              </a:buClr>
              <a:buFont typeface="Wingdings" pitchFamily="2" charset="2"/>
              <a:buChar char="ü"/>
              <a:defRPr sz="1800" kern="1200">
                <a:solidFill>
                  <a:schemeClr val="tx1"/>
                </a:solidFill>
                <a:latin typeface="Segoe UI" pitchFamily="34" charset="0"/>
                <a:ea typeface="+mn-ea"/>
                <a:cs typeface="Segoe UI" pitchFamily="34" charset="0"/>
              </a:defRPr>
            </a:lvl4pPr>
            <a:lvl5pPr marL="2057400" indent="-228600" algn="l" defTabSz="914400" rtl="0" eaLnBrk="1" latinLnBrk="0" hangingPunct="1">
              <a:spcBef>
                <a:spcPct val="20000"/>
              </a:spcBef>
              <a:buClr>
                <a:srgbClr val="FF5A33"/>
              </a:buClr>
              <a:buFont typeface="Wingdings" pitchFamily="2" charset="2"/>
              <a:buChar char="§"/>
              <a:defRPr sz="1800" kern="1200">
                <a:solidFill>
                  <a:schemeClr val="tx1"/>
                </a:solidFill>
                <a:latin typeface="Segoe UI" pitchFamily="34" charset="0"/>
                <a:ea typeface="+mn-ea"/>
                <a:cs typeface="Segoe UI"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dirty="0"/>
              <a:t>B</a:t>
            </a:r>
            <a:r>
              <a:rPr lang="vi-VN" dirty="0"/>
              <a:t>ư</a:t>
            </a:r>
            <a:r>
              <a:rPr lang="en-US" dirty="0" err="1"/>
              <a:t>ớc</a:t>
            </a:r>
            <a:r>
              <a:rPr lang="en-US" dirty="0"/>
              <a:t> 6 </a:t>
            </a:r>
            <a:r>
              <a:rPr lang="en-US" dirty="0" err="1"/>
              <a:t>hiện</a:t>
            </a:r>
            <a:r>
              <a:rPr lang="en-US" dirty="0"/>
              <a:t> </a:t>
            </a:r>
            <a:r>
              <a:rPr lang="en-US" dirty="0" err="1"/>
              <a:t>thực</a:t>
            </a:r>
            <a:r>
              <a:rPr lang="en-US" dirty="0"/>
              <a:t> CRUD operations: Right-click </a:t>
            </a:r>
            <a:r>
              <a:rPr lang="en-US" dirty="0" err="1"/>
              <a:t>trên</a:t>
            </a:r>
            <a:r>
              <a:rPr lang="en-US" dirty="0"/>
              <a:t> controller , </a:t>
            </a:r>
            <a:r>
              <a:rPr lang="en-US" dirty="0" err="1"/>
              <a:t>chọn</a:t>
            </a:r>
            <a:r>
              <a:rPr lang="en-US" dirty="0"/>
              <a:t> </a:t>
            </a:r>
            <a:r>
              <a:rPr lang="en-US" b="1" dirty="0"/>
              <a:t>add new item, </a:t>
            </a:r>
            <a:r>
              <a:rPr lang="en-US" dirty="0" err="1"/>
              <a:t>chọn</a:t>
            </a:r>
            <a:r>
              <a:rPr lang="en-US" b="1" dirty="0"/>
              <a:t> controller, </a:t>
            </a:r>
            <a:r>
              <a:rPr lang="en-US" dirty="0" err="1"/>
              <a:t>chọn</a:t>
            </a:r>
            <a:r>
              <a:rPr lang="en-US" dirty="0"/>
              <a:t> </a:t>
            </a:r>
            <a:r>
              <a:rPr lang="en-US" b="1" dirty="0"/>
              <a:t>MVC Controller with views, using Entity Framework</a:t>
            </a:r>
            <a:r>
              <a:rPr lang="en-US" dirty="0"/>
              <a:t> </a:t>
            </a:r>
            <a:r>
              <a:rPr lang="en-US" dirty="0" err="1"/>
              <a:t>và</a:t>
            </a:r>
            <a:r>
              <a:rPr lang="en-US" dirty="0"/>
              <a:t> </a:t>
            </a:r>
            <a:r>
              <a:rPr lang="en-US" dirty="0" err="1"/>
              <a:t>chọn</a:t>
            </a:r>
            <a:r>
              <a:rPr lang="en-US" dirty="0"/>
              <a:t> </a:t>
            </a:r>
            <a:r>
              <a:rPr lang="en-US" b="1" dirty="0"/>
              <a:t>Add</a:t>
            </a:r>
            <a:r>
              <a:rPr lang="en-US" dirty="0"/>
              <a:t>.</a:t>
            </a:r>
          </a:p>
        </p:txBody>
      </p:sp>
      <p:pic>
        <p:nvPicPr>
          <p:cNvPr id="6" name="Picture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439340" y="0"/>
            <a:ext cx="1828919" cy="1312750"/>
          </a:xfrm>
          <a:prstGeom prst="rect">
            <a:avLst/>
          </a:prstGeom>
        </p:spPr>
      </p:pic>
      <p:pic>
        <p:nvPicPr>
          <p:cNvPr id="9" name="Picture 8">
            <a:extLst>
              <a:ext uri="{FF2B5EF4-FFF2-40B4-BE49-F238E27FC236}">
                <a16:creationId xmlns:a16="http://schemas.microsoft.com/office/drawing/2014/main" id="{882F2D3D-FD5D-4E41-B8F3-D0F2F8AE8E55}"/>
              </a:ext>
            </a:extLst>
          </p:cNvPr>
          <p:cNvPicPr>
            <a:picLocks noChangeAspect="1"/>
          </p:cNvPicPr>
          <p:nvPr/>
        </p:nvPicPr>
        <p:blipFill>
          <a:blip r:embed="rId3"/>
          <a:stretch>
            <a:fillRect/>
          </a:stretch>
        </p:blipFill>
        <p:spPr>
          <a:xfrm>
            <a:off x="2334358" y="2470638"/>
            <a:ext cx="7277100" cy="3962400"/>
          </a:xfrm>
          <a:prstGeom prst="rect">
            <a:avLst/>
          </a:prstGeom>
        </p:spPr>
      </p:pic>
    </p:spTree>
    <p:extLst>
      <p:ext uri="{BB962C8B-B14F-4D97-AF65-F5344CB8AC3E}">
        <p14:creationId xmlns:p14="http://schemas.microsoft.com/office/powerpoint/2010/main" val="4085757164"/>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42900" y="365125"/>
            <a:ext cx="11614638" cy="593237"/>
          </a:xfrm>
        </p:spPr>
        <p:txBody>
          <a:bodyPr>
            <a:noAutofit/>
          </a:bodyPr>
          <a:lstStyle/>
          <a:p>
            <a:r>
              <a:rPr lang="en-US" sz="4800" b="1" dirty="0" err="1">
                <a:solidFill>
                  <a:srgbClr val="FF0000"/>
                </a:solidFill>
                <a:latin typeface="+mn-lt"/>
              </a:rPr>
              <a:t>Tạo</a:t>
            </a:r>
            <a:r>
              <a:rPr lang="en-US" sz="4800" b="1" dirty="0">
                <a:solidFill>
                  <a:srgbClr val="FF0000"/>
                </a:solidFill>
                <a:latin typeface="+mn-lt"/>
              </a:rPr>
              <a:t> web </a:t>
            </a:r>
            <a:r>
              <a:rPr lang="en-US" sz="4800" b="1" dirty="0" err="1">
                <a:solidFill>
                  <a:srgbClr val="FF0000"/>
                </a:solidFill>
                <a:latin typeface="+mn-lt"/>
              </a:rPr>
              <a:t>với</a:t>
            </a:r>
            <a:r>
              <a:rPr lang="en-US" sz="4800" b="1" dirty="0">
                <a:solidFill>
                  <a:srgbClr val="FF0000"/>
                </a:solidFill>
                <a:latin typeface="+mn-lt"/>
              </a:rPr>
              <a:t> EF core database first</a:t>
            </a:r>
            <a:endParaRPr lang="en-US" sz="4800" b="1" dirty="0">
              <a:solidFill>
                <a:srgbClr val="FF0000"/>
              </a:solidFill>
              <a:latin typeface="+mn-lt"/>
              <a:ea typeface="Calibri" panose="020F0502020204030204" pitchFamily="34" charset="0"/>
              <a:cs typeface="Calibri" panose="020F0502020204030204" pitchFamily="34" charset="0"/>
            </a:endParaRPr>
          </a:p>
        </p:txBody>
      </p:sp>
      <p:sp>
        <p:nvSpPr>
          <p:cNvPr id="4" name="Footer Placeholder 3"/>
          <p:cNvSpPr>
            <a:spLocks noGrp="1"/>
          </p:cNvSpPr>
          <p:nvPr>
            <p:ph type="ftr" sz="quarter" idx="11"/>
          </p:nvPr>
        </p:nvSpPr>
        <p:spPr>
          <a:xfrm>
            <a:off x="4038600" y="6433038"/>
            <a:ext cx="4114800" cy="365125"/>
          </a:xfrm>
        </p:spPr>
        <p:txBody>
          <a:bodyPr/>
          <a:lstStyle/>
          <a:p>
            <a:r>
              <a:rPr lang="vi-VN" dirty="0"/>
              <a:t>Lập trình C#3</a:t>
            </a:r>
            <a:endParaRPr lang="en-US" dirty="0"/>
          </a:p>
        </p:txBody>
      </p:sp>
      <p:sp>
        <p:nvSpPr>
          <p:cNvPr id="5" name="Slide Number Placeholder 4"/>
          <p:cNvSpPr>
            <a:spLocks noGrp="1"/>
          </p:cNvSpPr>
          <p:nvPr>
            <p:ph type="sldNum" sz="quarter" idx="12"/>
          </p:nvPr>
        </p:nvSpPr>
        <p:spPr/>
        <p:txBody>
          <a:bodyPr/>
          <a:lstStyle/>
          <a:p>
            <a:fld id="{8AACEE26-D979-411F-B229-D9F26BAEDF07}" type="slidenum">
              <a:rPr lang="en-US" smtClean="0"/>
              <a:t>32</a:t>
            </a:fld>
            <a:endParaRPr lang="en-US" dirty="0"/>
          </a:p>
        </p:txBody>
      </p:sp>
      <p:sp>
        <p:nvSpPr>
          <p:cNvPr id="12" name="Rectangle 3">
            <a:extLst>
              <a:ext uri="{FF2B5EF4-FFF2-40B4-BE49-F238E27FC236}">
                <a16:creationId xmlns:a16="http://schemas.microsoft.com/office/drawing/2014/main" id="{9F5DB8A3-5580-499D-AB0C-169958D57F6D}"/>
              </a:ext>
            </a:extLst>
          </p:cNvPr>
          <p:cNvSpPr txBox="1">
            <a:spLocks noChangeArrowheads="1"/>
          </p:cNvSpPr>
          <p:nvPr/>
        </p:nvSpPr>
        <p:spPr>
          <a:xfrm>
            <a:off x="342900" y="1142512"/>
            <a:ext cx="11711354" cy="5029688"/>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Clr>
                <a:srgbClr val="FF5A33"/>
              </a:buClr>
              <a:buFont typeface="Wingdings" pitchFamily="2" charset="2"/>
              <a:buChar char="q"/>
              <a:defRPr sz="2800" kern="1200">
                <a:solidFill>
                  <a:schemeClr val="tx1"/>
                </a:solidFill>
                <a:latin typeface="Segoe UI" pitchFamily="34" charset="0"/>
                <a:ea typeface="+mn-ea"/>
                <a:cs typeface="Segoe UI" pitchFamily="34" charset="0"/>
              </a:defRPr>
            </a:lvl1pPr>
            <a:lvl2pPr marL="742950" indent="-285750" algn="l" defTabSz="914400" rtl="0" eaLnBrk="1" latinLnBrk="0" hangingPunct="1">
              <a:spcBef>
                <a:spcPct val="20000"/>
              </a:spcBef>
              <a:buClr>
                <a:srgbClr val="FF5A33"/>
              </a:buClr>
              <a:buFont typeface="Wingdings" pitchFamily="2" charset="2"/>
              <a:buChar char="v"/>
              <a:defRPr sz="2400" kern="1200">
                <a:solidFill>
                  <a:schemeClr val="tx1"/>
                </a:solidFill>
                <a:latin typeface="Segoe UI" pitchFamily="34" charset="0"/>
                <a:ea typeface="+mn-ea"/>
                <a:cs typeface="Segoe UI" pitchFamily="34" charset="0"/>
              </a:defRPr>
            </a:lvl2pPr>
            <a:lvl3pPr marL="1143000" indent="-228600" algn="l" defTabSz="914400" rtl="0" eaLnBrk="1" latinLnBrk="0" hangingPunct="1">
              <a:spcBef>
                <a:spcPct val="20000"/>
              </a:spcBef>
              <a:buClr>
                <a:srgbClr val="FF5A33"/>
              </a:buClr>
              <a:buFont typeface="Wingdings" pitchFamily="2" charset="2"/>
              <a:buChar char="Ø"/>
              <a:defRPr sz="2000" kern="1200">
                <a:solidFill>
                  <a:schemeClr val="tx1"/>
                </a:solidFill>
                <a:latin typeface="Segoe UI" pitchFamily="34" charset="0"/>
                <a:ea typeface="+mn-ea"/>
                <a:cs typeface="Segoe UI" pitchFamily="34" charset="0"/>
              </a:defRPr>
            </a:lvl3pPr>
            <a:lvl4pPr marL="1600200" indent="-228600" algn="l" defTabSz="914400" rtl="0" eaLnBrk="1" latinLnBrk="0" hangingPunct="1">
              <a:spcBef>
                <a:spcPct val="20000"/>
              </a:spcBef>
              <a:buClr>
                <a:srgbClr val="FF5A33"/>
              </a:buClr>
              <a:buFont typeface="Wingdings" pitchFamily="2" charset="2"/>
              <a:buChar char="ü"/>
              <a:defRPr sz="1800" kern="1200">
                <a:solidFill>
                  <a:schemeClr val="tx1"/>
                </a:solidFill>
                <a:latin typeface="Segoe UI" pitchFamily="34" charset="0"/>
                <a:ea typeface="+mn-ea"/>
                <a:cs typeface="Segoe UI" pitchFamily="34" charset="0"/>
              </a:defRPr>
            </a:lvl4pPr>
            <a:lvl5pPr marL="2057400" indent="-228600" algn="l" defTabSz="914400" rtl="0" eaLnBrk="1" latinLnBrk="0" hangingPunct="1">
              <a:spcBef>
                <a:spcPct val="20000"/>
              </a:spcBef>
              <a:buClr>
                <a:srgbClr val="FF5A33"/>
              </a:buClr>
              <a:buFont typeface="Wingdings" pitchFamily="2" charset="2"/>
              <a:buChar char="§"/>
              <a:defRPr sz="1800" kern="1200">
                <a:solidFill>
                  <a:schemeClr val="tx1"/>
                </a:solidFill>
                <a:latin typeface="Segoe UI" pitchFamily="34" charset="0"/>
                <a:ea typeface="+mn-ea"/>
                <a:cs typeface="Segoe UI"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dirty="0"/>
              <a:t>B</a:t>
            </a:r>
            <a:r>
              <a:rPr lang="vi-VN" dirty="0"/>
              <a:t>ư</a:t>
            </a:r>
            <a:r>
              <a:rPr lang="en-US" dirty="0" err="1"/>
              <a:t>ớc</a:t>
            </a:r>
            <a:r>
              <a:rPr lang="en-US" dirty="0"/>
              <a:t> 6 </a:t>
            </a:r>
            <a:r>
              <a:rPr lang="en-US" dirty="0" err="1"/>
              <a:t>hiện</a:t>
            </a:r>
            <a:r>
              <a:rPr lang="en-US" dirty="0"/>
              <a:t> </a:t>
            </a:r>
            <a:r>
              <a:rPr lang="en-US" dirty="0" err="1"/>
              <a:t>thực</a:t>
            </a:r>
            <a:r>
              <a:rPr lang="en-US" dirty="0"/>
              <a:t> CRUD operations</a:t>
            </a:r>
          </a:p>
          <a:p>
            <a:r>
              <a:rPr lang="en-US" dirty="0" err="1"/>
              <a:t>Chọn</a:t>
            </a:r>
            <a:r>
              <a:rPr lang="en-US" dirty="0"/>
              <a:t> model </a:t>
            </a:r>
            <a:r>
              <a:rPr lang="en-US" dirty="0" err="1"/>
              <a:t>và</a:t>
            </a:r>
            <a:r>
              <a:rPr lang="en-US" dirty="0"/>
              <a:t> data context class</a:t>
            </a:r>
          </a:p>
        </p:txBody>
      </p:sp>
      <p:pic>
        <p:nvPicPr>
          <p:cNvPr id="6" name="Picture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439340" y="0"/>
            <a:ext cx="1828919" cy="1312750"/>
          </a:xfrm>
          <a:prstGeom prst="rect">
            <a:avLst/>
          </a:prstGeom>
        </p:spPr>
      </p:pic>
      <p:pic>
        <p:nvPicPr>
          <p:cNvPr id="8" name="Picture 7">
            <a:extLst>
              <a:ext uri="{FF2B5EF4-FFF2-40B4-BE49-F238E27FC236}">
                <a16:creationId xmlns:a16="http://schemas.microsoft.com/office/drawing/2014/main" id="{BDBA8CEC-FA69-2242-7CA8-50707BB6820F}"/>
              </a:ext>
            </a:extLst>
          </p:cNvPr>
          <p:cNvPicPr>
            <a:picLocks noChangeAspect="1"/>
          </p:cNvPicPr>
          <p:nvPr/>
        </p:nvPicPr>
        <p:blipFill>
          <a:blip r:embed="rId3"/>
          <a:stretch>
            <a:fillRect/>
          </a:stretch>
        </p:blipFill>
        <p:spPr>
          <a:xfrm>
            <a:off x="1559820" y="2263503"/>
            <a:ext cx="9108180" cy="4121150"/>
          </a:xfrm>
          <a:prstGeom prst="rect">
            <a:avLst/>
          </a:prstGeom>
        </p:spPr>
      </p:pic>
    </p:spTree>
    <p:extLst>
      <p:ext uri="{BB962C8B-B14F-4D97-AF65-F5344CB8AC3E}">
        <p14:creationId xmlns:p14="http://schemas.microsoft.com/office/powerpoint/2010/main" val="3240257747"/>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42900" y="365125"/>
            <a:ext cx="11614638" cy="593237"/>
          </a:xfrm>
        </p:spPr>
        <p:txBody>
          <a:bodyPr>
            <a:noAutofit/>
          </a:bodyPr>
          <a:lstStyle/>
          <a:p>
            <a:r>
              <a:rPr lang="en-US" sz="4800" b="1" dirty="0" err="1">
                <a:solidFill>
                  <a:srgbClr val="FF0000"/>
                </a:solidFill>
                <a:latin typeface="+mn-lt"/>
              </a:rPr>
              <a:t>Tạo</a:t>
            </a:r>
            <a:r>
              <a:rPr lang="en-US" sz="4800" b="1" dirty="0">
                <a:solidFill>
                  <a:srgbClr val="FF0000"/>
                </a:solidFill>
                <a:latin typeface="+mn-lt"/>
              </a:rPr>
              <a:t> web </a:t>
            </a:r>
            <a:r>
              <a:rPr lang="en-US" sz="4800" b="1" dirty="0" err="1">
                <a:solidFill>
                  <a:srgbClr val="FF0000"/>
                </a:solidFill>
                <a:latin typeface="+mn-lt"/>
              </a:rPr>
              <a:t>với</a:t>
            </a:r>
            <a:r>
              <a:rPr lang="en-US" sz="4800" b="1" dirty="0">
                <a:solidFill>
                  <a:srgbClr val="FF0000"/>
                </a:solidFill>
                <a:latin typeface="+mn-lt"/>
              </a:rPr>
              <a:t> EF core database first</a:t>
            </a:r>
            <a:endParaRPr lang="en-US" sz="4800" b="1" dirty="0">
              <a:solidFill>
                <a:srgbClr val="FF0000"/>
              </a:solidFill>
              <a:latin typeface="+mn-lt"/>
              <a:ea typeface="Calibri" panose="020F0502020204030204" pitchFamily="34" charset="0"/>
              <a:cs typeface="Calibri" panose="020F0502020204030204" pitchFamily="34" charset="0"/>
            </a:endParaRPr>
          </a:p>
        </p:txBody>
      </p:sp>
      <p:sp>
        <p:nvSpPr>
          <p:cNvPr id="4" name="Footer Placeholder 3"/>
          <p:cNvSpPr>
            <a:spLocks noGrp="1"/>
          </p:cNvSpPr>
          <p:nvPr>
            <p:ph type="ftr" sz="quarter" idx="11"/>
          </p:nvPr>
        </p:nvSpPr>
        <p:spPr>
          <a:xfrm>
            <a:off x="4038600" y="6433038"/>
            <a:ext cx="4114800" cy="365125"/>
          </a:xfrm>
        </p:spPr>
        <p:txBody>
          <a:bodyPr/>
          <a:lstStyle/>
          <a:p>
            <a:r>
              <a:rPr lang="vi-VN" dirty="0"/>
              <a:t>Lập trình C#3</a:t>
            </a:r>
            <a:endParaRPr lang="en-US" dirty="0"/>
          </a:p>
        </p:txBody>
      </p:sp>
      <p:sp>
        <p:nvSpPr>
          <p:cNvPr id="5" name="Slide Number Placeholder 4"/>
          <p:cNvSpPr>
            <a:spLocks noGrp="1"/>
          </p:cNvSpPr>
          <p:nvPr>
            <p:ph type="sldNum" sz="quarter" idx="12"/>
          </p:nvPr>
        </p:nvSpPr>
        <p:spPr/>
        <p:txBody>
          <a:bodyPr/>
          <a:lstStyle/>
          <a:p>
            <a:fld id="{8AACEE26-D979-411F-B229-D9F26BAEDF07}" type="slidenum">
              <a:rPr lang="en-US" smtClean="0"/>
              <a:t>33</a:t>
            </a:fld>
            <a:endParaRPr lang="en-US" dirty="0"/>
          </a:p>
        </p:txBody>
      </p:sp>
      <p:sp>
        <p:nvSpPr>
          <p:cNvPr id="12" name="Rectangle 3">
            <a:extLst>
              <a:ext uri="{FF2B5EF4-FFF2-40B4-BE49-F238E27FC236}">
                <a16:creationId xmlns:a16="http://schemas.microsoft.com/office/drawing/2014/main" id="{9F5DB8A3-5580-499D-AB0C-169958D57F6D}"/>
              </a:ext>
            </a:extLst>
          </p:cNvPr>
          <p:cNvSpPr txBox="1">
            <a:spLocks noChangeArrowheads="1"/>
          </p:cNvSpPr>
          <p:nvPr/>
        </p:nvSpPr>
        <p:spPr>
          <a:xfrm>
            <a:off x="342900" y="1142512"/>
            <a:ext cx="11711354" cy="5029688"/>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Clr>
                <a:srgbClr val="FF5A33"/>
              </a:buClr>
              <a:buFont typeface="Wingdings" pitchFamily="2" charset="2"/>
              <a:buChar char="q"/>
              <a:defRPr sz="2800" kern="1200">
                <a:solidFill>
                  <a:schemeClr val="tx1"/>
                </a:solidFill>
                <a:latin typeface="Segoe UI" pitchFamily="34" charset="0"/>
                <a:ea typeface="+mn-ea"/>
                <a:cs typeface="Segoe UI" pitchFamily="34" charset="0"/>
              </a:defRPr>
            </a:lvl1pPr>
            <a:lvl2pPr marL="742950" indent="-285750" algn="l" defTabSz="914400" rtl="0" eaLnBrk="1" latinLnBrk="0" hangingPunct="1">
              <a:spcBef>
                <a:spcPct val="20000"/>
              </a:spcBef>
              <a:buClr>
                <a:srgbClr val="FF5A33"/>
              </a:buClr>
              <a:buFont typeface="Wingdings" pitchFamily="2" charset="2"/>
              <a:buChar char="v"/>
              <a:defRPr sz="2400" kern="1200">
                <a:solidFill>
                  <a:schemeClr val="tx1"/>
                </a:solidFill>
                <a:latin typeface="Segoe UI" pitchFamily="34" charset="0"/>
                <a:ea typeface="+mn-ea"/>
                <a:cs typeface="Segoe UI" pitchFamily="34" charset="0"/>
              </a:defRPr>
            </a:lvl2pPr>
            <a:lvl3pPr marL="1143000" indent="-228600" algn="l" defTabSz="914400" rtl="0" eaLnBrk="1" latinLnBrk="0" hangingPunct="1">
              <a:spcBef>
                <a:spcPct val="20000"/>
              </a:spcBef>
              <a:buClr>
                <a:srgbClr val="FF5A33"/>
              </a:buClr>
              <a:buFont typeface="Wingdings" pitchFamily="2" charset="2"/>
              <a:buChar char="Ø"/>
              <a:defRPr sz="2000" kern="1200">
                <a:solidFill>
                  <a:schemeClr val="tx1"/>
                </a:solidFill>
                <a:latin typeface="Segoe UI" pitchFamily="34" charset="0"/>
                <a:ea typeface="+mn-ea"/>
                <a:cs typeface="Segoe UI" pitchFamily="34" charset="0"/>
              </a:defRPr>
            </a:lvl3pPr>
            <a:lvl4pPr marL="1600200" indent="-228600" algn="l" defTabSz="914400" rtl="0" eaLnBrk="1" latinLnBrk="0" hangingPunct="1">
              <a:spcBef>
                <a:spcPct val="20000"/>
              </a:spcBef>
              <a:buClr>
                <a:srgbClr val="FF5A33"/>
              </a:buClr>
              <a:buFont typeface="Wingdings" pitchFamily="2" charset="2"/>
              <a:buChar char="ü"/>
              <a:defRPr sz="1800" kern="1200">
                <a:solidFill>
                  <a:schemeClr val="tx1"/>
                </a:solidFill>
                <a:latin typeface="Segoe UI" pitchFamily="34" charset="0"/>
                <a:ea typeface="+mn-ea"/>
                <a:cs typeface="Segoe UI" pitchFamily="34" charset="0"/>
              </a:defRPr>
            </a:lvl4pPr>
            <a:lvl5pPr marL="2057400" indent="-228600" algn="l" defTabSz="914400" rtl="0" eaLnBrk="1" latinLnBrk="0" hangingPunct="1">
              <a:spcBef>
                <a:spcPct val="20000"/>
              </a:spcBef>
              <a:buClr>
                <a:srgbClr val="FF5A33"/>
              </a:buClr>
              <a:buFont typeface="Wingdings" pitchFamily="2" charset="2"/>
              <a:buChar char="§"/>
              <a:defRPr sz="1800" kern="1200">
                <a:solidFill>
                  <a:schemeClr val="tx1"/>
                </a:solidFill>
                <a:latin typeface="Segoe UI" pitchFamily="34" charset="0"/>
                <a:ea typeface="+mn-ea"/>
                <a:cs typeface="Segoe UI"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dirty="0"/>
              <a:t>B</a:t>
            </a:r>
            <a:r>
              <a:rPr lang="vi-VN" dirty="0"/>
              <a:t>ư</a:t>
            </a:r>
            <a:r>
              <a:rPr lang="en-US" dirty="0" err="1"/>
              <a:t>ớc</a:t>
            </a:r>
            <a:r>
              <a:rPr lang="en-US" dirty="0"/>
              <a:t> 6 </a:t>
            </a:r>
            <a:r>
              <a:rPr lang="en-US" dirty="0" err="1"/>
              <a:t>hiện</a:t>
            </a:r>
            <a:r>
              <a:rPr lang="en-US" dirty="0"/>
              <a:t> </a:t>
            </a:r>
            <a:r>
              <a:rPr lang="en-US" dirty="0" err="1"/>
              <a:t>thực</a:t>
            </a:r>
            <a:r>
              <a:rPr lang="en-US" dirty="0"/>
              <a:t> CRUD operation </a:t>
            </a:r>
            <a:r>
              <a:rPr lang="en-US" dirty="0" err="1"/>
              <a:t>thành</a:t>
            </a:r>
            <a:r>
              <a:rPr lang="en-US" dirty="0"/>
              <a:t> </a:t>
            </a:r>
            <a:r>
              <a:rPr lang="en-US" dirty="0" err="1"/>
              <a:t>công</a:t>
            </a:r>
            <a:r>
              <a:rPr lang="en-US" dirty="0"/>
              <a:t> </a:t>
            </a:r>
            <a:r>
              <a:rPr lang="en-US" dirty="0" err="1"/>
              <a:t>sẽ</a:t>
            </a:r>
            <a:r>
              <a:rPr lang="en-US" dirty="0"/>
              <a:t> </a:t>
            </a:r>
            <a:r>
              <a:rPr lang="en-US" dirty="0" err="1"/>
              <a:t>tự</a:t>
            </a:r>
            <a:r>
              <a:rPr lang="en-US" dirty="0"/>
              <a:t> </a:t>
            </a:r>
            <a:r>
              <a:rPr lang="en-US" dirty="0" err="1"/>
              <a:t>sinh</a:t>
            </a:r>
            <a:r>
              <a:rPr lang="en-US" dirty="0"/>
              <a:t> </a:t>
            </a:r>
            <a:r>
              <a:rPr lang="en-US" dirty="0" err="1"/>
              <a:t>ra</a:t>
            </a:r>
            <a:r>
              <a:rPr lang="en-US" dirty="0"/>
              <a:t> </a:t>
            </a:r>
            <a:r>
              <a:rPr lang="en-US" dirty="0" err="1"/>
              <a:t>các</a:t>
            </a:r>
            <a:r>
              <a:rPr lang="en-US" dirty="0"/>
              <a:t> action method t</a:t>
            </a:r>
            <a:r>
              <a:rPr lang="vi-VN" dirty="0"/>
              <a:t>ư</a:t>
            </a:r>
            <a:r>
              <a:rPr lang="en-US" dirty="0" err="1"/>
              <a:t>ơng</a:t>
            </a:r>
            <a:r>
              <a:rPr lang="en-US" dirty="0"/>
              <a:t> </a:t>
            </a:r>
            <a:r>
              <a:rPr lang="en-US" dirty="0" err="1"/>
              <a:t>ứng</a:t>
            </a:r>
            <a:r>
              <a:rPr lang="en-US" dirty="0"/>
              <a:t> </a:t>
            </a:r>
            <a:r>
              <a:rPr lang="en-US" dirty="0" err="1"/>
              <a:t>các</a:t>
            </a:r>
            <a:r>
              <a:rPr lang="en-US" dirty="0"/>
              <a:t> </a:t>
            </a:r>
            <a:r>
              <a:rPr lang="en-US" dirty="0" err="1"/>
              <a:t>thao</a:t>
            </a:r>
            <a:r>
              <a:rPr lang="en-US" dirty="0"/>
              <a:t> </a:t>
            </a:r>
            <a:r>
              <a:rPr lang="en-US" dirty="0" err="1"/>
              <a:t>tác</a:t>
            </a:r>
            <a:r>
              <a:rPr lang="en-US" dirty="0"/>
              <a:t> CRUD </a:t>
            </a:r>
            <a:r>
              <a:rPr lang="en-US" dirty="0" err="1"/>
              <a:t>và</a:t>
            </a:r>
            <a:r>
              <a:rPr lang="en-US" dirty="0"/>
              <a:t> </a:t>
            </a:r>
            <a:r>
              <a:rPr lang="en-US" dirty="0" err="1"/>
              <a:t>tự</a:t>
            </a:r>
            <a:r>
              <a:rPr lang="en-US" dirty="0"/>
              <a:t> </a:t>
            </a:r>
            <a:r>
              <a:rPr lang="en-US" dirty="0" err="1"/>
              <a:t>sinh</a:t>
            </a:r>
            <a:r>
              <a:rPr lang="en-US" dirty="0"/>
              <a:t> </a:t>
            </a:r>
            <a:r>
              <a:rPr lang="en-US" dirty="0" err="1"/>
              <a:t>các</a:t>
            </a:r>
            <a:r>
              <a:rPr lang="en-US" dirty="0"/>
              <a:t> view t</a:t>
            </a:r>
            <a:r>
              <a:rPr lang="vi-VN" dirty="0"/>
              <a:t>ư</a:t>
            </a:r>
            <a:r>
              <a:rPr lang="en-US" dirty="0" err="1"/>
              <a:t>ơng</a:t>
            </a:r>
            <a:r>
              <a:rPr lang="en-US" dirty="0"/>
              <a:t> </a:t>
            </a:r>
            <a:r>
              <a:rPr lang="en-US" dirty="0" err="1"/>
              <a:t>ứng</a:t>
            </a:r>
            <a:endParaRPr lang="en-US" dirty="0"/>
          </a:p>
        </p:txBody>
      </p:sp>
      <p:pic>
        <p:nvPicPr>
          <p:cNvPr id="6" name="Picture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439340" y="0"/>
            <a:ext cx="1828919" cy="1312750"/>
          </a:xfrm>
          <a:prstGeom prst="rect">
            <a:avLst/>
          </a:prstGeom>
        </p:spPr>
      </p:pic>
      <p:pic>
        <p:nvPicPr>
          <p:cNvPr id="9" name="Picture 8">
            <a:extLst>
              <a:ext uri="{FF2B5EF4-FFF2-40B4-BE49-F238E27FC236}">
                <a16:creationId xmlns:a16="http://schemas.microsoft.com/office/drawing/2014/main" id="{6AD60973-61D7-4B67-AE03-6E0014DEEEF4}"/>
              </a:ext>
            </a:extLst>
          </p:cNvPr>
          <p:cNvPicPr>
            <a:picLocks noChangeAspect="1"/>
          </p:cNvPicPr>
          <p:nvPr/>
        </p:nvPicPr>
        <p:blipFill>
          <a:blip r:embed="rId3"/>
          <a:stretch>
            <a:fillRect/>
          </a:stretch>
        </p:blipFill>
        <p:spPr>
          <a:xfrm>
            <a:off x="4563207" y="2109026"/>
            <a:ext cx="3429000" cy="4370570"/>
          </a:xfrm>
          <a:prstGeom prst="rect">
            <a:avLst/>
          </a:prstGeom>
        </p:spPr>
      </p:pic>
    </p:spTree>
    <p:extLst>
      <p:ext uri="{BB962C8B-B14F-4D97-AF65-F5344CB8AC3E}">
        <p14:creationId xmlns:p14="http://schemas.microsoft.com/office/powerpoint/2010/main" val="4197154006"/>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42900" y="365125"/>
            <a:ext cx="11614638" cy="593237"/>
          </a:xfrm>
        </p:spPr>
        <p:txBody>
          <a:bodyPr>
            <a:noAutofit/>
          </a:bodyPr>
          <a:lstStyle/>
          <a:p>
            <a:r>
              <a:rPr lang="en-US" sz="4800" b="1" dirty="0" err="1">
                <a:solidFill>
                  <a:srgbClr val="FF0000"/>
                </a:solidFill>
                <a:latin typeface="+mn-lt"/>
              </a:rPr>
              <a:t>Tạo</a:t>
            </a:r>
            <a:r>
              <a:rPr lang="en-US" sz="4800" b="1" dirty="0">
                <a:solidFill>
                  <a:srgbClr val="FF0000"/>
                </a:solidFill>
                <a:latin typeface="+mn-lt"/>
              </a:rPr>
              <a:t> web </a:t>
            </a:r>
            <a:r>
              <a:rPr lang="en-US" sz="4800" b="1" dirty="0" err="1">
                <a:solidFill>
                  <a:srgbClr val="FF0000"/>
                </a:solidFill>
                <a:latin typeface="+mn-lt"/>
              </a:rPr>
              <a:t>với</a:t>
            </a:r>
            <a:r>
              <a:rPr lang="en-US" sz="4800" b="1" dirty="0">
                <a:solidFill>
                  <a:srgbClr val="FF0000"/>
                </a:solidFill>
                <a:latin typeface="+mn-lt"/>
              </a:rPr>
              <a:t> EF core database first</a:t>
            </a:r>
            <a:endParaRPr lang="en-US" sz="4800" b="1" dirty="0">
              <a:solidFill>
                <a:srgbClr val="FF0000"/>
              </a:solidFill>
              <a:latin typeface="+mn-lt"/>
              <a:ea typeface="Calibri" panose="020F0502020204030204" pitchFamily="34" charset="0"/>
              <a:cs typeface="Calibri" panose="020F0502020204030204" pitchFamily="34" charset="0"/>
            </a:endParaRPr>
          </a:p>
        </p:txBody>
      </p:sp>
      <p:sp>
        <p:nvSpPr>
          <p:cNvPr id="4" name="Footer Placeholder 3"/>
          <p:cNvSpPr>
            <a:spLocks noGrp="1"/>
          </p:cNvSpPr>
          <p:nvPr>
            <p:ph type="ftr" sz="quarter" idx="11"/>
          </p:nvPr>
        </p:nvSpPr>
        <p:spPr>
          <a:xfrm>
            <a:off x="4038600" y="6433038"/>
            <a:ext cx="4114800" cy="365125"/>
          </a:xfrm>
        </p:spPr>
        <p:txBody>
          <a:bodyPr/>
          <a:lstStyle/>
          <a:p>
            <a:r>
              <a:rPr lang="vi-VN" dirty="0"/>
              <a:t>Lập trình C#3</a:t>
            </a:r>
            <a:endParaRPr lang="en-US" dirty="0"/>
          </a:p>
        </p:txBody>
      </p:sp>
      <p:sp>
        <p:nvSpPr>
          <p:cNvPr id="5" name="Slide Number Placeholder 4"/>
          <p:cNvSpPr>
            <a:spLocks noGrp="1"/>
          </p:cNvSpPr>
          <p:nvPr>
            <p:ph type="sldNum" sz="quarter" idx="12"/>
          </p:nvPr>
        </p:nvSpPr>
        <p:spPr/>
        <p:txBody>
          <a:bodyPr/>
          <a:lstStyle/>
          <a:p>
            <a:fld id="{8AACEE26-D979-411F-B229-D9F26BAEDF07}" type="slidenum">
              <a:rPr lang="en-US" smtClean="0"/>
              <a:t>34</a:t>
            </a:fld>
            <a:endParaRPr lang="en-US" dirty="0"/>
          </a:p>
        </p:txBody>
      </p:sp>
      <p:sp>
        <p:nvSpPr>
          <p:cNvPr id="12" name="Rectangle 3">
            <a:extLst>
              <a:ext uri="{FF2B5EF4-FFF2-40B4-BE49-F238E27FC236}">
                <a16:creationId xmlns:a16="http://schemas.microsoft.com/office/drawing/2014/main" id="{9F5DB8A3-5580-499D-AB0C-169958D57F6D}"/>
              </a:ext>
            </a:extLst>
          </p:cNvPr>
          <p:cNvSpPr txBox="1">
            <a:spLocks noChangeArrowheads="1"/>
          </p:cNvSpPr>
          <p:nvPr/>
        </p:nvSpPr>
        <p:spPr>
          <a:xfrm>
            <a:off x="342900" y="1142512"/>
            <a:ext cx="11711354" cy="5029688"/>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Clr>
                <a:srgbClr val="FF5A33"/>
              </a:buClr>
              <a:buFont typeface="Wingdings" pitchFamily="2" charset="2"/>
              <a:buChar char="q"/>
              <a:defRPr sz="2800" kern="1200">
                <a:solidFill>
                  <a:schemeClr val="tx1"/>
                </a:solidFill>
                <a:latin typeface="Segoe UI" pitchFamily="34" charset="0"/>
                <a:ea typeface="+mn-ea"/>
                <a:cs typeface="Segoe UI" pitchFamily="34" charset="0"/>
              </a:defRPr>
            </a:lvl1pPr>
            <a:lvl2pPr marL="742950" indent="-285750" algn="l" defTabSz="914400" rtl="0" eaLnBrk="1" latinLnBrk="0" hangingPunct="1">
              <a:spcBef>
                <a:spcPct val="20000"/>
              </a:spcBef>
              <a:buClr>
                <a:srgbClr val="FF5A33"/>
              </a:buClr>
              <a:buFont typeface="Wingdings" pitchFamily="2" charset="2"/>
              <a:buChar char="v"/>
              <a:defRPr sz="2400" kern="1200">
                <a:solidFill>
                  <a:schemeClr val="tx1"/>
                </a:solidFill>
                <a:latin typeface="Segoe UI" pitchFamily="34" charset="0"/>
                <a:ea typeface="+mn-ea"/>
                <a:cs typeface="Segoe UI" pitchFamily="34" charset="0"/>
              </a:defRPr>
            </a:lvl2pPr>
            <a:lvl3pPr marL="1143000" indent="-228600" algn="l" defTabSz="914400" rtl="0" eaLnBrk="1" latinLnBrk="0" hangingPunct="1">
              <a:spcBef>
                <a:spcPct val="20000"/>
              </a:spcBef>
              <a:buClr>
                <a:srgbClr val="FF5A33"/>
              </a:buClr>
              <a:buFont typeface="Wingdings" pitchFamily="2" charset="2"/>
              <a:buChar char="Ø"/>
              <a:defRPr sz="2000" kern="1200">
                <a:solidFill>
                  <a:schemeClr val="tx1"/>
                </a:solidFill>
                <a:latin typeface="Segoe UI" pitchFamily="34" charset="0"/>
                <a:ea typeface="+mn-ea"/>
                <a:cs typeface="Segoe UI" pitchFamily="34" charset="0"/>
              </a:defRPr>
            </a:lvl3pPr>
            <a:lvl4pPr marL="1600200" indent="-228600" algn="l" defTabSz="914400" rtl="0" eaLnBrk="1" latinLnBrk="0" hangingPunct="1">
              <a:spcBef>
                <a:spcPct val="20000"/>
              </a:spcBef>
              <a:buClr>
                <a:srgbClr val="FF5A33"/>
              </a:buClr>
              <a:buFont typeface="Wingdings" pitchFamily="2" charset="2"/>
              <a:buChar char="ü"/>
              <a:defRPr sz="1800" kern="1200">
                <a:solidFill>
                  <a:schemeClr val="tx1"/>
                </a:solidFill>
                <a:latin typeface="Segoe UI" pitchFamily="34" charset="0"/>
                <a:ea typeface="+mn-ea"/>
                <a:cs typeface="Segoe UI" pitchFamily="34" charset="0"/>
              </a:defRPr>
            </a:lvl4pPr>
            <a:lvl5pPr marL="2057400" indent="-228600" algn="l" defTabSz="914400" rtl="0" eaLnBrk="1" latinLnBrk="0" hangingPunct="1">
              <a:spcBef>
                <a:spcPct val="20000"/>
              </a:spcBef>
              <a:buClr>
                <a:srgbClr val="FF5A33"/>
              </a:buClr>
              <a:buFont typeface="Wingdings" pitchFamily="2" charset="2"/>
              <a:buChar char="§"/>
              <a:defRPr sz="1800" kern="1200">
                <a:solidFill>
                  <a:schemeClr val="tx1"/>
                </a:solidFill>
                <a:latin typeface="Segoe UI" pitchFamily="34" charset="0"/>
                <a:ea typeface="+mn-ea"/>
                <a:cs typeface="Segoe UI"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dirty="0"/>
              <a:t>B</a:t>
            </a:r>
            <a:r>
              <a:rPr lang="vi-VN" dirty="0"/>
              <a:t>ư</a:t>
            </a:r>
            <a:r>
              <a:rPr lang="en-US" dirty="0" err="1"/>
              <a:t>ớc</a:t>
            </a:r>
            <a:r>
              <a:rPr lang="en-US" dirty="0"/>
              <a:t> 7 </a:t>
            </a:r>
            <a:r>
              <a:rPr lang="en-US" dirty="0" err="1"/>
              <a:t>kiểm</a:t>
            </a:r>
            <a:r>
              <a:rPr lang="en-US" dirty="0"/>
              <a:t> </a:t>
            </a:r>
            <a:r>
              <a:rPr lang="en-US" dirty="0" err="1"/>
              <a:t>tra</a:t>
            </a:r>
            <a:r>
              <a:rPr lang="en-US" dirty="0"/>
              <a:t> </a:t>
            </a:r>
            <a:r>
              <a:rPr lang="en-US" dirty="0" err="1"/>
              <a:t>kết</a:t>
            </a:r>
            <a:r>
              <a:rPr lang="en-US" dirty="0"/>
              <a:t> </a:t>
            </a:r>
            <a:r>
              <a:rPr lang="en-US" dirty="0" err="1"/>
              <a:t>quả</a:t>
            </a:r>
            <a:endParaRPr lang="en-US" dirty="0"/>
          </a:p>
          <a:p>
            <a:r>
              <a:rPr lang="en-US" dirty="0" err="1"/>
              <a:t>Màn</a:t>
            </a:r>
            <a:r>
              <a:rPr lang="en-US" dirty="0"/>
              <a:t> </a:t>
            </a:r>
            <a:r>
              <a:rPr lang="en-US" dirty="0" err="1"/>
              <a:t>hình</a:t>
            </a:r>
            <a:r>
              <a:rPr lang="en-US" dirty="0"/>
              <a:t> </a:t>
            </a:r>
            <a:r>
              <a:rPr lang="en-US" dirty="0" err="1"/>
              <a:t>trang</a:t>
            </a:r>
            <a:r>
              <a:rPr lang="en-US" dirty="0"/>
              <a:t> </a:t>
            </a:r>
            <a:r>
              <a:rPr lang="en-US" dirty="0" smtClean="0"/>
              <a:t>index</a:t>
            </a:r>
          </a:p>
          <a:p>
            <a:endParaRPr lang="en-US" dirty="0"/>
          </a:p>
          <a:p>
            <a:endParaRPr lang="en-US" dirty="0" smtClean="0"/>
          </a:p>
          <a:p>
            <a:endParaRPr lang="en-US" dirty="0"/>
          </a:p>
          <a:p>
            <a:endParaRPr lang="en-US" dirty="0" smtClean="0"/>
          </a:p>
          <a:p>
            <a:r>
              <a:rPr lang="en-US" dirty="0" err="1"/>
              <a:t>Màn</a:t>
            </a:r>
            <a:r>
              <a:rPr lang="en-US" dirty="0"/>
              <a:t> </a:t>
            </a:r>
            <a:r>
              <a:rPr lang="en-US" dirty="0" err="1"/>
              <a:t>hình</a:t>
            </a:r>
            <a:r>
              <a:rPr lang="en-US" dirty="0"/>
              <a:t> Delete</a:t>
            </a:r>
          </a:p>
          <a:p>
            <a:endParaRPr lang="en-US" dirty="0"/>
          </a:p>
        </p:txBody>
      </p:sp>
      <p:pic>
        <p:nvPicPr>
          <p:cNvPr id="6" name="Picture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439340" y="0"/>
            <a:ext cx="1828919" cy="1312750"/>
          </a:xfrm>
          <a:prstGeom prst="rect">
            <a:avLst/>
          </a:prstGeom>
        </p:spPr>
      </p:pic>
      <p:pic>
        <p:nvPicPr>
          <p:cNvPr id="3" name="Picture 2"/>
          <p:cNvPicPr>
            <a:picLocks noChangeAspect="1"/>
          </p:cNvPicPr>
          <p:nvPr/>
        </p:nvPicPr>
        <p:blipFill>
          <a:blip r:embed="rId3"/>
          <a:stretch>
            <a:fillRect/>
          </a:stretch>
        </p:blipFill>
        <p:spPr>
          <a:xfrm>
            <a:off x="4778904" y="1204044"/>
            <a:ext cx="6942422" cy="2408129"/>
          </a:xfrm>
          <a:prstGeom prst="rect">
            <a:avLst/>
          </a:prstGeom>
        </p:spPr>
      </p:pic>
      <p:pic>
        <p:nvPicPr>
          <p:cNvPr id="7" name="Picture 6"/>
          <p:cNvPicPr>
            <a:picLocks noChangeAspect="1"/>
          </p:cNvPicPr>
          <p:nvPr/>
        </p:nvPicPr>
        <p:blipFill>
          <a:blip r:embed="rId4"/>
          <a:stretch>
            <a:fillRect/>
          </a:stretch>
        </p:blipFill>
        <p:spPr>
          <a:xfrm>
            <a:off x="4194590" y="3194488"/>
            <a:ext cx="4083082" cy="3161862"/>
          </a:xfrm>
          <a:prstGeom prst="rect">
            <a:avLst/>
          </a:prstGeom>
        </p:spPr>
      </p:pic>
    </p:spTree>
    <p:extLst>
      <p:ext uri="{BB962C8B-B14F-4D97-AF65-F5344CB8AC3E}">
        <p14:creationId xmlns:p14="http://schemas.microsoft.com/office/powerpoint/2010/main" val="2285649706"/>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42900" y="365125"/>
            <a:ext cx="11614638" cy="593237"/>
          </a:xfrm>
        </p:spPr>
        <p:txBody>
          <a:bodyPr>
            <a:noAutofit/>
          </a:bodyPr>
          <a:lstStyle/>
          <a:p>
            <a:r>
              <a:rPr lang="en-US" sz="4800" b="1" dirty="0" err="1">
                <a:solidFill>
                  <a:srgbClr val="FF0000"/>
                </a:solidFill>
                <a:latin typeface="+mn-lt"/>
              </a:rPr>
              <a:t>Tạo</a:t>
            </a:r>
            <a:r>
              <a:rPr lang="en-US" sz="4800" b="1" dirty="0">
                <a:solidFill>
                  <a:srgbClr val="FF0000"/>
                </a:solidFill>
                <a:latin typeface="+mn-lt"/>
              </a:rPr>
              <a:t> web </a:t>
            </a:r>
            <a:r>
              <a:rPr lang="en-US" sz="4800" b="1" dirty="0" err="1">
                <a:solidFill>
                  <a:srgbClr val="FF0000"/>
                </a:solidFill>
                <a:latin typeface="+mn-lt"/>
              </a:rPr>
              <a:t>với</a:t>
            </a:r>
            <a:r>
              <a:rPr lang="en-US" sz="4800" b="1" dirty="0">
                <a:solidFill>
                  <a:srgbClr val="FF0000"/>
                </a:solidFill>
                <a:latin typeface="+mn-lt"/>
              </a:rPr>
              <a:t> EF core database first</a:t>
            </a:r>
            <a:endParaRPr lang="en-US" sz="4800" b="1" dirty="0">
              <a:solidFill>
                <a:srgbClr val="FF0000"/>
              </a:solidFill>
              <a:latin typeface="+mn-lt"/>
              <a:ea typeface="Calibri" panose="020F0502020204030204" pitchFamily="34" charset="0"/>
              <a:cs typeface="Calibri" panose="020F0502020204030204" pitchFamily="34" charset="0"/>
            </a:endParaRPr>
          </a:p>
        </p:txBody>
      </p:sp>
      <p:sp>
        <p:nvSpPr>
          <p:cNvPr id="4" name="Footer Placeholder 3"/>
          <p:cNvSpPr>
            <a:spLocks noGrp="1"/>
          </p:cNvSpPr>
          <p:nvPr>
            <p:ph type="ftr" sz="quarter" idx="11"/>
          </p:nvPr>
        </p:nvSpPr>
        <p:spPr>
          <a:xfrm>
            <a:off x="4038600" y="6433038"/>
            <a:ext cx="4114800" cy="365125"/>
          </a:xfrm>
        </p:spPr>
        <p:txBody>
          <a:bodyPr/>
          <a:lstStyle/>
          <a:p>
            <a:r>
              <a:rPr lang="vi-VN" dirty="0"/>
              <a:t>Lập trình C#3</a:t>
            </a:r>
            <a:endParaRPr lang="en-US" dirty="0"/>
          </a:p>
        </p:txBody>
      </p:sp>
      <p:sp>
        <p:nvSpPr>
          <p:cNvPr id="5" name="Slide Number Placeholder 4"/>
          <p:cNvSpPr>
            <a:spLocks noGrp="1"/>
          </p:cNvSpPr>
          <p:nvPr>
            <p:ph type="sldNum" sz="quarter" idx="12"/>
          </p:nvPr>
        </p:nvSpPr>
        <p:spPr/>
        <p:txBody>
          <a:bodyPr/>
          <a:lstStyle/>
          <a:p>
            <a:fld id="{8AACEE26-D979-411F-B229-D9F26BAEDF07}" type="slidenum">
              <a:rPr lang="en-US" smtClean="0"/>
              <a:t>35</a:t>
            </a:fld>
            <a:endParaRPr lang="en-US" dirty="0"/>
          </a:p>
        </p:txBody>
      </p:sp>
      <p:sp>
        <p:nvSpPr>
          <p:cNvPr id="12" name="Rectangle 3">
            <a:extLst>
              <a:ext uri="{FF2B5EF4-FFF2-40B4-BE49-F238E27FC236}">
                <a16:creationId xmlns:a16="http://schemas.microsoft.com/office/drawing/2014/main" id="{9F5DB8A3-5580-499D-AB0C-169958D57F6D}"/>
              </a:ext>
            </a:extLst>
          </p:cNvPr>
          <p:cNvSpPr txBox="1">
            <a:spLocks noChangeArrowheads="1"/>
          </p:cNvSpPr>
          <p:nvPr/>
        </p:nvSpPr>
        <p:spPr>
          <a:xfrm>
            <a:off x="342900" y="1142512"/>
            <a:ext cx="11711354" cy="5029688"/>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Clr>
                <a:srgbClr val="FF5A33"/>
              </a:buClr>
              <a:buFont typeface="Wingdings" pitchFamily="2" charset="2"/>
              <a:buChar char="q"/>
              <a:defRPr sz="2800" kern="1200">
                <a:solidFill>
                  <a:schemeClr val="tx1"/>
                </a:solidFill>
                <a:latin typeface="Segoe UI" pitchFamily="34" charset="0"/>
                <a:ea typeface="+mn-ea"/>
                <a:cs typeface="Segoe UI" pitchFamily="34" charset="0"/>
              </a:defRPr>
            </a:lvl1pPr>
            <a:lvl2pPr marL="742950" indent="-285750" algn="l" defTabSz="914400" rtl="0" eaLnBrk="1" latinLnBrk="0" hangingPunct="1">
              <a:spcBef>
                <a:spcPct val="20000"/>
              </a:spcBef>
              <a:buClr>
                <a:srgbClr val="FF5A33"/>
              </a:buClr>
              <a:buFont typeface="Wingdings" pitchFamily="2" charset="2"/>
              <a:buChar char="v"/>
              <a:defRPr sz="2400" kern="1200">
                <a:solidFill>
                  <a:schemeClr val="tx1"/>
                </a:solidFill>
                <a:latin typeface="Segoe UI" pitchFamily="34" charset="0"/>
                <a:ea typeface="+mn-ea"/>
                <a:cs typeface="Segoe UI" pitchFamily="34" charset="0"/>
              </a:defRPr>
            </a:lvl2pPr>
            <a:lvl3pPr marL="1143000" indent="-228600" algn="l" defTabSz="914400" rtl="0" eaLnBrk="1" latinLnBrk="0" hangingPunct="1">
              <a:spcBef>
                <a:spcPct val="20000"/>
              </a:spcBef>
              <a:buClr>
                <a:srgbClr val="FF5A33"/>
              </a:buClr>
              <a:buFont typeface="Wingdings" pitchFamily="2" charset="2"/>
              <a:buChar char="Ø"/>
              <a:defRPr sz="2000" kern="1200">
                <a:solidFill>
                  <a:schemeClr val="tx1"/>
                </a:solidFill>
                <a:latin typeface="Segoe UI" pitchFamily="34" charset="0"/>
                <a:ea typeface="+mn-ea"/>
                <a:cs typeface="Segoe UI" pitchFamily="34" charset="0"/>
              </a:defRPr>
            </a:lvl3pPr>
            <a:lvl4pPr marL="1600200" indent="-228600" algn="l" defTabSz="914400" rtl="0" eaLnBrk="1" latinLnBrk="0" hangingPunct="1">
              <a:spcBef>
                <a:spcPct val="20000"/>
              </a:spcBef>
              <a:buClr>
                <a:srgbClr val="FF5A33"/>
              </a:buClr>
              <a:buFont typeface="Wingdings" pitchFamily="2" charset="2"/>
              <a:buChar char="ü"/>
              <a:defRPr sz="1800" kern="1200">
                <a:solidFill>
                  <a:schemeClr val="tx1"/>
                </a:solidFill>
                <a:latin typeface="Segoe UI" pitchFamily="34" charset="0"/>
                <a:ea typeface="+mn-ea"/>
                <a:cs typeface="Segoe UI" pitchFamily="34" charset="0"/>
              </a:defRPr>
            </a:lvl4pPr>
            <a:lvl5pPr marL="2057400" indent="-228600" algn="l" defTabSz="914400" rtl="0" eaLnBrk="1" latinLnBrk="0" hangingPunct="1">
              <a:spcBef>
                <a:spcPct val="20000"/>
              </a:spcBef>
              <a:buClr>
                <a:srgbClr val="FF5A33"/>
              </a:buClr>
              <a:buFont typeface="Wingdings" pitchFamily="2" charset="2"/>
              <a:buChar char="§"/>
              <a:defRPr sz="1800" kern="1200">
                <a:solidFill>
                  <a:schemeClr val="tx1"/>
                </a:solidFill>
                <a:latin typeface="Segoe UI" pitchFamily="34" charset="0"/>
                <a:ea typeface="+mn-ea"/>
                <a:cs typeface="Segoe UI"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dirty="0" err="1"/>
              <a:t>Màn</a:t>
            </a:r>
            <a:r>
              <a:rPr lang="en-US" dirty="0"/>
              <a:t> </a:t>
            </a:r>
            <a:r>
              <a:rPr lang="en-US" dirty="0" err="1"/>
              <a:t>hình</a:t>
            </a:r>
            <a:r>
              <a:rPr lang="en-US" dirty="0"/>
              <a:t> Detail</a:t>
            </a:r>
          </a:p>
        </p:txBody>
      </p:sp>
      <p:pic>
        <p:nvPicPr>
          <p:cNvPr id="6" name="Picture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439340" y="0"/>
            <a:ext cx="1828919" cy="1312750"/>
          </a:xfrm>
          <a:prstGeom prst="rect">
            <a:avLst/>
          </a:prstGeom>
        </p:spPr>
      </p:pic>
      <p:pic>
        <p:nvPicPr>
          <p:cNvPr id="3" name="Picture 2"/>
          <p:cNvPicPr>
            <a:picLocks noChangeAspect="1"/>
          </p:cNvPicPr>
          <p:nvPr/>
        </p:nvPicPr>
        <p:blipFill>
          <a:blip r:embed="rId3"/>
          <a:stretch>
            <a:fillRect/>
          </a:stretch>
        </p:blipFill>
        <p:spPr>
          <a:xfrm>
            <a:off x="3988887" y="1710541"/>
            <a:ext cx="4214225" cy="3436918"/>
          </a:xfrm>
          <a:prstGeom prst="rect">
            <a:avLst/>
          </a:prstGeom>
        </p:spPr>
      </p:pic>
    </p:spTree>
    <p:extLst>
      <p:ext uri="{BB962C8B-B14F-4D97-AF65-F5344CB8AC3E}">
        <p14:creationId xmlns:p14="http://schemas.microsoft.com/office/powerpoint/2010/main" val="1663720237"/>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42900" y="365125"/>
            <a:ext cx="11614638" cy="593237"/>
          </a:xfrm>
        </p:spPr>
        <p:txBody>
          <a:bodyPr>
            <a:noAutofit/>
          </a:bodyPr>
          <a:lstStyle/>
          <a:p>
            <a:r>
              <a:rPr lang="en-US" sz="4800" b="1" dirty="0" err="1">
                <a:solidFill>
                  <a:srgbClr val="FF0000"/>
                </a:solidFill>
                <a:latin typeface="+mn-lt"/>
              </a:rPr>
              <a:t>Tạo</a:t>
            </a:r>
            <a:r>
              <a:rPr lang="en-US" sz="4800" b="1" dirty="0">
                <a:solidFill>
                  <a:srgbClr val="FF0000"/>
                </a:solidFill>
                <a:latin typeface="+mn-lt"/>
              </a:rPr>
              <a:t> web </a:t>
            </a:r>
            <a:r>
              <a:rPr lang="en-US" sz="4800" b="1" dirty="0" err="1">
                <a:solidFill>
                  <a:srgbClr val="FF0000"/>
                </a:solidFill>
                <a:latin typeface="+mn-lt"/>
              </a:rPr>
              <a:t>với</a:t>
            </a:r>
            <a:r>
              <a:rPr lang="en-US" sz="4800" b="1" dirty="0">
                <a:solidFill>
                  <a:srgbClr val="FF0000"/>
                </a:solidFill>
                <a:latin typeface="+mn-lt"/>
              </a:rPr>
              <a:t> EF core database first</a:t>
            </a:r>
            <a:endParaRPr lang="en-US" sz="4800" b="1" dirty="0">
              <a:solidFill>
                <a:srgbClr val="FF0000"/>
              </a:solidFill>
              <a:latin typeface="+mn-lt"/>
              <a:ea typeface="Calibri" panose="020F0502020204030204" pitchFamily="34" charset="0"/>
              <a:cs typeface="Calibri" panose="020F0502020204030204" pitchFamily="34" charset="0"/>
            </a:endParaRPr>
          </a:p>
        </p:txBody>
      </p:sp>
      <p:sp>
        <p:nvSpPr>
          <p:cNvPr id="4" name="Footer Placeholder 3"/>
          <p:cNvSpPr>
            <a:spLocks noGrp="1"/>
          </p:cNvSpPr>
          <p:nvPr>
            <p:ph type="ftr" sz="quarter" idx="11"/>
          </p:nvPr>
        </p:nvSpPr>
        <p:spPr>
          <a:xfrm>
            <a:off x="4038600" y="6433038"/>
            <a:ext cx="4114800" cy="365125"/>
          </a:xfrm>
        </p:spPr>
        <p:txBody>
          <a:bodyPr/>
          <a:lstStyle/>
          <a:p>
            <a:r>
              <a:rPr lang="vi-VN" dirty="0"/>
              <a:t>Lập trình C#3</a:t>
            </a:r>
            <a:endParaRPr lang="en-US" dirty="0"/>
          </a:p>
        </p:txBody>
      </p:sp>
      <p:sp>
        <p:nvSpPr>
          <p:cNvPr id="5" name="Slide Number Placeholder 4"/>
          <p:cNvSpPr>
            <a:spLocks noGrp="1"/>
          </p:cNvSpPr>
          <p:nvPr>
            <p:ph type="sldNum" sz="quarter" idx="12"/>
          </p:nvPr>
        </p:nvSpPr>
        <p:spPr/>
        <p:txBody>
          <a:bodyPr/>
          <a:lstStyle/>
          <a:p>
            <a:fld id="{8AACEE26-D979-411F-B229-D9F26BAEDF07}" type="slidenum">
              <a:rPr lang="en-US" smtClean="0"/>
              <a:t>36</a:t>
            </a:fld>
            <a:endParaRPr lang="en-US" dirty="0"/>
          </a:p>
        </p:txBody>
      </p:sp>
      <p:sp>
        <p:nvSpPr>
          <p:cNvPr id="12" name="Rectangle 3">
            <a:extLst>
              <a:ext uri="{FF2B5EF4-FFF2-40B4-BE49-F238E27FC236}">
                <a16:creationId xmlns:a16="http://schemas.microsoft.com/office/drawing/2014/main" id="{9F5DB8A3-5580-499D-AB0C-169958D57F6D}"/>
              </a:ext>
            </a:extLst>
          </p:cNvPr>
          <p:cNvSpPr txBox="1">
            <a:spLocks noChangeArrowheads="1"/>
          </p:cNvSpPr>
          <p:nvPr/>
        </p:nvSpPr>
        <p:spPr>
          <a:xfrm>
            <a:off x="342900" y="1142512"/>
            <a:ext cx="11711354" cy="5029688"/>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Clr>
                <a:srgbClr val="FF5A33"/>
              </a:buClr>
              <a:buFont typeface="Wingdings" pitchFamily="2" charset="2"/>
              <a:buChar char="q"/>
              <a:defRPr sz="2800" kern="1200">
                <a:solidFill>
                  <a:schemeClr val="tx1"/>
                </a:solidFill>
                <a:latin typeface="Segoe UI" pitchFamily="34" charset="0"/>
                <a:ea typeface="+mn-ea"/>
                <a:cs typeface="Segoe UI" pitchFamily="34" charset="0"/>
              </a:defRPr>
            </a:lvl1pPr>
            <a:lvl2pPr marL="742950" indent="-285750" algn="l" defTabSz="914400" rtl="0" eaLnBrk="1" latinLnBrk="0" hangingPunct="1">
              <a:spcBef>
                <a:spcPct val="20000"/>
              </a:spcBef>
              <a:buClr>
                <a:srgbClr val="FF5A33"/>
              </a:buClr>
              <a:buFont typeface="Wingdings" pitchFamily="2" charset="2"/>
              <a:buChar char="v"/>
              <a:defRPr sz="2400" kern="1200">
                <a:solidFill>
                  <a:schemeClr val="tx1"/>
                </a:solidFill>
                <a:latin typeface="Segoe UI" pitchFamily="34" charset="0"/>
                <a:ea typeface="+mn-ea"/>
                <a:cs typeface="Segoe UI" pitchFamily="34" charset="0"/>
              </a:defRPr>
            </a:lvl2pPr>
            <a:lvl3pPr marL="1143000" indent="-228600" algn="l" defTabSz="914400" rtl="0" eaLnBrk="1" latinLnBrk="0" hangingPunct="1">
              <a:spcBef>
                <a:spcPct val="20000"/>
              </a:spcBef>
              <a:buClr>
                <a:srgbClr val="FF5A33"/>
              </a:buClr>
              <a:buFont typeface="Wingdings" pitchFamily="2" charset="2"/>
              <a:buChar char="Ø"/>
              <a:defRPr sz="2000" kern="1200">
                <a:solidFill>
                  <a:schemeClr val="tx1"/>
                </a:solidFill>
                <a:latin typeface="Segoe UI" pitchFamily="34" charset="0"/>
                <a:ea typeface="+mn-ea"/>
                <a:cs typeface="Segoe UI" pitchFamily="34" charset="0"/>
              </a:defRPr>
            </a:lvl3pPr>
            <a:lvl4pPr marL="1600200" indent="-228600" algn="l" defTabSz="914400" rtl="0" eaLnBrk="1" latinLnBrk="0" hangingPunct="1">
              <a:spcBef>
                <a:spcPct val="20000"/>
              </a:spcBef>
              <a:buClr>
                <a:srgbClr val="FF5A33"/>
              </a:buClr>
              <a:buFont typeface="Wingdings" pitchFamily="2" charset="2"/>
              <a:buChar char="ü"/>
              <a:defRPr sz="1800" kern="1200">
                <a:solidFill>
                  <a:schemeClr val="tx1"/>
                </a:solidFill>
                <a:latin typeface="Segoe UI" pitchFamily="34" charset="0"/>
                <a:ea typeface="+mn-ea"/>
                <a:cs typeface="Segoe UI" pitchFamily="34" charset="0"/>
              </a:defRPr>
            </a:lvl4pPr>
            <a:lvl5pPr marL="2057400" indent="-228600" algn="l" defTabSz="914400" rtl="0" eaLnBrk="1" latinLnBrk="0" hangingPunct="1">
              <a:spcBef>
                <a:spcPct val="20000"/>
              </a:spcBef>
              <a:buClr>
                <a:srgbClr val="FF5A33"/>
              </a:buClr>
              <a:buFont typeface="Wingdings" pitchFamily="2" charset="2"/>
              <a:buChar char="§"/>
              <a:defRPr sz="1800" kern="1200">
                <a:solidFill>
                  <a:schemeClr val="tx1"/>
                </a:solidFill>
                <a:latin typeface="Segoe UI" pitchFamily="34" charset="0"/>
                <a:ea typeface="+mn-ea"/>
                <a:cs typeface="Segoe UI"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dirty="0" err="1"/>
              <a:t>Màn</a:t>
            </a:r>
            <a:r>
              <a:rPr lang="en-US" dirty="0"/>
              <a:t> </a:t>
            </a:r>
            <a:r>
              <a:rPr lang="en-US" dirty="0" err="1"/>
              <a:t>hình</a:t>
            </a:r>
            <a:r>
              <a:rPr lang="en-US" dirty="0"/>
              <a:t> Create New</a:t>
            </a:r>
          </a:p>
        </p:txBody>
      </p:sp>
      <p:pic>
        <p:nvPicPr>
          <p:cNvPr id="6" name="Picture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439340" y="0"/>
            <a:ext cx="1828919" cy="1312750"/>
          </a:xfrm>
          <a:prstGeom prst="rect">
            <a:avLst/>
          </a:prstGeom>
        </p:spPr>
      </p:pic>
      <p:pic>
        <p:nvPicPr>
          <p:cNvPr id="3" name="Picture 2"/>
          <p:cNvPicPr>
            <a:picLocks noChangeAspect="1"/>
          </p:cNvPicPr>
          <p:nvPr/>
        </p:nvPicPr>
        <p:blipFill>
          <a:blip r:embed="rId3"/>
          <a:stretch>
            <a:fillRect/>
          </a:stretch>
        </p:blipFill>
        <p:spPr>
          <a:xfrm>
            <a:off x="4368098" y="1142512"/>
            <a:ext cx="4915326" cy="4816257"/>
          </a:xfrm>
          <a:prstGeom prst="rect">
            <a:avLst/>
          </a:prstGeom>
        </p:spPr>
      </p:pic>
    </p:spTree>
    <p:extLst>
      <p:ext uri="{BB962C8B-B14F-4D97-AF65-F5344CB8AC3E}">
        <p14:creationId xmlns:p14="http://schemas.microsoft.com/office/powerpoint/2010/main" val="2434704392"/>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Text Placeholder 29"/>
          <p:cNvSpPr>
            <a:spLocks noGrp="1"/>
          </p:cNvSpPr>
          <p:nvPr>
            <p:ph type="body" sz="quarter" idx="13"/>
          </p:nvPr>
        </p:nvSpPr>
        <p:spPr/>
        <p:txBody>
          <a:bodyPr/>
          <a:lstStyle/>
          <a:p>
            <a:endParaRPr lang="en-US"/>
          </a:p>
        </p:txBody>
      </p:sp>
      <p:sp>
        <p:nvSpPr>
          <p:cNvPr id="31" name="Text Placeholder 30"/>
          <p:cNvSpPr>
            <a:spLocks noGrp="1"/>
          </p:cNvSpPr>
          <p:nvPr>
            <p:ph type="body" sz="quarter" idx="22"/>
          </p:nvPr>
        </p:nvSpPr>
        <p:spPr/>
        <p:txBody>
          <a:bodyPr/>
          <a:lstStyle/>
          <a:p>
            <a:endParaRPr lang="en-US" dirty="0"/>
          </a:p>
        </p:txBody>
      </p:sp>
      <p:sp>
        <p:nvSpPr>
          <p:cNvPr id="2" name="Title 1"/>
          <p:cNvSpPr>
            <a:spLocks noGrp="1"/>
          </p:cNvSpPr>
          <p:nvPr>
            <p:ph type="title"/>
          </p:nvPr>
        </p:nvSpPr>
        <p:spPr/>
        <p:txBody>
          <a:bodyPr>
            <a:noAutofit/>
          </a:bodyPr>
          <a:lstStyle/>
          <a:p>
            <a:r>
              <a:rPr lang="en-US" sz="3600" dirty="0" err="1" smtClean="0">
                <a:solidFill>
                  <a:srgbClr val="FFC000"/>
                </a:solidFill>
              </a:rPr>
              <a:t>Hãy</a:t>
            </a:r>
            <a:r>
              <a:rPr lang="en-US" sz="3600" dirty="0" smtClean="0">
                <a:solidFill>
                  <a:srgbClr val="FFC000"/>
                </a:solidFill>
              </a:rPr>
              <a:t> </a:t>
            </a:r>
            <a:r>
              <a:rPr lang="en-US" sz="3600" dirty="0" err="1" smtClean="0">
                <a:solidFill>
                  <a:srgbClr val="FFC000"/>
                </a:solidFill>
              </a:rPr>
              <a:t>thực</a:t>
            </a:r>
            <a:r>
              <a:rPr lang="en-US" sz="3600" dirty="0" smtClean="0">
                <a:solidFill>
                  <a:srgbClr val="FFC000"/>
                </a:solidFill>
              </a:rPr>
              <a:t> </a:t>
            </a:r>
            <a:r>
              <a:rPr lang="en-US" sz="3600" dirty="0" err="1" smtClean="0">
                <a:solidFill>
                  <a:srgbClr val="FFC000"/>
                </a:solidFill>
              </a:rPr>
              <a:t>hiện</a:t>
            </a:r>
            <a:r>
              <a:rPr lang="en-US" sz="3600" dirty="0" smtClean="0">
                <a:solidFill>
                  <a:srgbClr val="FFC000"/>
                </a:solidFill>
              </a:rPr>
              <a:t> </a:t>
            </a:r>
            <a:r>
              <a:rPr lang="en-US" sz="3600" dirty="0" err="1" smtClean="0">
                <a:solidFill>
                  <a:srgbClr val="FFC000"/>
                </a:solidFill>
              </a:rPr>
              <a:t>các</a:t>
            </a:r>
            <a:r>
              <a:rPr lang="en-US" sz="3600" dirty="0" smtClean="0">
                <a:solidFill>
                  <a:srgbClr val="FFC000"/>
                </a:solidFill>
              </a:rPr>
              <a:t> </a:t>
            </a:r>
            <a:r>
              <a:rPr lang="en-US" sz="3600" dirty="0" err="1" smtClean="0">
                <a:solidFill>
                  <a:srgbClr val="FFC000"/>
                </a:solidFill>
              </a:rPr>
              <a:t>ví</a:t>
            </a:r>
            <a:r>
              <a:rPr lang="en-US" sz="3600" dirty="0" smtClean="0">
                <a:solidFill>
                  <a:srgbClr val="FFC000"/>
                </a:solidFill>
              </a:rPr>
              <a:t> </a:t>
            </a:r>
            <a:r>
              <a:rPr lang="en-US" sz="3600" dirty="0" err="1" smtClean="0">
                <a:solidFill>
                  <a:srgbClr val="FFC000"/>
                </a:solidFill>
              </a:rPr>
              <a:t>dụ</a:t>
            </a:r>
            <a:endParaRPr lang="en-US" sz="3600" dirty="0">
              <a:solidFill>
                <a:srgbClr val="FFC000"/>
              </a:solidFill>
            </a:endParaRPr>
          </a:p>
        </p:txBody>
      </p:sp>
      <p:sp>
        <p:nvSpPr>
          <p:cNvPr id="32" name="Text Placeholder 31"/>
          <p:cNvSpPr>
            <a:spLocks noGrp="1"/>
          </p:cNvSpPr>
          <p:nvPr>
            <p:ph type="body" sz="quarter" idx="23"/>
          </p:nvPr>
        </p:nvSpPr>
        <p:spPr/>
        <p:txBody>
          <a:bodyPr/>
          <a:lstStyle/>
          <a:p>
            <a:endParaRPr lang="en-US"/>
          </a:p>
        </p:txBody>
      </p:sp>
      <p:sp>
        <p:nvSpPr>
          <p:cNvPr id="4" name="Footer Placeholder 3"/>
          <p:cNvSpPr>
            <a:spLocks noGrp="1"/>
          </p:cNvSpPr>
          <p:nvPr>
            <p:ph type="ftr" sz="quarter" idx="4294967295"/>
          </p:nvPr>
        </p:nvSpPr>
        <p:spPr>
          <a:xfrm>
            <a:off x="0" y="6005146"/>
            <a:ext cx="12054254" cy="792529"/>
          </a:xfrm>
          <a:prstGeom prst="rect">
            <a:avLst/>
          </a:prstGeom>
        </p:spPr>
        <p:txBody>
          <a:bodyPr/>
          <a:lstStyle/>
          <a:p>
            <a:pPr algn="ctr"/>
            <a:r>
              <a:rPr lang="vi-VN" dirty="0"/>
              <a:t>Lập trình C#3</a:t>
            </a:r>
            <a:endParaRPr lang="en-US" dirty="0"/>
          </a:p>
        </p:txBody>
      </p:sp>
      <p:sp>
        <p:nvSpPr>
          <p:cNvPr id="5" name="Slide Number Placeholder 4"/>
          <p:cNvSpPr>
            <a:spLocks noGrp="1"/>
          </p:cNvSpPr>
          <p:nvPr>
            <p:ph type="sldNum" sz="quarter" idx="4294967295"/>
          </p:nvPr>
        </p:nvSpPr>
        <p:spPr>
          <a:xfrm>
            <a:off x="0" y="6340475"/>
            <a:ext cx="533400" cy="517525"/>
          </a:xfrm>
          <a:prstGeom prst="rect">
            <a:avLst/>
          </a:prstGeom>
        </p:spPr>
        <p:txBody>
          <a:bodyPr/>
          <a:lstStyle/>
          <a:p>
            <a:fld id="{8AACEE26-D979-411F-B229-D9F26BAEDF07}" type="slidenum">
              <a:rPr lang="en-US" smtClean="0"/>
              <a:t>37</a:t>
            </a:fld>
            <a:endParaRPr lang="en-US" dirty="0"/>
          </a:p>
        </p:txBody>
      </p:sp>
      <p:sp>
        <p:nvSpPr>
          <p:cNvPr id="12" name="Rectangle 3">
            <a:extLst>
              <a:ext uri="{FF2B5EF4-FFF2-40B4-BE49-F238E27FC236}">
                <a16:creationId xmlns:a16="http://schemas.microsoft.com/office/drawing/2014/main" id="{9F5DB8A3-5580-499D-AB0C-169958D57F6D}"/>
              </a:ext>
            </a:extLst>
          </p:cNvPr>
          <p:cNvSpPr txBox="1">
            <a:spLocks noChangeArrowheads="1"/>
          </p:cNvSpPr>
          <p:nvPr/>
        </p:nvSpPr>
        <p:spPr>
          <a:xfrm>
            <a:off x="342900" y="1142512"/>
            <a:ext cx="11711354" cy="5029688"/>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Clr>
                <a:srgbClr val="FF5A33"/>
              </a:buClr>
              <a:buFont typeface="Wingdings" pitchFamily="2" charset="2"/>
              <a:buChar char="q"/>
              <a:defRPr sz="2800" kern="1200">
                <a:solidFill>
                  <a:schemeClr val="tx1"/>
                </a:solidFill>
                <a:latin typeface="Segoe UI" pitchFamily="34" charset="0"/>
                <a:ea typeface="+mn-ea"/>
                <a:cs typeface="Segoe UI" pitchFamily="34" charset="0"/>
              </a:defRPr>
            </a:lvl1pPr>
            <a:lvl2pPr marL="742950" indent="-285750" algn="l" defTabSz="914400" rtl="0" eaLnBrk="1" latinLnBrk="0" hangingPunct="1">
              <a:spcBef>
                <a:spcPct val="20000"/>
              </a:spcBef>
              <a:buClr>
                <a:srgbClr val="FF5A33"/>
              </a:buClr>
              <a:buFont typeface="Wingdings" pitchFamily="2" charset="2"/>
              <a:buChar char="v"/>
              <a:defRPr sz="2400" kern="1200">
                <a:solidFill>
                  <a:schemeClr val="tx1"/>
                </a:solidFill>
                <a:latin typeface="Segoe UI" pitchFamily="34" charset="0"/>
                <a:ea typeface="+mn-ea"/>
                <a:cs typeface="Segoe UI" pitchFamily="34" charset="0"/>
              </a:defRPr>
            </a:lvl2pPr>
            <a:lvl3pPr marL="1143000" indent="-228600" algn="l" defTabSz="914400" rtl="0" eaLnBrk="1" latinLnBrk="0" hangingPunct="1">
              <a:spcBef>
                <a:spcPct val="20000"/>
              </a:spcBef>
              <a:buClr>
                <a:srgbClr val="FF5A33"/>
              </a:buClr>
              <a:buFont typeface="Wingdings" pitchFamily="2" charset="2"/>
              <a:buChar char="Ø"/>
              <a:defRPr sz="2000" kern="1200">
                <a:solidFill>
                  <a:schemeClr val="tx1"/>
                </a:solidFill>
                <a:latin typeface="Segoe UI" pitchFamily="34" charset="0"/>
                <a:ea typeface="+mn-ea"/>
                <a:cs typeface="Segoe UI" pitchFamily="34" charset="0"/>
              </a:defRPr>
            </a:lvl3pPr>
            <a:lvl4pPr marL="1600200" indent="-228600" algn="l" defTabSz="914400" rtl="0" eaLnBrk="1" latinLnBrk="0" hangingPunct="1">
              <a:spcBef>
                <a:spcPct val="20000"/>
              </a:spcBef>
              <a:buClr>
                <a:srgbClr val="FF5A33"/>
              </a:buClr>
              <a:buFont typeface="Wingdings" pitchFamily="2" charset="2"/>
              <a:buChar char="ü"/>
              <a:defRPr sz="1800" kern="1200">
                <a:solidFill>
                  <a:schemeClr val="tx1"/>
                </a:solidFill>
                <a:latin typeface="Segoe UI" pitchFamily="34" charset="0"/>
                <a:ea typeface="+mn-ea"/>
                <a:cs typeface="Segoe UI" pitchFamily="34" charset="0"/>
              </a:defRPr>
            </a:lvl4pPr>
            <a:lvl5pPr marL="2057400" indent="-228600" algn="l" defTabSz="914400" rtl="0" eaLnBrk="1" latinLnBrk="0" hangingPunct="1">
              <a:spcBef>
                <a:spcPct val="20000"/>
              </a:spcBef>
              <a:buClr>
                <a:srgbClr val="FF5A33"/>
              </a:buClr>
              <a:buFont typeface="Wingdings" pitchFamily="2" charset="2"/>
              <a:buChar char="§"/>
              <a:defRPr sz="1800" kern="1200">
                <a:solidFill>
                  <a:schemeClr val="tx1"/>
                </a:solidFill>
                <a:latin typeface="Segoe UI" pitchFamily="34" charset="0"/>
                <a:ea typeface="+mn-ea"/>
                <a:cs typeface="Segoe UI"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US" sz="6000" dirty="0" smtClean="0">
                <a:solidFill>
                  <a:srgbClr val="FF0000"/>
                </a:solidFill>
              </a:rPr>
              <a:t>				  </a:t>
            </a:r>
            <a:r>
              <a:rPr lang="en-US" sz="6000" dirty="0" smtClean="0">
                <a:solidFill>
                  <a:schemeClr val="bg1"/>
                </a:solidFill>
              </a:rPr>
              <a:t>DEMO</a:t>
            </a:r>
            <a:endParaRPr lang="en-US" sz="6000" dirty="0">
              <a:solidFill>
                <a:schemeClr val="bg1"/>
              </a:solidFill>
            </a:endParaRPr>
          </a:p>
        </p:txBody>
      </p:sp>
      <p:pic>
        <p:nvPicPr>
          <p:cNvPr id="6" name="Picture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104322" y="0"/>
            <a:ext cx="1828919" cy="1312750"/>
          </a:xfrm>
          <a:prstGeom prst="rect">
            <a:avLst/>
          </a:prstGeom>
        </p:spPr>
      </p:pic>
    </p:spTree>
    <p:extLst>
      <p:ext uri="{BB962C8B-B14F-4D97-AF65-F5344CB8AC3E}">
        <p14:creationId xmlns:p14="http://schemas.microsoft.com/office/powerpoint/2010/main" val="2142188313"/>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Text Placeholder 29"/>
          <p:cNvSpPr>
            <a:spLocks noGrp="1"/>
          </p:cNvSpPr>
          <p:nvPr>
            <p:ph type="body" sz="quarter" idx="13"/>
          </p:nvPr>
        </p:nvSpPr>
        <p:spPr/>
        <p:txBody>
          <a:bodyPr/>
          <a:lstStyle/>
          <a:p>
            <a:endParaRPr lang="en-US"/>
          </a:p>
        </p:txBody>
      </p:sp>
      <p:sp>
        <p:nvSpPr>
          <p:cNvPr id="31" name="Text Placeholder 30"/>
          <p:cNvSpPr>
            <a:spLocks noGrp="1"/>
          </p:cNvSpPr>
          <p:nvPr>
            <p:ph type="body" sz="quarter" idx="22"/>
          </p:nvPr>
        </p:nvSpPr>
        <p:spPr/>
        <p:txBody>
          <a:bodyPr/>
          <a:lstStyle/>
          <a:p>
            <a:endParaRPr lang="en-US" dirty="0"/>
          </a:p>
        </p:txBody>
      </p:sp>
      <p:sp>
        <p:nvSpPr>
          <p:cNvPr id="2" name="Title 1"/>
          <p:cNvSpPr>
            <a:spLocks noGrp="1"/>
          </p:cNvSpPr>
          <p:nvPr>
            <p:ph type="title"/>
          </p:nvPr>
        </p:nvSpPr>
        <p:spPr>
          <a:xfrm>
            <a:off x="1085850" y="2057401"/>
            <a:ext cx="10511204" cy="3974122"/>
          </a:xfrm>
        </p:spPr>
        <p:txBody>
          <a:bodyPr>
            <a:noAutofit/>
          </a:bodyPr>
          <a:lstStyle/>
          <a:p>
            <a:pPr>
              <a:lnSpc>
                <a:spcPct val="150000"/>
              </a:lnSpc>
            </a:pPr>
            <a:r>
              <a:rPr lang="en-US" sz="3200" dirty="0" err="1">
                <a:solidFill>
                  <a:srgbClr val="FFC000"/>
                </a:solidFill>
                <a:latin typeface="Cambria" panose="02040503050406030204" pitchFamily="18" charset="0"/>
                <a:ea typeface="Cambria" panose="02040503050406030204" pitchFamily="18" charset="0"/>
              </a:rPr>
              <a:t>Giới</a:t>
            </a:r>
            <a:r>
              <a:rPr lang="en-US" sz="3200" dirty="0">
                <a:solidFill>
                  <a:srgbClr val="FFC000"/>
                </a:solidFill>
                <a:latin typeface="Cambria" panose="02040503050406030204" pitchFamily="18" charset="0"/>
                <a:ea typeface="Cambria" panose="02040503050406030204" pitchFamily="18" charset="0"/>
              </a:rPr>
              <a:t> </a:t>
            </a:r>
            <a:r>
              <a:rPr lang="en-US" sz="3200" dirty="0" err="1">
                <a:solidFill>
                  <a:srgbClr val="FFC000"/>
                </a:solidFill>
                <a:latin typeface="Cambria" panose="02040503050406030204" pitchFamily="18" charset="0"/>
                <a:ea typeface="Cambria" panose="02040503050406030204" pitchFamily="18" charset="0"/>
              </a:rPr>
              <a:t>thiệu</a:t>
            </a:r>
            <a:r>
              <a:rPr lang="en-US" sz="3200" dirty="0">
                <a:solidFill>
                  <a:srgbClr val="FFC000"/>
                </a:solidFill>
                <a:latin typeface="Cambria" panose="02040503050406030204" pitchFamily="18" charset="0"/>
                <a:ea typeface="Cambria" panose="02040503050406030204" pitchFamily="18" charset="0"/>
              </a:rPr>
              <a:t> EF core</a:t>
            </a:r>
            <a:br>
              <a:rPr lang="en-US" sz="3200" dirty="0">
                <a:solidFill>
                  <a:srgbClr val="FFC000"/>
                </a:solidFill>
                <a:latin typeface="Cambria" panose="02040503050406030204" pitchFamily="18" charset="0"/>
                <a:ea typeface="Cambria" panose="02040503050406030204" pitchFamily="18" charset="0"/>
              </a:rPr>
            </a:br>
            <a:r>
              <a:rPr lang="en-US" sz="3200" dirty="0">
                <a:solidFill>
                  <a:srgbClr val="FFC000"/>
                </a:solidFill>
                <a:latin typeface="Cambria" panose="02040503050406030204" pitchFamily="18" charset="0"/>
                <a:ea typeface="Cambria" panose="02040503050406030204" pitchFamily="18" charset="0"/>
              </a:rPr>
              <a:t>EF Core </a:t>
            </a:r>
            <a:r>
              <a:rPr lang="en-US" sz="3200" dirty="0" err="1">
                <a:solidFill>
                  <a:srgbClr val="FFC000"/>
                </a:solidFill>
                <a:latin typeface="Cambria" panose="02040503050406030204" pitchFamily="18" charset="0"/>
                <a:ea typeface="Cambria" panose="02040503050406030204" pitchFamily="18" charset="0"/>
              </a:rPr>
              <a:t>cho</a:t>
            </a:r>
            <a:r>
              <a:rPr lang="en-US" sz="3200" dirty="0">
                <a:solidFill>
                  <a:srgbClr val="FFC000"/>
                </a:solidFill>
                <a:latin typeface="Cambria" panose="02040503050406030204" pitchFamily="18" charset="0"/>
                <a:ea typeface="Cambria" panose="02040503050406030204" pitchFamily="18" charset="0"/>
              </a:rPr>
              <a:t> Asp core project</a:t>
            </a:r>
            <a:br>
              <a:rPr lang="en-US" sz="3200" dirty="0">
                <a:solidFill>
                  <a:srgbClr val="FFC000"/>
                </a:solidFill>
                <a:latin typeface="Cambria" panose="02040503050406030204" pitchFamily="18" charset="0"/>
                <a:ea typeface="Cambria" panose="02040503050406030204" pitchFamily="18" charset="0"/>
              </a:rPr>
            </a:br>
            <a:r>
              <a:rPr lang="en-US" sz="3200" dirty="0" err="1">
                <a:solidFill>
                  <a:srgbClr val="FFC000"/>
                </a:solidFill>
                <a:latin typeface="Cambria" panose="02040503050406030204" pitchFamily="18" charset="0"/>
                <a:ea typeface="Cambria" panose="02040503050406030204" pitchFamily="18" charset="0"/>
              </a:rPr>
              <a:t>Tạo</a:t>
            </a:r>
            <a:r>
              <a:rPr lang="en-US" sz="3200" dirty="0">
                <a:solidFill>
                  <a:srgbClr val="FFC000"/>
                </a:solidFill>
                <a:latin typeface="Cambria" panose="02040503050406030204" pitchFamily="18" charset="0"/>
                <a:ea typeface="Cambria" panose="02040503050406030204" pitchFamily="18" charset="0"/>
              </a:rPr>
              <a:t> web </a:t>
            </a:r>
            <a:r>
              <a:rPr lang="en-US" sz="3200" dirty="0" err="1">
                <a:solidFill>
                  <a:srgbClr val="FFC000"/>
                </a:solidFill>
                <a:latin typeface="Cambria" panose="02040503050406030204" pitchFamily="18" charset="0"/>
                <a:ea typeface="Cambria" panose="02040503050406030204" pitchFamily="18" charset="0"/>
              </a:rPr>
              <a:t>với</a:t>
            </a:r>
            <a:r>
              <a:rPr lang="en-US" sz="3200" dirty="0">
                <a:solidFill>
                  <a:srgbClr val="FFC000"/>
                </a:solidFill>
                <a:latin typeface="Cambria" panose="02040503050406030204" pitchFamily="18" charset="0"/>
                <a:ea typeface="Cambria" panose="02040503050406030204" pitchFamily="18" charset="0"/>
              </a:rPr>
              <a:t> EF core database first</a:t>
            </a:r>
          </a:p>
        </p:txBody>
      </p:sp>
      <p:sp>
        <p:nvSpPr>
          <p:cNvPr id="32" name="Text Placeholder 31"/>
          <p:cNvSpPr>
            <a:spLocks noGrp="1"/>
          </p:cNvSpPr>
          <p:nvPr>
            <p:ph type="body" sz="quarter" idx="23"/>
          </p:nvPr>
        </p:nvSpPr>
        <p:spPr/>
        <p:txBody>
          <a:bodyPr/>
          <a:lstStyle/>
          <a:p>
            <a:endParaRPr lang="en-US"/>
          </a:p>
        </p:txBody>
      </p:sp>
      <p:sp>
        <p:nvSpPr>
          <p:cNvPr id="4" name="Footer Placeholder 3"/>
          <p:cNvSpPr>
            <a:spLocks noGrp="1"/>
          </p:cNvSpPr>
          <p:nvPr>
            <p:ph type="ftr" sz="quarter" idx="4294967295"/>
          </p:nvPr>
        </p:nvSpPr>
        <p:spPr>
          <a:xfrm>
            <a:off x="-1" y="6296202"/>
            <a:ext cx="11933241" cy="489129"/>
          </a:xfrm>
          <a:prstGeom prst="rect">
            <a:avLst/>
          </a:prstGeom>
        </p:spPr>
        <p:txBody>
          <a:bodyPr/>
          <a:lstStyle/>
          <a:p>
            <a:pPr algn="ctr"/>
            <a:r>
              <a:rPr lang="en-US" dirty="0" smtClean="0"/>
              <a:t>L</a:t>
            </a:r>
            <a:r>
              <a:rPr lang="vi-VN" dirty="0" smtClean="0"/>
              <a:t>ập </a:t>
            </a:r>
            <a:r>
              <a:rPr lang="vi-VN" dirty="0"/>
              <a:t>trình C#3</a:t>
            </a:r>
            <a:endParaRPr lang="en-US" dirty="0"/>
          </a:p>
        </p:txBody>
      </p:sp>
      <p:sp>
        <p:nvSpPr>
          <p:cNvPr id="5" name="Slide Number Placeholder 4"/>
          <p:cNvSpPr>
            <a:spLocks noGrp="1"/>
          </p:cNvSpPr>
          <p:nvPr>
            <p:ph type="sldNum" sz="quarter" idx="4294967295"/>
          </p:nvPr>
        </p:nvSpPr>
        <p:spPr>
          <a:xfrm flipH="1">
            <a:off x="888522" y="6155524"/>
            <a:ext cx="1283177" cy="514057"/>
          </a:xfrm>
          <a:prstGeom prst="rect">
            <a:avLst/>
          </a:prstGeom>
        </p:spPr>
        <p:txBody>
          <a:bodyPr/>
          <a:lstStyle/>
          <a:p>
            <a:r>
              <a:rPr lang="en-US" dirty="0" smtClean="0"/>
              <a:t>1	</a:t>
            </a:r>
            <a:endParaRPr lang="en-US" dirty="0"/>
          </a:p>
        </p:txBody>
      </p:sp>
      <p:sp>
        <p:nvSpPr>
          <p:cNvPr id="12" name="Rectangle 3">
            <a:extLst>
              <a:ext uri="{FF2B5EF4-FFF2-40B4-BE49-F238E27FC236}">
                <a16:creationId xmlns:a16="http://schemas.microsoft.com/office/drawing/2014/main" id="{9F5DB8A3-5580-499D-AB0C-169958D57F6D}"/>
              </a:ext>
            </a:extLst>
          </p:cNvPr>
          <p:cNvSpPr txBox="1">
            <a:spLocks noChangeArrowheads="1"/>
          </p:cNvSpPr>
          <p:nvPr/>
        </p:nvSpPr>
        <p:spPr>
          <a:xfrm>
            <a:off x="342900" y="1142512"/>
            <a:ext cx="11711354" cy="5029688"/>
          </a:xfrm>
          <a:prstGeom prst="rect">
            <a:avLst/>
          </a:prstGeom>
        </p:spPr>
        <p:txBody>
          <a:bodyPr vert="horz" lIns="91440" tIns="45720" rIns="91440" bIns="45720" rtlCol="0">
            <a:noAutofit/>
          </a:bodyPr>
          <a:lstStyle>
            <a:lvl1pPr marL="342900" indent="-342900" algn="l" defTabSz="914400" rtl="0" eaLnBrk="1" latinLnBrk="0" hangingPunct="1">
              <a:spcBef>
                <a:spcPct val="20000"/>
              </a:spcBef>
              <a:buClr>
                <a:srgbClr val="FF5A33"/>
              </a:buClr>
              <a:buFont typeface="Wingdings" pitchFamily="2" charset="2"/>
              <a:buChar char="q"/>
              <a:defRPr sz="2800" kern="1200">
                <a:solidFill>
                  <a:schemeClr val="tx1"/>
                </a:solidFill>
                <a:latin typeface="Segoe UI" pitchFamily="34" charset="0"/>
                <a:ea typeface="+mn-ea"/>
                <a:cs typeface="Segoe UI" pitchFamily="34" charset="0"/>
              </a:defRPr>
            </a:lvl1pPr>
            <a:lvl2pPr marL="742950" indent="-285750" algn="l" defTabSz="914400" rtl="0" eaLnBrk="1" latinLnBrk="0" hangingPunct="1">
              <a:spcBef>
                <a:spcPct val="20000"/>
              </a:spcBef>
              <a:buClr>
                <a:srgbClr val="FF5A33"/>
              </a:buClr>
              <a:buFont typeface="Wingdings" pitchFamily="2" charset="2"/>
              <a:buChar char="v"/>
              <a:defRPr sz="2400" kern="1200">
                <a:solidFill>
                  <a:schemeClr val="tx1"/>
                </a:solidFill>
                <a:latin typeface="Segoe UI" pitchFamily="34" charset="0"/>
                <a:ea typeface="+mn-ea"/>
                <a:cs typeface="Segoe UI" pitchFamily="34" charset="0"/>
              </a:defRPr>
            </a:lvl2pPr>
            <a:lvl3pPr marL="1143000" indent="-228600" algn="l" defTabSz="914400" rtl="0" eaLnBrk="1" latinLnBrk="0" hangingPunct="1">
              <a:spcBef>
                <a:spcPct val="20000"/>
              </a:spcBef>
              <a:buClr>
                <a:srgbClr val="FF5A33"/>
              </a:buClr>
              <a:buFont typeface="Wingdings" pitchFamily="2" charset="2"/>
              <a:buChar char="Ø"/>
              <a:defRPr sz="2000" kern="1200">
                <a:solidFill>
                  <a:schemeClr val="tx1"/>
                </a:solidFill>
                <a:latin typeface="Segoe UI" pitchFamily="34" charset="0"/>
                <a:ea typeface="+mn-ea"/>
                <a:cs typeface="Segoe UI" pitchFamily="34" charset="0"/>
              </a:defRPr>
            </a:lvl3pPr>
            <a:lvl4pPr marL="1600200" indent="-228600" algn="l" defTabSz="914400" rtl="0" eaLnBrk="1" latinLnBrk="0" hangingPunct="1">
              <a:spcBef>
                <a:spcPct val="20000"/>
              </a:spcBef>
              <a:buClr>
                <a:srgbClr val="FF5A33"/>
              </a:buClr>
              <a:buFont typeface="Wingdings" pitchFamily="2" charset="2"/>
              <a:buChar char="ü"/>
              <a:defRPr sz="1800" kern="1200">
                <a:solidFill>
                  <a:schemeClr val="tx1"/>
                </a:solidFill>
                <a:latin typeface="Segoe UI" pitchFamily="34" charset="0"/>
                <a:ea typeface="+mn-ea"/>
                <a:cs typeface="Segoe UI" pitchFamily="34" charset="0"/>
              </a:defRPr>
            </a:lvl4pPr>
            <a:lvl5pPr marL="2057400" indent="-228600" algn="l" defTabSz="914400" rtl="0" eaLnBrk="1" latinLnBrk="0" hangingPunct="1">
              <a:spcBef>
                <a:spcPct val="20000"/>
              </a:spcBef>
              <a:buClr>
                <a:srgbClr val="FF5A33"/>
              </a:buClr>
              <a:buFont typeface="Wingdings" pitchFamily="2" charset="2"/>
              <a:buChar char="§"/>
              <a:defRPr sz="1800" kern="1200">
                <a:solidFill>
                  <a:schemeClr val="tx1"/>
                </a:solidFill>
                <a:latin typeface="Segoe UI" pitchFamily="34" charset="0"/>
                <a:ea typeface="+mn-ea"/>
                <a:cs typeface="Segoe UI"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US" sz="6000" dirty="0" smtClean="0">
                <a:solidFill>
                  <a:srgbClr val="FF0000"/>
                </a:solidFill>
              </a:rPr>
              <a:t>			</a:t>
            </a:r>
            <a:r>
              <a:rPr lang="en-US" sz="6000" dirty="0" err="1" smtClean="0">
                <a:solidFill>
                  <a:schemeClr val="bg1"/>
                </a:solidFill>
              </a:rPr>
              <a:t>Tổng</a:t>
            </a:r>
            <a:r>
              <a:rPr lang="en-US" sz="6000" dirty="0" smtClean="0">
                <a:solidFill>
                  <a:schemeClr val="bg1"/>
                </a:solidFill>
              </a:rPr>
              <a:t> </a:t>
            </a:r>
            <a:r>
              <a:rPr lang="en-US" sz="6000" dirty="0" err="1" smtClean="0">
                <a:solidFill>
                  <a:schemeClr val="bg1"/>
                </a:solidFill>
              </a:rPr>
              <a:t>kết</a:t>
            </a:r>
            <a:r>
              <a:rPr lang="en-US" sz="6000" dirty="0" smtClean="0">
                <a:solidFill>
                  <a:schemeClr val="bg1"/>
                </a:solidFill>
              </a:rPr>
              <a:t> </a:t>
            </a:r>
            <a:r>
              <a:rPr lang="en-US" sz="6000" dirty="0" err="1" smtClean="0">
                <a:solidFill>
                  <a:schemeClr val="bg1"/>
                </a:solidFill>
              </a:rPr>
              <a:t>bài</a:t>
            </a:r>
            <a:r>
              <a:rPr lang="en-US" sz="6000" dirty="0" smtClean="0">
                <a:solidFill>
                  <a:schemeClr val="bg1"/>
                </a:solidFill>
              </a:rPr>
              <a:t> </a:t>
            </a:r>
            <a:r>
              <a:rPr lang="en-US" sz="6000" dirty="0" err="1" smtClean="0">
                <a:solidFill>
                  <a:schemeClr val="bg1"/>
                </a:solidFill>
              </a:rPr>
              <a:t>học</a:t>
            </a:r>
            <a:endParaRPr lang="en-US" sz="6000" dirty="0">
              <a:solidFill>
                <a:schemeClr val="bg1"/>
              </a:solidFill>
            </a:endParaRPr>
          </a:p>
        </p:txBody>
      </p:sp>
      <p:pic>
        <p:nvPicPr>
          <p:cNvPr id="6" name="Picture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104322" y="0"/>
            <a:ext cx="1828919" cy="1312750"/>
          </a:xfrm>
          <a:prstGeom prst="rect">
            <a:avLst/>
          </a:prstGeom>
        </p:spPr>
      </p:pic>
    </p:spTree>
    <p:extLst>
      <p:ext uri="{BB962C8B-B14F-4D97-AF65-F5344CB8AC3E}">
        <p14:creationId xmlns:p14="http://schemas.microsoft.com/office/powerpoint/2010/main" val="700702116"/>
      </p:ext>
    </p:extLst>
  </p:cSld>
  <p:clrMapOvr>
    <a:masterClrMapping/>
  </p:clrMapOvr>
  <p:timing>
    <p:tnLst>
      <p:par>
        <p:cTn id="1" dur="indefinite" restart="never" nodeType="tmRoot"/>
      </p:par>
    </p:tnLst>
  </p:timing>
</p:sld>
</file>

<file path=ppt/theme/_rels/theme2.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ModernClassicBlock-3">
  <a:themeElements>
    <a:clrScheme name="MSFT_ELT_ModernClassicBlock_03">
      <a:dk1>
        <a:sysClr val="windowText" lastClr="000000"/>
      </a:dk1>
      <a:lt1>
        <a:sysClr val="window" lastClr="FFFFFF"/>
      </a:lt1>
      <a:dk2>
        <a:srgbClr val="43467B"/>
      </a:dk2>
      <a:lt2>
        <a:srgbClr val="DFE3E5"/>
      </a:lt2>
      <a:accent1>
        <a:srgbClr val="43467B"/>
      </a:accent1>
      <a:accent2>
        <a:srgbClr val="E58C09"/>
      </a:accent2>
      <a:accent3>
        <a:srgbClr val="2683C6"/>
      </a:accent3>
      <a:accent4>
        <a:srgbClr val="EEC621"/>
      </a:accent4>
      <a:accent5>
        <a:srgbClr val="1D9BA1"/>
      </a:accent5>
      <a:accent6>
        <a:srgbClr val="87175F"/>
      </a:accent6>
      <a:hlink>
        <a:srgbClr val="0070C0"/>
      </a:hlink>
      <a:folHlink>
        <a:srgbClr val="C00000"/>
      </a:folHlink>
    </a:clrScheme>
    <a:fontScheme name="MSFT_ELT_ModernClassicBlock_03">
      <a:majorFont>
        <a:latin typeface="Tw Cen MT Condensed"/>
        <a:ea typeface=""/>
        <a:cs typeface=""/>
      </a:majorFont>
      <a:minorFont>
        <a:latin typeface="Tw Cen MT"/>
        <a:ea typeface=""/>
        <a:cs typeface=""/>
      </a:minorFont>
    </a:fontScheme>
    <a:fmtScheme name="Integral">
      <a:fillStyleLst>
        <a:solidFill>
          <a:schemeClr val="phClr"/>
        </a:solidFill>
        <a:gradFill rotWithShape="1">
          <a:gsLst>
            <a:gs pos="0">
              <a:schemeClr val="phClr">
                <a:tint val="83000"/>
                <a:satMod val="100000"/>
                <a:lumMod val="100000"/>
              </a:schemeClr>
            </a:gs>
            <a:gs pos="100000">
              <a:schemeClr val="phClr">
                <a:tint val="61000"/>
                <a:satMod val="150000"/>
                <a:lumMod val="100000"/>
              </a:schemeClr>
            </a:gs>
          </a:gsLst>
          <a:path path="circle">
            <a:fillToRect l="100000" t="100000" r="100000" b="100000"/>
          </a:path>
        </a:gradFill>
        <a:gradFill rotWithShape="1">
          <a:gsLst>
            <a:gs pos="0">
              <a:schemeClr val="phClr">
                <a:tint val="100000"/>
                <a:shade val="85000"/>
                <a:satMod val="100000"/>
                <a:lumMod val="100000"/>
              </a:schemeClr>
            </a:gs>
            <a:gs pos="100000">
              <a:schemeClr val="phClr">
                <a:tint val="90000"/>
                <a:shade val="100000"/>
                <a:satMod val="150000"/>
                <a:lumMod val="100000"/>
              </a:schemeClr>
            </a:gs>
          </a:gsLst>
          <a:path path="circle">
            <a:fillToRect l="100000" t="100000" r="100000" b="100000"/>
          </a:path>
        </a:gradFill>
      </a:fillStyleLst>
      <a:lnStyleLst>
        <a:ln w="9525" cap="flat" cmpd="sng" algn="ctr">
          <a:solidFill>
            <a:schemeClr val="phClr"/>
          </a:solidFill>
          <a:prstDash val="solid"/>
        </a:ln>
        <a:ln w="15875"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outerShdw blurRad="50800" dist="12700" dir="5400000" algn="ctr" rotWithShape="0">
              <a:srgbClr val="000000">
                <a:alpha val="50000"/>
              </a:srgbClr>
            </a:outerShdw>
          </a:effectLst>
        </a:effectStyle>
        <a:effectStyle>
          <a:effectLst>
            <a:outerShdw blurRad="76200" dist="25400" dir="5400000" algn="ctr" rotWithShape="0">
              <a:srgbClr val="000000">
                <a:alpha val="60000"/>
              </a:srgbClr>
            </a:outerShdw>
          </a:effectLst>
          <a:scene3d>
            <a:camera prst="orthographicFront">
              <a:rot lat="0" lon="0" rev="0"/>
            </a:camera>
            <a:lightRig rig="flat" dir="t">
              <a:rot lat="0" lon="0" rev="3600000"/>
            </a:lightRig>
          </a:scene3d>
          <a:sp3d contourW="12700" prstMaterial="flat">
            <a:bevelT w="38100" h="44450" prst="angle"/>
            <a:contourClr>
              <a:schemeClr val="phClr">
                <a:shade val="35000"/>
                <a:satMod val="160000"/>
              </a:schemeClr>
            </a:contourClr>
          </a:sp3d>
        </a:effectStyle>
      </a:effectStyleLst>
      <a:bgFillStyleLst>
        <a:solidFill>
          <a:schemeClr val="phClr"/>
        </a:solidFill>
        <a:solidFill>
          <a:schemeClr val="phClr">
            <a:tint val="95000"/>
            <a:shade val="85000"/>
            <a:satMod val="125000"/>
          </a:schemeClr>
        </a:solidFill>
        <a:blipFill rotWithShape="1">
          <a:blip xmlns:r="http://schemas.openxmlformats.org/officeDocument/2006/relationships" r:embed="rId1">
            <a:duotone>
              <a:schemeClr val="phClr">
                <a:tint val="95000"/>
                <a:shade val="74000"/>
                <a:satMod val="230000"/>
              </a:schemeClr>
              <a:schemeClr val="phClr">
                <a:tint val="92000"/>
                <a:shade val="69000"/>
                <a:satMod val="250000"/>
              </a:schemeClr>
            </a:duotone>
          </a:blip>
          <a:tile tx="0" ty="0" sx="40000" sy="40000" flip="none" algn="tl"/>
        </a:blipFill>
      </a:bgFillStyleLst>
    </a:fmtScheme>
  </a:themeElements>
  <a:objectDefaults/>
  <a:extraClrSchemeLst/>
  <a:extLst>
    <a:ext uri="{05A4C25C-085E-4340-85A3-A5531E510DB2}">
      <thm15:themeFamily xmlns:thm15="http://schemas.microsoft.com/office/thememl/2012/main" name="ELT_Template_ModernClassicBlockLT_v4" id="{30DDF308-B484-4DB0-8959-4BA762476498}" vid="{49FD44A8-5F40-4E6E-BC83-04BD3C4DB240}"/>
    </a:ext>
  </a:extLst>
</a:theme>
</file>

<file path=ppt/theme/theme3.xml><?xml version="1.0" encoding="utf-8"?>
<a:theme xmlns:a="http://schemas.openxmlformats.org/drawingml/2006/main" name="Custom Desig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388</TotalTime>
  <Words>1434</Words>
  <Application>Microsoft Office PowerPoint</Application>
  <PresentationFormat>Widescreen</PresentationFormat>
  <Paragraphs>233</Paragraphs>
  <Slides>38</Slides>
  <Notes>1</Notes>
  <HiddenSlides>0</HiddenSlides>
  <MMClips>0</MMClips>
  <ScaleCrop>false</ScaleCrop>
  <HeadingPairs>
    <vt:vector size="6" baseType="variant">
      <vt:variant>
        <vt:lpstr>Fonts Used</vt:lpstr>
      </vt:variant>
      <vt:variant>
        <vt:i4>14</vt:i4>
      </vt:variant>
      <vt:variant>
        <vt:lpstr>Theme</vt:lpstr>
      </vt:variant>
      <vt:variant>
        <vt:i4>3</vt:i4>
      </vt:variant>
      <vt:variant>
        <vt:lpstr>Slide Titles</vt:lpstr>
      </vt:variant>
      <vt:variant>
        <vt:i4>38</vt:i4>
      </vt:variant>
    </vt:vector>
  </HeadingPairs>
  <TitlesOfParts>
    <vt:vector size="55" baseType="lpstr">
      <vt:lpstr>Arial</vt:lpstr>
      <vt:lpstr>Arial</vt:lpstr>
      <vt:lpstr>Calibri</vt:lpstr>
      <vt:lpstr>Calibri Light</vt:lpstr>
      <vt:lpstr>Cambria</vt:lpstr>
      <vt:lpstr>Courier New</vt:lpstr>
      <vt:lpstr>lora</vt:lpstr>
      <vt:lpstr>Roboto</vt:lpstr>
      <vt:lpstr>Roboto Lt</vt:lpstr>
      <vt:lpstr>Segoe UI</vt:lpstr>
      <vt:lpstr>Tw Cen MT</vt:lpstr>
      <vt:lpstr>Tw Cen MT Condensed</vt:lpstr>
      <vt:lpstr>Wingdings</vt:lpstr>
      <vt:lpstr>Wingdings 3</vt:lpstr>
      <vt:lpstr>Office Theme</vt:lpstr>
      <vt:lpstr>ModernClassicBlock-3</vt:lpstr>
      <vt:lpstr>Custom Design</vt:lpstr>
      <vt:lpstr>Lập Trình C#3</vt:lpstr>
      <vt:lpstr>Mục tiêu</vt:lpstr>
      <vt:lpstr>Giới thiệu Entity Framework core</vt:lpstr>
      <vt:lpstr>Giới thiệu Entity Framework core</vt:lpstr>
      <vt:lpstr>Entity Framework core</vt:lpstr>
      <vt:lpstr>Giới thiệu Entity Framework core</vt:lpstr>
      <vt:lpstr>Các tính năng chính của EF Core</vt:lpstr>
      <vt:lpstr>Cách dùng Entity Framework core</vt:lpstr>
      <vt:lpstr>Cách dùng Entity Framework core</vt:lpstr>
      <vt:lpstr>Cách dùng Entity Framework core</vt:lpstr>
      <vt:lpstr>EF Core Migrations trong ASP .NET Core</vt:lpstr>
      <vt:lpstr>Cài đặt EF Core cho Asp core project</vt:lpstr>
      <vt:lpstr>Cài đặt EF Core cho Asp core project</vt:lpstr>
      <vt:lpstr>Cài đặt EF Core cho Asp core project</vt:lpstr>
      <vt:lpstr>Cài đặt EF Core cho Asp core project</vt:lpstr>
      <vt:lpstr>Cài đặt EF Core cho Asp core project</vt:lpstr>
      <vt:lpstr>DbContext trong Entity Framework Core</vt:lpstr>
      <vt:lpstr>DbContext trong Entity Framework Core</vt:lpstr>
      <vt:lpstr>DbContext trong Entity Framework Core</vt:lpstr>
      <vt:lpstr>Các phương thức – thuộc tính DbContext</vt:lpstr>
      <vt:lpstr>Lớp DbSet (DbSet&lt;TEntity&gt;)</vt:lpstr>
      <vt:lpstr>Tạo EF Core project Phân tích DbContext, DBSet</vt:lpstr>
      <vt:lpstr>Tạo web với EF core database first</vt:lpstr>
      <vt:lpstr>Tạo web với EF core database first</vt:lpstr>
      <vt:lpstr>Tạo web với EF core database first</vt:lpstr>
      <vt:lpstr>Tạo web với EF core database first</vt:lpstr>
      <vt:lpstr>Tạo web với EF core database first</vt:lpstr>
      <vt:lpstr>Tạo web với EF core database first</vt:lpstr>
      <vt:lpstr>Tạo web với EF core database first</vt:lpstr>
      <vt:lpstr>Tạo web với EF core database first</vt:lpstr>
      <vt:lpstr>Tạo web với EF core database first</vt:lpstr>
      <vt:lpstr>Tạo web với EF core database first</vt:lpstr>
      <vt:lpstr>Tạo web với EF core database first</vt:lpstr>
      <vt:lpstr>Tạo web với EF core database first</vt:lpstr>
      <vt:lpstr>Tạo web với EF core database first</vt:lpstr>
      <vt:lpstr>Tạo web với EF core database first</vt:lpstr>
      <vt:lpstr>Hãy thực hiện các ví dụ</vt:lpstr>
      <vt:lpstr>Giới thiệu EF core EF Core cho Asp core project Tạo web với EF core database first</vt:lpstr>
    </vt:vector>
  </TitlesOfParts>
  <Company>HP</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Lập Trình C#3</dc:title>
  <dc:creator>Nguy Nguyen Uy Vu</dc:creator>
  <cp:lastModifiedBy>Nguy Nguyen Uy Vu</cp:lastModifiedBy>
  <cp:revision>68</cp:revision>
  <dcterms:created xsi:type="dcterms:W3CDTF">2024-12-10T15:23:11Z</dcterms:created>
  <dcterms:modified xsi:type="dcterms:W3CDTF">2025-03-08T08:46:57Z</dcterms:modified>
</cp:coreProperties>
</file>
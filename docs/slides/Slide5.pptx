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34"/>
  </p:notesMasterIdLst>
  <p:sldIdLst>
    <p:sldId id="257" r:id="rId4"/>
    <p:sldId id="258" r:id="rId5"/>
    <p:sldId id="259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32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Bài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 smtClean="0">
                <a:solidFill>
                  <a:srgbClr val="FFC000"/>
                </a:solidFill>
              </a:rPr>
              <a:t>5: </a:t>
            </a:r>
            <a:r>
              <a:rPr lang="en-US" sz="3600" dirty="0">
                <a:solidFill>
                  <a:srgbClr val="FFC000"/>
                </a:solidFill>
              </a:rPr>
              <a:t>Razor View - Tag </a:t>
            </a:r>
            <a:r>
              <a:rPr lang="en-US" sz="3600" dirty="0" smtClean="0">
                <a:solidFill>
                  <a:srgbClr val="FFC000"/>
                </a:solidFill>
              </a:rPr>
              <a:t>Helpers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¤"/>
            </a:pPr>
            <a:r>
              <a:rPr lang="en-US" sz="3200" dirty="0"/>
              <a:t>Razor View 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Tag Helpers</a:t>
            </a:r>
          </a:p>
          <a:p>
            <a:pPr marL="0" indent="0">
              <a:buNone/>
            </a:pPr>
            <a:endParaRPr lang="nl-NL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View Engine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Razor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nhúng</a:t>
            </a:r>
            <a:r>
              <a:rPr lang="en-US" dirty="0"/>
              <a:t> C# code </a:t>
            </a:r>
            <a:r>
              <a:rPr lang="en-US" dirty="0" err="1"/>
              <a:t>vào</a:t>
            </a:r>
            <a:r>
              <a:rPr lang="en-US" dirty="0"/>
              <a:t> Html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response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r>
              <a:rPr lang="en-US" dirty="0"/>
              <a:t>Razor View Engine </a:t>
            </a:r>
            <a:r>
              <a:rPr lang="en-US" dirty="0" err="1"/>
              <a:t>là</a:t>
            </a:r>
            <a:r>
              <a:rPr lang="en-US" dirty="0"/>
              <a:t> View Engine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ASP.NET Core.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Razor </a:t>
            </a:r>
            <a:r>
              <a:rPr lang="en-US" dirty="0" err="1"/>
              <a:t>trong</a:t>
            </a:r>
            <a:r>
              <a:rPr lang="en-US" dirty="0"/>
              <a:t> file View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sang HTML response</a:t>
            </a:r>
          </a:p>
          <a:p>
            <a:r>
              <a:rPr lang="vi-VN" dirty="0"/>
              <a:t>Cú pháp Razor thường ngắn hơn và đơn giản hơn</a:t>
            </a:r>
            <a:r>
              <a:rPr lang="en-US" dirty="0"/>
              <a:t>, </a:t>
            </a:r>
            <a:r>
              <a:rPr lang="vi-VN" dirty="0"/>
              <a:t>cũng dễ học như C# hoặc VB. Visual Studio IntelliSense cũng hỗ trợ cú pháp Razor.</a:t>
            </a:r>
            <a:endParaRPr lang="en-US" dirty="0"/>
          </a:p>
          <a:p>
            <a:r>
              <a:rPr lang="en-US" dirty="0"/>
              <a:t>Razor Pages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cshtml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View Engine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View Engine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chịu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view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HTML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.</a:t>
            </a:r>
          </a:p>
          <a:p>
            <a:r>
              <a:rPr lang="vi-VN" dirty="0"/>
              <a:t>Quá trình này diễn ra sau khi Controller xử lý request và chọn View để trả về cho người dùng.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774A04F0-FE3A-B620-F558-76D07745F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219" y="3398960"/>
            <a:ext cx="60960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2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View Engine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BABC436-6D03-4428-8A83-9FA9B8EC3F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419" y="1311163"/>
            <a:ext cx="8229600" cy="469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39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View Engine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Razor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@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HTML sang C#,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razor:</a:t>
            </a:r>
          </a:p>
          <a:p>
            <a:pPr lvl="1"/>
            <a:r>
              <a:rPr lang="en-US" dirty="0"/>
              <a:t>Razor code blocks @{……}: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Razor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@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ngoặc</a:t>
            </a:r>
            <a:r>
              <a:rPr lang="en-US" dirty="0"/>
              <a:t> </a:t>
            </a:r>
            <a:r>
              <a:rPr lang="en-US" dirty="0" err="1"/>
              <a:t>nhọn</a:t>
            </a:r>
            <a:r>
              <a:rPr lang="en-US" dirty="0"/>
              <a:t>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Razor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Model,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View.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logic.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file </a:t>
            </a:r>
            <a:r>
              <a:rPr lang="en-US" dirty="0" err="1"/>
              <a:t>Index.cshtml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522" y="4166302"/>
            <a:ext cx="5235394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7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View Engine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Razor code blocks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code block</a:t>
            </a:r>
          </a:p>
          <a:p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  <a:p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4B0AE-CE72-EF5D-2FF3-7E61D8C33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473" y="3260725"/>
            <a:ext cx="7128458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6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View Engine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Dùng</a:t>
            </a:r>
            <a:r>
              <a:rPr lang="en-US" dirty="0"/>
              <a:t> Razor Code Expressions</a:t>
            </a:r>
          </a:p>
          <a:p>
            <a:pPr lvl="1"/>
            <a:r>
              <a:rPr lang="en-US" dirty="0"/>
              <a:t>Implicit Razor Expressions: </a:t>
            </a:r>
          </a:p>
          <a:p>
            <a:pPr lvl="2"/>
            <a:r>
              <a:rPr lang="vi-VN" dirty="0"/>
              <a:t>Implicit Razor Expressions không cho phép dấu cách vì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vi-VN" dirty="0"/>
              <a:t> dùng để kết t</a:t>
            </a:r>
            <a:r>
              <a:rPr lang="en-US" dirty="0" err="1"/>
              <a:t>húc</a:t>
            </a:r>
            <a:r>
              <a:rPr lang="vi-VN" dirty="0"/>
              <a:t> biểu thức. </a:t>
            </a:r>
            <a:endParaRPr lang="en-US" dirty="0"/>
          </a:p>
          <a:p>
            <a:pPr lvl="2"/>
            <a:r>
              <a:rPr lang="vi-VN" dirty="0"/>
              <a:t>Các biểu thức được xử lý bởi Razor View Engine và kết quả được thêm ngay vào vị trí nó đặt</a:t>
            </a:r>
            <a:endParaRPr lang="en-US" dirty="0"/>
          </a:p>
          <a:p>
            <a:pPr lvl="2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941" y="3761542"/>
            <a:ext cx="5502117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3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View Engine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Dùng</a:t>
            </a:r>
            <a:r>
              <a:rPr lang="en-US" dirty="0"/>
              <a:t> Razor Code Expressions</a:t>
            </a:r>
          </a:p>
          <a:p>
            <a:pPr lvl="1"/>
            <a:r>
              <a:rPr lang="en-US" dirty="0"/>
              <a:t>Explicit Razor Expressions: </a:t>
            </a:r>
          </a:p>
          <a:p>
            <a:pPr lvl="2"/>
            <a:r>
              <a:rPr lang="vi-VN" dirty="0"/>
              <a:t>Explicit Razor Expressions bắt đầu bằng dấu @ và theo sau bởi cặp (). </a:t>
            </a:r>
            <a:endParaRPr lang="en-US" dirty="0"/>
          </a:p>
          <a:p>
            <a:pPr lvl="2"/>
            <a:r>
              <a:rPr lang="vi-VN" dirty="0"/>
              <a:t>Bất cứ nội dung nào trong cặp ngoặc đơn này đều được xử lý bởi Razor và tạo ra output.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3" y="3488980"/>
            <a:ext cx="5159187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0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- C# Variables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Trong</a:t>
            </a:r>
            <a:r>
              <a:rPr lang="en-US" dirty="0"/>
              <a:t> razor c</a:t>
            </a:r>
            <a:r>
              <a:rPr lang="vi-VN" dirty="0"/>
              <a:t>ác biến được khai báo sử dụng từ khóa var hoặc sử dụng kiểu dữ liệu C#</a:t>
            </a:r>
            <a:endParaRPr lang="en-US" dirty="0"/>
          </a:p>
          <a:p>
            <a:r>
              <a:rPr lang="vi-VN" dirty="0"/>
              <a:t>C</a:t>
            </a:r>
            <a:r>
              <a:rPr lang="en-US" dirty="0"/>
              <a:t>á</a:t>
            </a:r>
            <a:r>
              <a:rPr lang="vi-VN" dirty="0"/>
              <a:t>c kiểu như int, float, decimal, bool, DateTime hay string có thể được dùng để lưu trữ kiểu dữ liệu tương ứng.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2AB5C4-CCE6-4A3E-B48A-C32E6FE1B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698" y="3657356"/>
            <a:ext cx="5431757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4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- C# Variables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Các chuỗi được bao trong một cặp nháy kép. Để sử dụng nháy kép trong chuỗi</a:t>
            </a:r>
            <a:r>
              <a:rPr lang="en-US" dirty="0"/>
              <a:t> </a:t>
            </a:r>
            <a:r>
              <a:rPr lang="vi-VN" dirty="0"/>
              <a:t>cần phải nhân đôi dấu nháy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@ </a:t>
            </a:r>
            <a:r>
              <a:rPr lang="en-US" dirty="0" err="1"/>
              <a:t>trong</a:t>
            </a:r>
            <a:r>
              <a:rPr lang="en-US" dirty="0"/>
              <a:t> HTML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2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@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 err="1"/>
              <a:t>Dấu</a:t>
            </a:r>
            <a:r>
              <a:rPr lang="en-US" dirty="0"/>
              <a:t> @ </a:t>
            </a:r>
            <a:r>
              <a:rPr lang="en-US" dirty="0" err="1"/>
              <a:t>trong</a:t>
            </a:r>
            <a:r>
              <a:rPr lang="en-US" dirty="0"/>
              <a:t> email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double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831197-8B72-4E1E-9A6D-DA0A68F78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678" y="2100874"/>
            <a:ext cx="4202389" cy="523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D1A319-81BD-42B3-806E-B13BDBD2E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965" y="3395418"/>
            <a:ext cx="4775791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537" y="5209427"/>
            <a:ext cx="6401355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1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Razor - syntax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Comment: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@**@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comment</a:t>
            </a:r>
          </a:p>
          <a:p>
            <a:r>
              <a:rPr lang="en-US" dirty="0"/>
              <a:t>HTML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 b</a:t>
            </a:r>
            <a:r>
              <a:rPr lang="vi-VN" dirty="0"/>
              <a:t>ất cứ HTML Element nào trong khối lệnh Razor được nhận dạng như bình thường</a:t>
            </a:r>
            <a:endParaRPr lang="en-US" dirty="0"/>
          </a:p>
          <a:p>
            <a:r>
              <a:rPr lang="vi-VN" dirty="0"/>
              <a:t>Dòng lệnh đơn</a:t>
            </a:r>
            <a:r>
              <a:rPr lang="en-US" dirty="0"/>
              <a:t>: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HTML,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@</a:t>
            </a:r>
          </a:p>
          <a:p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&lt;text&gt;&lt;/text&gt;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FF3E1B-3DDD-4EE2-8977-62684AA64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5" y="4433643"/>
            <a:ext cx="2783042" cy="1017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44B692-C851-4D38-885D-2170DB793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249" y="4051300"/>
            <a:ext cx="34956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Conditional Statements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If else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razor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@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1E69E-4953-5A74-AB74-A4C43AE4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877" y="1844228"/>
            <a:ext cx="4376738" cy="432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6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Conditional Statements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Switch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razor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@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21FAD2-8059-4A2C-B092-31E09D59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708638"/>
            <a:ext cx="51816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6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LOOPS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foreach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Loops</a:t>
            </a:r>
          </a:p>
          <a:p>
            <a:r>
              <a:rPr lang="en-US" dirty="0"/>
              <a:t>While Loops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3E1662-D664-482C-B88C-3DC0C679D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20" y="1219200"/>
            <a:ext cx="4813200" cy="160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98BBBF-6218-4EC7-B1FC-E26B6166B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984" y="3243262"/>
            <a:ext cx="1562100" cy="2505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B314DF-FC46-479E-A27C-F049D9017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57356"/>
            <a:ext cx="2819400" cy="152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1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LOOPS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loops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51AFE6-AC9E-41DB-9BF8-0889DE60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93" y="2002448"/>
            <a:ext cx="5569226" cy="4029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9EBF08-267E-45C6-A867-60159EB83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446" y="2307247"/>
            <a:ext cx="27051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5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LOOPS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loops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t</a:t>
            </a:r>
            <a:r>
              <a:rPr lang="vi-VN" dirty="0"/>
              <a:t>ư</a:t>
            </a:r>
            <a:r>
              <a:rPr lang="en-US" dirty="0" err="1"/>
              <a:t>ợng</a:t>
            </a:r>
            <a:endParaRPr lang="en-US" dirty="0"/>
          </a:p>
          <a:p>
            <a:pPr lvl="1"/>
            <a:r>
              <a:rPr lang="en-US" dirty="0" err="1"/>
              <a:t>Tạo</a:t>
            </a:r>
            <a:r>
              <a:rPr lang="en-US" dirty="0"/>
              <a:t> modes: </a:t>
            </a:r>
          </a:p>
          <a:p>
            <a:pPr lvl="1"/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model </a:t>
            </a:r>
            <a:r>
              <a:rPr lang="en-US" dirty="0" err="1"/>
              <a:t>và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Viết</a:t>
            </a:r>
            <a:r>
              <a:rPr lang="en-US" dirty="0"/>
              <a:t> code razor: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38" y="3434484"/>
            <a:ext cx="3490262" cy="19585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785" y="1296046"/>
            <a:ext cx="5677392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2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Tag 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TagHelper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(tag)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HTML </a:t>
            </a:r>
            <a:r>
              <a:rPr lang="en-US" dirty="0" err="1"/>
              <a:t>trong</a:t>
            </a:r>
            <a:r>
              <a:rPr lang="en-US" dirty="0"/>
              <a:t> Razor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HTML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vi-VN" dirty="0"/>
              <a:t>tận dụng đươc các ưu điểm của việc xử lý phía server</a:t>
            </a:r>
            <a:r>
              <a:rPr lang="en-US" dirty="0"/>
              <a:t>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Form Tag Helper,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&lt;form&gt; </a:t>
            </a:r>
            <a:r>
              <a:rPr lang="en-US" dirty="0" err="1"/>
              <a:t>trong</a:t>
            </a:r>
            <a:r>
              <a:rPr lang="en-US" dirty="0"/>
              <a:t> html: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385B3-FE0D-48FD-A2E8-ABDD40055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904" y="3396911"/>
            <a:ext cx="4533977" cy="859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AE044F-0100-4A64-BA19-A564C9369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827" y="4968197"/>
            <a:ext cx="4169610" cy="688188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5442438" y="4084842"/>
            <a:ext cx="17585" cy="9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68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Tag 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Tag Helper sẽ giúp tạo ra view HTML dựa trên dữ liệu từ Model gắn vào nó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lvl="1"/>
            <a:r>
              <a:rPr lang="en-US" dirty="0"/>
              <a:t>Label Tag Helper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attribute Data Annotation </a:t>
            </a:r>
            <a:r>
              <a:rPr lang="en-US" dirty="0" err="1"/>
              <a:t>trong</a:t>
            </a:r>
            <a:r>
              <a:rPr lang="en-US" dirty="0"/>
              <a:t> View Model.</a:t>
            </a:r>
          </a:p>
          <a:p>
            <a:pPr lvl="1"/>
            <a:r>
              <a:rPr lang="en-US" dirty="0"/>
              <a:t>Input Tag Helper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id, name, type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HTML </a:t>
            </a:r>
            <a:r>
              <a:rPr lang="en-US" dirty="0" err="1"/>
              <a:t>dựa</a:t>
            </a:r>
            <a:r>
              <a:rPr lang="en-US" dirty="0"/>
              <a:t> 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Model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Data Annotation.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C32A70-DC87-4F6A-87EE-DBCB25AB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370" y="4785518"/>
            <a:ext cx="5226506" cy="9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2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Tag Helper nằm trong thư viện</a:t>
            </a:r>
            <a:r>
              <a:rPr lang="en-US" dirty="0"/>
              <a:t> </a:t>
            </a:r>
            <a:r>
              <a:rPr lang="en-US" dirty="0" err="1"/>
              <a:t>Microsoft.AspNetCore.Mvc.TagHelpers</a:t>
            </a:r>
            <a:endParaRPr lang="en-US" dirty="0"/>
          </a:p>
          <a:p>
            <a:r>
              <a:rPr lang="en-US" dirty="0"/>
              <a:t>C</a:t>
            </a:r>
            <a:r>
              <a:rPr lang="vi-VN" dirty="0"/>
              <a:t>ần thêm khai báo @addTagHelper vào view</a:t>
            </a:r>
            <a:r>
              <a:rPr lang="en-US" dirty="0"/>
              <a:t> </a:t>
            </a:r>
            <a:r>
              <a:rPr lang="vi-VN" dirty="0"/>
              <a:t>muốn sử dụng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/>
              <a:t>Thêm</a:t>
            </a:r>
            <a:r>
              <a:rPr lang="en-US" dirty="0"/>
              <a:t> @</a:t>
            </a:r>
            <a:r>
              <a:rPr lang="en-US" dirty="0" err="1"/>
              <a:t>addTagHelper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view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view </a:t>
            </a:r>
            <a:r>
              <a:rPr lang="en-US" dirty="0" err="1"/>
              <a:t>đó</a:t>
            </a:r>
            <a:r>
              <a:rPr lang="en-US" dirty="0"/>
              <a:t>.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@</a:t>
            </a:r>
            <a:r>
              <a:rPr lang="en-US" dirty="0" err="1"/>
              <a:t>addTagHelper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 </a:t>
            </a:r>
            <a:r>
              <a:rPr lang="en-US" b="1" dirty="0"/>
              <a:t>_</a:t>
            </a:r>
            <a:r>
              <a:rPr lang="en-US" b="1" dirty="0" err="1"/>
              <a:t>ViewImports.cshtm</a:t>
            </a:r>
            <a:r>
              <a:rPr lang="en-US" dirty="0" err="1"/>
              <a:t>l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Tag Helper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view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ACF8C7-E20B-4F7E-B676-3619791B5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080" y="2212732"/>
            <a:ext cx="552652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9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Tag Helper: @</a:t>
            </a:r>
            <a:r>
              <a:rPr lang="en-US" dirty="0" err="1"/>
              <a:t>removeTagHelper</a:t>
            </a:r>
            <a:r>
              <a:rPr lang="en-US" dirty="0"/>
              <a:t> *, </a:t>
            </a:r>
            <a:r>
              <a:rPr lang="en-US" dirty="0" err="1"/>
              <a:t>Microsoft.AspNetCore.Mvc.TagHelpers</a:t>
            </a:r>
            <a:endParaRPr lang="en-US" dirty="0"/>
          </a:p>
          <a:p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Tag Helper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S</a:t>
            </a:r>
            <a:r>
              <a:rPr lang="vi-VN" dirty="0"/>
              <a:t>ử dụng ký tự ! trước mỗi phần tử HTML</a:t>
            </a:r>
            <a:r>
              <a:rPr lang="en-US" dirty="0"/>
              <a:t> </a:t>
            </a:r>
            <a:r>
              <a:rPr lang="vi-VN" dirty="0"/>
              <a:t>có thể vô hiệu hóa tag helper cho phần tử đó</a:t>
            </a:r>
            <a:endParaRPr lang="en-US" dirty="0"/>
          </a:p>
          <a:p>
            <a:r>
              <a:rPr lang="sv-SE" dirty="0"/>
              <a:t>Sử dụng @tagHelperPrefix để bật Tag Helper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8BD850-409A-47AE-9266-A58CEC9CD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39" y="2556168"/>
            <a:ext cx="7924800" cy="542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D20EBF-45E1-4091-BBE7-60395E65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657" y="4585188"/>
            <a:ext cx="62484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3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ProductEditModel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model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:</a:t>
            </a:r>
          </a:p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controller Home </a:t>
            </a:r>
          </a:p>
          <a:p>
            <a:pPr marL="0" indent="0">
              <a:buNone/>
            </a:pPr>
            <a:r>
              <a:rPr lang="en-US" dirty="0" err="1"/>
              <a:t>Có</a:t>
            </a:r>
            <a:r>
              <a:rPr lang="en-US" dirty="0"/>
              <a:t> action Index </a:t>
            </a:r>
            <a:r>
              <a:rPr lang="en-US" dirty="0" err="1"/>
              <a:t>trả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ProductEditModel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50DEFB-3726-47AC-A487-F7E5F67E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746613"/>
            <a:ext cx="4419600" cy="3838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8F2133-1305-4194-B660-8FABC1FC9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31" y="4265490"/>
            <a:ext cx="45720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Tạo</a:t>
            </a:r>
            <a:r>
              <a:rPr lang="en-US" dirty="0"/>
              <a:t> view index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TagHelper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form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Name, Rating </a:t>
            </a:r>
            <a:r>
              <a:rPr lang="en-US" dirty="0" err="1"/>
              <a:t>và</a:t>
            </a:r>
            <a:r>
              <a:rPr lang="en-US" dirty="0"/>
              <a:t> Price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61902-41D1-4C42-9BD9-C4D6C18A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77" y="2136818"/>
            <a:ext cx="4554415" cy="4219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0D20DA-755A-425A-AFF1-9F1C46B23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219" y="3657356"/>
            <a:ext cx="3805237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7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Form Tag Helper được bao bởi thẻ &lt;form&gt;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vi-VN" dirty="0"/>
              <a:t>cung cấp một số thuộc tính phía server giúp tạo ra HTML</a:t>
            </a:r>
            <a:endParaRPr lang="en-US" dirty="0"/>
          </a:p>
          <a:p>
            <a:pPr lvl="1"/>
            <a:r>
              <a:rPr lang="en-US" dirty="0"/>
              <a:t>asp-controller: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Controller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/>
            <a:r>
              <a:rPr lang="en-US" dirty="0"/>
              <a:t>asp-action: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action method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/>
            <a:r>
              <a:rPr lang="en-US" dirty="0"/>
              <a:t>asp-area: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Area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8D892F-EBD1-4DE8-A5D2-EF5B41048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677" y="3472961"/>
            <a:ext cx="4648200" cy="1143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884544-0BAB-42BB-ABCC-BC4D699E7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841" y="4924425"/>
            <a:ext cx="5791559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40D232-5B4D-4E5A-8D4A-1C44C052E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262" y="1111738"/>
            <a:ext cx="6858000" cy="2457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EA0D1E-E344-49BC-9238-2929A2A34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262" y="3599962"/>
            <a:ext cx="6324600" cy="27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9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taghelper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html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455481-1E7C-4211-8763-877C44970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7" y="2090876"/>
            <a:ext cx="4572000" cy="41733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7FBEA7-4FB0-45FD-A116-D4D5C01A6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577" y="1998802"/>
            <a:ext cx="4371975" cy="4173398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4492869" y="2100874"/>
            <a:ext cx="1705708" cy="2115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769577" y="2822331"/>
            <a:ext cx="3578469" cy="2110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45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Sử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dụng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Tag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Helper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Tag Helper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848417-848D-4DC1-97BA-08EE46F96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865" y="1609833"/>
            <a:ext cx="8700777" cy="482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6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>
                <a:solidFill>
                  <a:srgbClr val="FFC000"/>
                </a:solidFill>
              </a:rPr>
              <a:t/>
            </a:r>
            <a:br>
              <a:rPr lang="en-US" sz="3200" dirty="0" smtClean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/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 smtClean="0">
                <a:solidFill>
                  <a:srgbClr val="FFC000"/>
                </a:solidFill>
              </a:rPr>
              <a:t>Razor </a:t>
            </a:r>
            <a:r>
              <a:rPr lang="en-US" sz="3200" dirty="0">
                <a:solidFill>
                  <a:srgbClr val="FFC000"/>
                </a:solidFill>
              </a:rPr>
              <a:t>View </a:t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>Tag Helpers</a:t>
            </a:r>
            <a:br>
              <a:rPr lang="en-US" sz="3200" dirty="0">
                <a:solidFill>
                  <a:srgbClr val="FFC000"/>
                </a:solidFill>
              </a:rPr>
            </a:br>
            <a:r>
              <a:rPr lang="nl-NL" sz="3200" dirty="0">
                <a:solidFill>
                  <a:srgbClr val="FFC000"/>
                </a:solidFill>
              </a:rPr>
              <a:t/>
            </a:r>
            <a:br>
              <a:rPr lang="nl-NL" sz="3200" dirty="0">
                <a:solidFill>
                  <a:srgbClr val="FFC000"/>
                </a:solidFill>
              </a:rPr>
            </a:br>
            <a:r>
              <a:rPr lang="en-US" sz="3200" dirty="0">
                <a:solidFill>
                  <a:srgbClr val="FFC000"/>
                </a:solidFill>
              </a:rPr>
              <a:t/>
            </a:r>
            <a:br>
              <a:rPr lang="en-US" sz="3200" dirty="0">
                <a:solidFill>
                  <a:srgbClr val="FFC000"/>
                </a:solidFill>
              </a:rPr>
            </a:b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3" y="6155524"/>
            <a:ext cx="3894491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1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1113</Words>
  <Application>Microsoft Office PowerPoint</Application>
  <PresentationFormat>Widescreen</PresentationFormat>
  <Paragraphs>176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Roboto</vt:lpstr>
      <vt:lpstr>Roboto Lt</vt:lpstr>
      <vt:lpstr>Segoe UI</vt:lpstr>
      <vt:lpstr>Tw Cen MT</vt:lpstr>
      <vt:lpstr>Tw Cen MT Condensed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Razor View Engine</vt:lpstr>
      <vt:lpstr>Razor View Engine</vt:lpstr>
      <vt:lpstr>Razor View Engine</vt:lpstr>
      <vt:lpstr>Razor View Engine</vt:lpstr>
      <vt:lpstr>Razor View Engine</vt:lpstr>
      <vt:lpstr>Razor View Engine</vt:lpstr>
      <vt:lpstr>Razor View Engine</vt:lpstr>
      <vt:lpstr>Razor - C# Variables</vt:lpstr>
      <vt:lpstr>Razor - C# Variables</vt:lpstr>
      <vt:lpstr>Razor - syntax</vt:lpstr>
      <vt:lpstr>Conditional Statements</vt:lpstr>
      <vt:lpstr>Conditional Statements</vt:lpstr>
      <vt:lpstr>LOOPS</vt:lpstr>
      <vt:lpstr>LOOPS</vt:lpstr>
      <vt:lpstr>LOOPS</vt:lpstr>
      <vt:lpstr>Hãy thực hiện các ví dụ</vt:lpstr>
      <vt:lpstr>Tag Helper</vt:lpstr>
      <vt:lpstr>Tag Helper</vt:lpstr>
      <vt:lpstr>Sử dụng Tag Helper</vt:lpstr>
      <vt:lpstr>Sử dụng Tag Helper</vt:lpstr>
      <vt:lpstr>Sử dụng Tag Helper</vt:lpstr>
      <vt:lpstr>Sử dụng Tag Helper</vt:lpstr>
      <vt:lpstr>Sử dụng Tag Helper</vt:lpstr>
      <vt:lpstr>Sử dụng Tag Helper</vt:lpstr>
      <vt:lpstr>Sử dụng Tag Helper</vt:lpstr>
      <vt:lpstr>Sử dụng Tag Helper</vt:lpstr>
      <vt:lpstr>Hãy thực hiện các ví dụ</vt:lpstr>
      <vt:lpstr>  Razor View  Tag Helpers  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44</cp:revision>
  <dcterms:created xsi:type="dcterms:W3CDTF">2024-12-10T15:23:11Z</dcterms:created>
  <dcterms:modified xsi:type="dcterms:W3CDTF">2024-12-13T16:15:20Z</dcterms:modified>
</cp:coreProperties>
</file>